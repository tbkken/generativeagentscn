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21" Type="http://schemas.openxmlformats.org/officeDocument/2006/relationships/slide" Target="slides/slide21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7" Type="http://schemas.openxmlformats.org/officeDocument/2006/relationships/presProps" Target="presProps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notesMaster" Target="notesMasters/notesMaster1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说清楚一件事：把任务拆成多个角色，本身不是进步。只有当它换来减少遗漏、隔离上下文，或者缩短彼此独立任务的等待时间，这笔开销才值得。青禾的资料很少，一次调用加上本地校验，常常已经足够。</a:t>
            </a:r>
          </a:p>
          <a:p>
            <a:r>
              <a:rPr lang="zh-CN" dirty="0"/>
              <a:t>所以这一节不是要说服你上多 Agent，而是把资料核对、表达审查、统一汇总这三个角色摆出来，让你看清协作机制究竟怎么运转。两个审阅相互独立，可以并行；汇总必须等两份都交回来。</a:t>
            </a:r>
          </a:p>
          <a:p>
            <a:r>
              <a:rPr lang="zh-CN" dirty="0"/>
              <a:t>后面所有判断都回到同一份材料：同一个候选、同一份校验报告。角色再多，也不会改变原始事实。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这一节有六个知识块，都在回答同一个问题：这次分工到底换来了什么。</a:t>
            </a:r>
          </a:p>
          <a:p>
            <a:r>
              <a:rPr lang="zh-CN" dirty="0"/>
              <a:t>第一步先判断值不值得拆，给每个角色写清任务、输入、工具、输出合同和结束条件。第二步用最朴素的方式落地，也就是普通的 Responses 调用，两次独立审阅加一次汇总，不急着引入协作框架。</a:t>
            </a:r>
          </a:p>
          <a:p>
            <a:r>
              <a:rPr lang="zh-CN" dirty="0"/>
              <a:t>第三步讲交接：交出去的是证据，不是摘要，范围、来源和适用时段都不能丢。第四步比较固定工作流和自主协作，看谁在决定步骤。</a:t>
            </a:r>
          </a:p>
          <a:p>
            <a:r>
              <a:rPr lang="zh-CN" dirty="0"/>
              <a:t>第五步把目光移到产品里，看 WorkBuddy 的专家与专家团，同时记住权限不会自动变大。最后一步用同一任务集判断协作值不值得保留。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这一块先把"要不要拆"这件事问清楚。</a:t>
            </a:r>
          </a:p>
          <a:p>
            <a:r>
              <a:rPr lang="zh-CN" dirty="0"/>
              <a:t>多 Agent 的每个角色，其实可以复用同一个模型，所以增加角色并不会自动带来更强的能力。真正值得拆的理由只有三类：两个角色能发现彼此遗漏的风险，各自看不同的材料把上下文隔开，或者两个任务互不依赖、可以并行从而缩短等待。</a:t>
            </a:r>
          </a:p>
          <a:p>
            <a:r>
              <a:rPr lang="zh-CN" dirty="0"/>
              <a:t>青禾的资料很少，一次调用加本地校验常常已经足够。这里把任务拆成资料核对、表达审查和统一汇总三个角色，是为了让协作机制可见，而不是宣布多 Agent 更好。</a:t>
            </a:r>
          </a:p>
          <a:p>
            <a:r>
              <a:rPr lang="zh-CN" dirty="0"/>
              <a:t>接下来每个角色都要签一份合同：任务、输入、工具、输出合同和结束条件。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断要不要拆，先看这笔开销换来了什么。我在左边放了三条理由，只要对上其中一条，拆分才可能划算：两个角色各自盯不同的风险，能把遗漏补上；把材料按角色分开，能避免无关信息互相干扰；两个审阅互不依赖，能真正并行、把等待时间压短。</a:t>
            </a:r>
          </a:p>
          <a:p>
            <a:r>
              <a:rPr lang="zh-CN" dirty="0"/>
              <a:t>右边是每个角色的合同。请注意，光说一句"请三位专家讨论"，并不会自动产生这些边界。任务是什么、输入是哪几个文件、允许调用什么工具、输出长什么样、什么条件下算结束，这五件事必须写下来。写得含糊，角色就会各自猜，汇总时才发现口径不一致。</a:t>
            </a:r>
          </a:p>
          <a:p>
            <a:r>
              <a:rPr lang="zh-CN" dirty="0"/>
              <a:t>有了合同，才谈得上分工。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这里的并行关系要看清。最左边是输入包：候选、材料、校验报告，必要时再附一份待审查的方案说明，而且它先经过了本地校验。</a:t>
            </a:r>
          </a:p>
          <a:p>
            <a:r>
              <a:rPr lang="zh-CN" dirty="0"/>
              <a:t>中间两个审阅角色并列。资料核对员看约束、来源和缺口，表达审查员看表述和证据对不对得上。它们拿到的是同一份材料，但各自的指令、上下文和输出文件独立，所以能同时开始，不用互相等。</a:t>
            </a:r>
          </a:p>
          <a:p>
            <a:r>
              <a:rPr lang="zh-CN" dirty="0"/>
              <a:t>两份审阅都交回来，才进入汇总，由汇总员生成 team-report.md。</a:t>
            </a:r>
          </a:p>
          <a:p>
            <a:r>
              <a:rPr lang="zh-CN" dirty="0"/>
              <a:t>下面那条是失败边界：某个审阅在请求或响应处理环节没完成，就中止本次汇总。注意这是执行失败，不是审查员发现了业务问题——正常返回的批评意见反而应该进入汇总。整条成功路线固定三次模型调用。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三个角色各看什么、交什么、不碰什么，最好一开始就写清楚，否则汇总时才发现口径打架。</a:t>
            </a:r>
          </a:p>
          <a:p>
            <a:r>
              <a:rPr lang="zh-CN" dirty="0"/>
              <a:t>资料核对员的输入是同一份材料、候选、校验报告和可选说明，交回来的是带来源的约束核对与缺口。它有一条明确的禁区：不替换原始预约记录。</a:t>
            </a:r>
          </a:p>
          <a:p>
            <a:r>
              <a:rPr lang="zh-CN" dirty="0"/>
              <a:t>表达审查员的输入和它一样，只是侧重表述与依据，回来说的是哪些表述需要补充依据。它不能宣告房间已被预订，那是业务动作，不属于它的权限。</a:t>
            </a:r>
          </a:p>
          <a:p>
            <a:r>
              <a:rPr lang="zh-CN" dirty="0"/>
              <a:t>汇总员吃的是原输入包加上前两份审阅意见，产出 team-report.md，但不自行改写已经验收的排期。这三条禁区其实都在说同一件事：审阅角色只能提意见，不能替业务做决定。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这里要分清楚两种"失败"，它们的意思完全不同。</a:t>
            </a:r>
          </a:p>
          <a:p>
            <a:r>
              <a:rPr lang="zh-CN" dirty="0"/>
              <a:t>一种是执行失败：请求没发出去，或者响应没有正常处理完。这时候这次汇总就该停下来，因为输入不完整，硬凑出的报告没有意义。</a:t>
            </a:r>
          </a:p>
          <a:p>
            <a:r>
              <a:rPr lang="zh-CN" dirty="0"/>
              <a:t>另一种是审查员在正常返回的情况下提出了批评意见。这不但不是失败，反而是我们要的东西，它必须进入汇总。</a:t>
            </a:r>
          </a:p>
          <a:p>
            <a:r>
              <a:rPr lang="zh-CN" dirty="0"/>
              <a:t>两位审查员收到的是同一份材料，但各自的指令、上下文和输出文件是独立的，所以它们可能从不同角度发现问题，也可能重复。汇总员要做的是把这些意见整理清楚，而不是替它们做决定。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现在把这三个角色真正跑起来。</a:t>
            </a:r>
          </a:p>
          <a:p>
            <a:r>
              <a:rPr lang="zh-CN" dirty="0"/>
              <a:t>好消息是不需要额外安装协作框架。配套脚本直接使用多次 Responses 调用：先用本地校验器检查给定的排期，再把同一份输入分别交给两个角色，最后由一个调用汇总。</a:t>
            </a:r>
          </a:p>
          <a:p>
            <a:r>
              <a:rPr lang="zh-CN" dirty="0"/>
              <a:t>这里用的排期是人工编写的参考排期，目的只有一个，就是把"协作审阅"这个变量单独隔离出来。它绝不表示模型已经成功生成了排期，这一点千万别读错。</a:t>
            </a:r>
          </a:p>
          <a:p>
            <a:r>
              <a:rPr lang="zh-CN" dirty="0"/>
              <a:t>脚本会进行两次独立审阅和一次汇总，总共三次真实调用，会产生费用。角色之间没有隐式的共享聊天记录，各自保存各自的输出。</a:t>
            </a:r>
          </a:p>
          <a:p>
            <a:r>
              <a:rPr lang="zh-CN" dirty="0"/>
              <a:t>先写清角色合同，再去选框架。框架的名字，替代不了权限、错误处理和验收规则。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脚本的核心结构其实很短，但它把两件事分得很干净。</a:t>
            </a:r>
          </a:p>
          <a:p>
            <a:r>
              <a:rPr lang="zh-CN" dirty="0"/>
              <a:t>左边是两次独立审阅。程序用一个线程池同时发起两个角色的调用，每个角色都自己构造指令和输入，用独立的客户端，返回的内容也写进各自的文件。角色之间没有隐式共享的聊天记录，所以它们的判断是彼此独立得出的。</a:t>
            </a:r>
          </a:p>
          <a:p>
            <a:r>
              <a:rPr lang="zh-CN" dirty="0"/>
              <a:t>右边是那一次汇总。必须等所有审阅都完成，才进入汇总步骤；只要有一个任务失败，整个交付就中止。整个程序里，只有汇总这一步会写最终报告。</a:t>
            </a:r>
          </a:p>
          <a:p>
            <a:r>
              <a:rPr lang="zh-CN" dirty="0"/>
              <a:t>命令只有一个参数，就是已有的排期文件。这份参考排期由人工编写，用来隔离学习变量，它不代表模型已经成功生成过排期。两次审阅加一次汇总都是真实调用，会产生费用。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有一个问题经常被忽略：两个角色如果同时去改同一个文件，会发生什么。</a:t>
            </a:r>
          </a:p>
          <a:p>
            <a:r>
              <a:rPr lang="zh-CN" dirty="0"/>
              <a:t>程序里每个角色都构造独立的指令和输入，用独立的客户端，返回的内容写进不同的文件。这不是多此一举，而是为了保证两次审阅互不干扰。</a:t>
            </a:r>
          </a:p>
          <a:p>
            <a:r>
              <a:rPr lang="zh-CN" dirty="0"/>
              <a:t>一旦两个角色同时修改同一个 schedule.json，就会出现覆盖——后写的盖掉先写的；或者产生混合版本——文件里两种口径搅在一起，谁也说不清哪一条是谁写的。这属于文件协调问题，在多角色之间加一句"请合作"，并不能解决它。</a:t>
            </a:r>
          </a:p>
          <a:p>
            <a:r>
              <a:rPr lang="zh-CN" dirty="0"/>
              <a:t>办法是分配输出文件：各写各的，只有汇总步骤写最终报告。程序把这件事写进结构里，就不依赖角色自觉。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接下来讲一个特别容易被忽略的环节：交接。</a:t>
            </a:r>
          </a:p>
          <a:p>
            <a:r>
              <a:rPr lang="zh-CN" dirty="0"/>
              <a:t>资料在手作室、上午不可用，这种说法一出口，范围就已经被悄悄放大了。原来的预约其实只有十点到十点半这半个小时被占用，一句模糊的摘要可能被下游理解成整个上午都不能用。</a:t>
            </a:r>
          </a:p>
          <a:p>
            <a:r>
              <a:rPr lang="zh-CN" dirty="0"/>
              <a:t>所以交接时必须保留五样东西：具体结论、来源、适用的时间、支撑的证据，以及还没解决的问题。只传摘要，等于把责任模糊化。</a:t>
            </a:r>
          </a:p>
          <a:p>
            <a:r>
              <a:rPr lang="zh-CN" dirty="0"/>
              <a:t>接收角色拿到交接包之后，要回查来源再汇总，而不是直接采信。这里还有一个更硬的规则：多数投票不能改变原始事实，也不能覆盖容量限制。三个角色都说可以，也不代表预约记录里那段时间就空出来了。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这条链只走三步，但每一步都在保护范围。</a:t>
            </a:r>
          </a:p>
          <a:p>
            <a:r>
              <a:rPr lang="zh-CN" dirty="0"/>
              <a:t>最左边是原始预约事实：只有十点到十点半被占用。这个边界是硬的，它不会因为后面怎么描述而改变。</a:t>
            </a:r>
          </a:p>
          <a:p>
            <a:r>
              <a:rPr lang="zh-CN" dirty="0"/>
              <a:t>中间是交接包。它装的不是一句概括，而是结论、来源、适用时段、未解决项和证据。为什么要这么细？因为下游角色要能自己回查，而不是只能相信上游的一句转述。</a:t>
            </a:r>
          </a:p>
          <a:p>
            <a:r>
              <a:rPr lang="zh-CN" dirty="0"/>
              <a:t>最右边是接收角色。它拿到交接包后，先回查来源，再汇总。</a:t>
            </a:r>
          </a:p>
          <a:p>
            <a:r>
              <a:rPr lang="zh-CN" dirty="0"/>
              <a:t>下面两条是边界。第一条说，交接里要保留内容的身份——事实、程序判定和角色建议不是一回事。第二条是警戒：不能把十点到十点半扩写成上午不可用；多数投票也不能把建议提升为事实，更不能覆盖容量限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交接里最容易被压扁的，就是内容的身份。同一段话，是事实、是程序判定，还是某个角色的建议，含义完全不同。</a:t>
            </a:r>
          </a:p>
          <a:p>
            <a:r>
              <a:rPr lang="zh-CN" dirty="0"/>
              <a:t>原始事实来自预约文件，作用是确定占用区间。它只能被核实，不能被协商。</a:t>
            </a:r>
          </a:p>
          <a:p>
            <a:r>
              <a:rPr lang="zh-CN" dirty="0"/>
              <a:t>程序判定来自校验报告，作用是判断明示规则。它输出的是能否通过，而不是偏好。</a:t>
            </a:r>
          </a:p>
          <a:p>
            <a:r>
              <a:rPr lang="zh-CN" dirty="0"/>
              <a:t>角色意见则是一种建议，比如把交流放到最后。它只供选择，不能冒充前两类。</a:t>
            </a:r>
          </a:p>
          <a:p>
            <a:r>
              <a:rPr lang="zh-CN" dirty="0"/>
              <a:t>把这三类混在一起，最典型的后果就是：多数角色都同意某个说法，看上去像是共识，但那个说法本来只是建议。多数投票不能把建议提升为事实，也不能覆盖容量限制。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给角色分配输入的时候，有一个直觉是对的：上下文越小，无关信息越少，角色越容易聚焦。</a:t>
            </a:r>
          </a:p>
          <a:p>
            <a:r>
              <a:rPr lang="zh-CN" dirty="0"/>
              <a:t>但这件事有个边界。如果为了让上下文更小而裁掉关键规则，角色就会在残缺的局部材料上做判断，得出一个看起来合理、其实错误的结论。比如不告诉表达审查员容量上限，它就无法判断某句表述是否已经越过容量。</a:t>
            </a:r>
          </a:p>
          <a:p>
            <a:r>
              <a:rPr lang="zh-CN" dirty="0"/>
              <a:t>所以拆分的关键不是把文字平均分给每个角色，而是保留每个判断所需要的最小完整证据。角色该看的规则、来源和约束，一样都不能少。</a:t>
            </a:r>
          </a:p>
          <a:p>
            <a:r>
              <a:rPr lang="zh-CN" dirty="0"/>
              <a:t>再往前一步：汇总的时候，仍然要保留可以回查的来源，这样任何一条结论都能被追到原始文件，而不是停在某个角色的转述上。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到这里，步骤的归属就成了关键问题：这几个环节，到底是谁定下来的。</a:t>
            </a:r>
          </a:p>
          <a:p>
            <a:r>
              <a:rPr lang="zh-CN" dirty="0"/>
              <a:t>固定工作流由程序预先规定步骤和分支。举个具体的例子——两个审阅都完成后才汇总，本地校验失败就停下来。这些分支在写代码的时候就确定好了，运行时不会变。它的好处是调用次数清楚、失败路径可预测，出了问题也容易复现。</a:t>
            </a:r>
          </a:p>
          <a:p>
            <a:r>
              <a:rPr lang="zh-CN" dirty="0"/>
              <a:t>自主协作则把决定权交给协调者：它可以根据任务动态选择角色、继续追问，甚至临时改变分工。这显然更灵活，但调用次数、上下文扩散和失败传播都更难预测，成本也更难算。</a:t>
            </a:r>
          </a:p>
          <a:p>
            <a:r>
              <a:rPr lang="zh-CN" dirty="0"/>
              <a:t>两种方式没有绝对的好坏，区别在于你愿不愿意用确定性去换灵活性。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把两种方式并排看，差别集中在四处。</a:t>
            </a:r>
          </a:p>
          <a:p>
            <a:r>
              <a:rPr lang="zh-CN" dirty="0"/>
              <a:t>第一是步骤来源。固定工作流的步骤和分支由程序预先规定；自主协作则由协调者根据任务动态选择角色。第二是灵活程度，前者运行时不变，要改就得改程序；后者可以继续追问、甚至临时改变分工。</a:t>
            </a:r>
          </a:p>
          <a:p>
            <a:r>
              <a:rPr lang="zh-CN" dirty="0"/>
              <a:t>第三是调用次数。固定工作流事先就确定，比如本章脚本固定三次；自主协作难以预估，可能反复追加。第四是失败传播，固定工作流的路径可预测、容易复现；自主协作会让上下文扩散，失败传播更难预测。</a:t>
            </a:r>
          </a:p>
          <a:p>
            <a:r>
              <a:rPr lang="zh-CN" dirty="0"/>
              <a:t>所以选择的关键不是哪种更先进，而是你愿不愿意用确定性去换灵活性。任务越需要严格验收，越应该偏向前者。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只要进入协作，就必须给这套流程装上闸门，否则成本和失败都会失控。</a:t>
            </a:r>
          </a:p>
          <a:p>
            <a:r>
              <a:rPr lang="zh-CN" dirty="0"/>
              <a:t>第一是总调用预算。角色一旦能动态扩张，调用次数就没有上限，所以要先定预算再开工。第二是并发上限，明确同时在跑几个角色，避免一次把所有请求都打出去。</a:t>
            </a:r>
          </a:p>
          <a:p>
            <a:r>
              <a:rPr lang="zh-CN" dirty="0"/>
              <a:t>第三是超时处理，这条最容易出问题。超时的意思是"没有返回"，它不等于"没有问题"，两者必须分开对待，不能把超时当成通过。</a:t>
            </a:r>
          </a:p>
          <a:p>
            <a:r>
              <a:rPr lang="zh-CN" dirty="0"/>
              <a:t>第四是裁决依据。当审阅意见冲突时以谁为准，要事先写清楚，不能一直加派审查员，直到有人赞同为止。</a:t>
            </a:r>
          </a:p>
          <a:p>
            <a:r>
              <a:rPr lang="zh-CN" dirty="0"/>
              <a:t>本章脚本的范围很克制：固定三次调用、只读输入、单一汇总写入，没有无限子任务，也没有跨进程恢复。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前面讲的都是机制，现在把它放进一个真实的产品里看。</a:t>
            </a:r>
          </a:p>
          <a:p>
            <a:r>
              <a:rPr lang="zh-CN" dirty="0"/>
              <a:t>WorkBuddy 的官方文档把"专家"描述为专业角色，把"专家团"描述为由团长拆解、分配并汇总的协作执行机制。操作入口在左侧的"专家"，进去是专家中心，在角色或团队的说明里可以点"召唤"。</a:t>
            </a:r>
          </a:p>
          <a:p>
            <a:r>
              <a:rPr lang="zh-CN" dirty="0"/>
              <a:t>具体能看到哪些团队，取决于你的账户和客户端版本，这一点要自己核对。</a:t>
            </a:r>
          </a:p>
          <a:p>
            <a:r>
              <a:rPr lang="zh-CN" dirty="0"/>
              <a:t>我想强调的是：产品入口只是起点。真正要判断的是，界面上有没有出现真实的任务分工、阶段结果和汇总产物。如果只是换了个说法，而看不到独立任务，那就只记录产品可见的过程，不要替它脑补内部结构。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在产品里做一次对照，我建议按四步走。</a:t>
            </a:r>
          </a:p>
          <a:p>
            <a:r>
              <a:rPr lang="zh-CN" dirty="0"/>
              <a:t>第一步，先在一个普通任务里提供完整材料和同一份候选，请单个助手做审阅，并把报告保存下来。这就是基线。</a:t>
            </a:r>
          </a:p>
          <a:p>
            <a:r>
              <a:rPr lang="zh-CN" dirty="0"/>
              <a:t>第二步，进入专家入口，选择适合资料分析或方案审查的角色。如果有看起来合适的专家团，先把成员分工读完再用。</a:t>
            </a:r>
          </a:p>
          <a:p>
            <a:r>
              <a:rPr lang="zh-CN" dirty="0"/>
              <a:t>第三步，把要求写死：只审阅指定文件，每条意见都要列出来源，并且引用本地校验器的报告。</a:t>
            </a:r>
          </a:p>
          <a:p>
            <a:r>
              <a:rPr lang="zh-CN" dirty="0"/>
              <a:t>第四步，看完之后判断有没有出现真实的任务分工、阶段结果和汇总产物。如果界面没有展示独立任务，那就只记录产品可见的过程。</a:t>
            </a:r>
          </a:p>
          <a:p>
            <a:r>
              <a:rPr lang="zh-CN" dirty="0"/>
              <a:t>现有专家团如果不支持我们设想的三种角色，可以在三个独立任务里人工传递材料，当作手工协作练习；但不要把它写成已经配置了自定义专家团。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有一个误区必须点破：以为选了专家角色，权限就自动变大了。</a:t>
            </a:r>
          </a:p>
          <a:p>
            <a:r>
              <a:rPr lang="zh-CN" dirty="0"/>
              <a:t>专家角色本身并不会获得额外权限。它能不能读取文件、能不能访问外部服务，仍然取决于实际配置的能力和授权。界面上写着"专家"，不等于它能碰到你的数据。</a:t>
            </a:r>
          </a:p>
          <a:p>
            <a:r>
              <a:rPr lang="zh-CN" dirty="0"/>
              <a:t>还有一条边界要说清楚：WorkBuddy 的任务协作，和第三章要讲的仿真角色交互，不是一回事。前者是任务分工，角色之间交接的是文件和意见；后者涉及世界状态、空间、虚拟时间，以及已经提交的动作。</a:t>
            </a:r>
          </a:p>
          <a:p>
            <a:r>
              <a:rPr lang="zh-CN" dirty="0"/>
              <a:t>把这两件事混起来，容易高估协作角色能做什么。分清它们的对象，才知道该在哪里核对权限。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最后一块要回答一个很实际的问题：这套协作到底值不值得保留。</a:t>
            </a:r>
          </a:p>
          <a:p>
            <a:r>
              <a:rPr lang="zh-CN" dirty="0"/>
              <a:t>我的建议是用同一批任务去比较单 Agent 和多 Agent，而不是挑一次展示。要记录的指标有六个：最终正确率、漏检数、误报数、总 Token、总耗时，以及人工复核时间。</a:t>
            </a:r>
          </a:p>
          <a:p>
            <a:r>
              <a:rPr lang="zh-CN" dirty="0"/>
              <a:t>这里有一个容易被忽略的成本：并行通常只缩短了彼此独立的那部分等待，而两个审阅加一次汇总，Token 开销还是要相加的。省下的时间和多花的费用，得放在一起看。</a:t>
            </a:r>
          </a:p>
          <a:p>
            <a:r>
              <a:rPr lang="zh-CN" dirty="0"/>
              <a:t>换句话说，判断标准不是"多 Agent 看起来更聪明"，而是它在你自己的任务集上，能不能用可接受的成本换来更少的漏检。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比较单 Agent 和多 Agent，我建议至少记录六个指标。</a:t>
            </a:r>
          </a:p>
          <a:p>
            <a:r>
              <a:rPr lang="zh-CN" dirty="0"/>
              <a:t>前三个看质量：最终正确率，代表整体做对的比例；漏检数，代表真正的问题被漏掉多少；误报数，代表本来没问题却被判成问题。漏检和误报要分开数，因为它们对使用者的代价完全不同。</a:t>
            </a:r>
          </a:p>
          <a:p>
            <a:r>
              <a:rPr lang="zh-CN" dirty="0"/>
              <a:t>后三个看成本：总 Token，注意两个审阅加一次汇总的开销要相加；总耗时，并行只缩短了独立任务的等待部分，不是所有环节都变快；还有人工复核时间，多人输出反而可能让复核变重。</a:t>
            </a:r>
          </a:p>
          <a:p>
            <a:r>
              <a:rPr lang="zh-CN" dirty="0"/>
              <a:t>把这六个放在一起，才能判断协作到底是把问题减少了，还是只是把成本换了个地方。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有三类结果，看上去像证据，其实站不住。</a:t>
            </a:r>
          </a:p>
          <a:p>
            <a:r>
              <a:rPr lang="zh-CN" dirty="0"/>
              <a:t>第一类是只挑多 Agent 成功、单 Agent 失败的那一次展示。这类比较无法代表整体表现，因为没有在多批任务上重复。要判断，就得在同一任务集上系统比较。</a:t>
            </a:r>
          </a:p>
          <a:p>
            <a:r>
              <a:rPr lang="zh-CN" dirty="0"/>
              <a:t>第二类是"一致但错误"。两个角色可能共享同一个模型的偏差，于是它们都错，还错得一样。这种情况最有欺骗性，因为它看起来像共识。更值得检验的，是这些角色有没有带来真正独立的视角。</a:t>
            </a:r>
          </a:p>
          <a:p>
            <a:r>
              <a:rPr lang="zh-CN" dirty="0"/>
              <a:t>第三类是把本地校验器已经可靠的规则，交给两个模型重复判断。容量和时间本来就能用程序查清楚，未必需要两个模型再说一遍。更值得让角色去找的，是材料缺失、解释误导，以及没有说出口的假设。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这一节留一个练习，用来验证角色到底有没有在查证据。</a:t>
            </a:r>
          </a:p>
          <a:p>
            <a:r>
              <a:rPr lang="zh-CN" dirty="0"/>
              <a:t>做法是复制一份 plan.md，在里面加一句"已向居民发出通知"，但不给任何发送工具，也不给发送结果。然后把这份文件传给脚本，或者在 WorkBuddy 里引用它。</a:t>
            </a:r>
          </a:p>
          <a:p>
            <a:r>
              <a:rPr lang="zh-CN" dirty="0"/>
              <a:t>接下来看三方的反应：单个助手、两个审阅角色，还有汇总员，有没有人指出这句话缺乏证据。如果都没有，说明角色只是在复述，而不是在核对。</a:t>
            </a:r>
          </a:p>
          <a:p>
            <a:r>
              <a:rPr lang="zh-CN" dirty="0"/>
              <a:t>判分的时候，看的是具体结论和依据，不是讨论了几轮。哪怕一句简短的"这条没有发送记录支撑"，也比一大段没有出处的话更有价值。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这一节讲完了，我把要带走的东西收成三个问题。</a:t>
            </a:r>
          </a:p>
          <a:p>
            <a:r>
              <a:rPr lang="zh-CN" dirty="0"/>
              <a:t>第一个，拆分换来了什么。是减少了遗漏，隔离了上下文，还是缩短了独立等待？如果一条都对不上，那就先别拆。</a:t>
            </a:r>
          </a:p>
          <a:p>
            <a:r>
              <a:rPr lang="zh-CN" dirty="0"/>
              <a:t>第二个，交接带了什么证据。范围、来源、适用时段、未解决项，有没有跟着一起走？只有摘要，就会在传递中被悄悄放大。</a:t>
            </a:r>
          </a:p>
          <a:p>
            <a:r>
              <a:rPr lang="zh-CN" dirty="0"/>
              <a:t>第三个，协作值不值得留。用同一任务集比较正确率、漏检、误报、Token、耗时和人工复核；不要只挑一次成功案例，也要小心"一致但错误"。</a:t>
            </a:r>
          </a:p>
          <a:p>
            <a:r>
              <a:rPr lang="zh-CN" dirty="0"/>
              <a:t>这三个问题没有标准答案，但它们能帮你在动手之前，先判断这次分工有没有必要。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先说清楚一件事：把任务拆成多个角色，本身不是进步。只有当它换来减少遗漏、隔离上下文，或者缩短彼此独立任务的等待时间，这笔开销才值得。青禾的资料很少，一次调用加上本地校验，常常已经足够。&#10;&#10;所以这一节不是要说服你上多 Agent，而是把资料核对、表达审查、统一汇总这三个角色摆出来，让你看清协作机制究竟怎么运转。两个审阅相互独立，可以并行；汇总必须等两份都交回来。&#10;&#10;后面所有判断都回到同一份材料：同一个候选、同一份校验报告。角色再多，也不会改变原始事实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：技术、OpenAI API 与 WorkBuddy　·　2.12&lt;/Text&gt;&#10;    &lt;/Box&gt;&#10;&#10;    &lt;Box style={{ height: 540, flexDirection: 'row', alignItems: 'center', gap: 32 }}&gt;&#10;&#10;        &lt;Box style={{ width: 620, flexDirection: 'column', justifyContent: 'center', gap: 16 }}&gt;&#10;            &lt;Text style={{ fontSize: 52, fontWeight: 'bold', color: '#20344B', lineHeight: 1.2 }}&gt;多 Agent 协作与工作流&lt;/Text&gt;&#10;            &lt;Box style={{ width: 72, height: 4, background: '#276FBF' }} /&gt;&#10;            &lt;Text style={{ fontSize: 18, color: '#546779', lineHeight: 1.7, width: 600 }}&gt;增加角色，只有在减少遗漏、隔离上下文或缩短独立任务等待时才有价值。本节用资料核对、表达审查与汇总观察协作机制，不预设团队一定更好。&lt;/Text&gt;&#10;            &lt;Box style={{ flexDirection: 'row', gap: 16, marginTop: 6 }}&gt;&#10;                &lt;Box style={{ width: 190, height: 44, background: '#EDF4FC', borderRadius: 8, justifyContent: 'center', alignItems: 'center' }}&gt;&#10;                    &lt;Text style={{ fontSize: 15, color: '#276FBF' }}&gt;值得拆吗&lt;/Text&gt;&#10;                &lt;/Box&gt;&#10;                &lt;Box style={{ width: 190, height: 44, background: '#EDF4FC', borderRadius: 8, justifyContent: 'center', alignItems: 'center' }}&gt;&#10;                    &lt;Text style={{ fontSize: 15, color: '#276FBF' }}&gt;交接带什么&lt;/Text&gt;&#10;                &lt;/Box&gt;&#10;                &lt;Box style={{ width: 190, height: 44, background: '#FFF4E6', borderRadius: 8, justifyContent: 'center', alignItems: 'center' }}&gt;&#10;                    &lt;Text style={{ fontSize: 15, color: '#CB6B28' }}&gt;值得保留吗&lt;/Text&gt;&#10;                &lt;/Box&gt;&#10;            &lt;/Box&gt;&#10;        &lt;/Box&gt;&#10;&#10;        &lt;Box style={{ width: 500, flexDirection: 'column', justifyContent: 'center', gap: 8 }}&gt;&#10;            &lt;Box style={{ width: 500, height: 58, background: '#EDF4FC', borderRadius: 8, padding: '10px 18px', flexDirection: 'column', gap: 3, justifyContent: 'center' }}&gt;&#10;                &lt;Text style={{ fontSize: 19, fontWeight: 'bold', color: '#276FBF' }}&gt;输入包&lt;/Text&gt;&#10;                &lt;Text style={{ fontSize: 14, color: '#546779' }}&gt;同一候选 · 同一份材料 · 校验报告&lt;/Text&gt;&#10;            &lt;/Box&gt;&#10;            &lt;Box style={{ width: 500, height: 22, justifyContent: 'center', alignItems: 'center' }}&gt;&lt;Text style={{ fontSize: 16, color: '#276FBF' }}&gt;↓&lt;/Text&gt;&lt;/Box&gt;&#10;            &lt;Box style={{ flexDirection: 'row', gap: 16 }}&gt;&#10;                &lt;Box style={{ width: 242, height: 72, background: '#EDF4FC', borderRadius: 8, padding: '10px 14px', flexDirection: 'column', gap: 3, justifyContent: 'center' }}&gt;&#10;                    &lt;Text style={{ fontSize: 18, fontWeight: 'bold', color: '#276FBF' }}&gt;资料核对员&lt;/Text&gt;&#10;                    &lt;Text style={{ fontSize: 14, color: '#546779' }}&gt;约束 · 来源 · 缺口&lt;/Text&gt;&#10;                &lt;/Box&gt;&#10;                &lt;Box style={{ width: 242, height: 72, background: '#EDF4FC', borderRadius: 8, padding: '10px 14px', flexDirection: 'column', gap: 3, justifyContent: 'center' }}&gt;&#10;                    &lt;Text style={{ fontSize: 18, fontWeight: 'bold', color: '#276FBF' }}&gt;表达审查员&lt;/Text&gt;&#10;                    &lt;Text style={{ fontSize: 14, color: '#546779' }}&gt;表述与证据是否相符&lt;/Text&gt;&#10;                &lt;/Box&gt;&#10;            &lt;/Box&gt;&#10;            &lt;Box style={{ width: 500, height: 30, background: '#F4F7FA', borderRadius: 8, justifyContent: 'center', alignItems: 'center' }}&gt;&#10;                &lt;Text style={{ fontSize: 14, color: '#546779' }}&gt;独立调用，可并行 · 等待两份审阅&lt;/Text&gt;&#10;            &lt;/Box&gt;&#10;            &lt;Box style={{ width: 500, height: 22, justifyContent: 'center', alignItems: 'center' }}&gt;&lt;Text style={{ fontSize: 16, color: '#26816B' }}&gt;↓&lt;/Text&gt;&lt;/Box&gt;&#10;            &lt;Box style={{ width: 500, height: 58, background: '#ECF7F2', borderRadius: 8, padding: '10px 18px', flexDirection: 'column', gap: 3, justifyContent: 'center' }}&gt;&#10;                &lt;Text style={{ fontSize: 19, fontWeight: 'bold', color: '#26816B' }}&gt;汇总员&lt;/Text&gt;&#10;                &lt;Text style={{ fontSize: 14, color: '#546779' }}&gt;生成 team-report.md&lt;/Text&gt;&#10;            &lt;/Box&gt;&#10;            &lt;Box style={{ width: 500, height: 46, background: '#FFF4E6', borderRadius: 8, justifyContent: 'center', alignItems: 'center' }}&gt;&#10;                &lt;Text style={{ fontSize: 14, color: '#CB6B28' }}&gt;固定三次调用 · 不并写同一候选文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从对话到智能体：技术、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9055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多</a:t>
            </a: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390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571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增加角色，只有在减少遗漏、隔离上下文或缩短独立任务等待时才有价值。本节用资料核对、表达审查与汇总观察协作机制，不预设团队一定更好。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228725" y="4619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值得拆吗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124200" y="46196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交接带什么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33900" y="4495800"/>
            <a:ext cx="180975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86350" y="46196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值得保留吗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2019300"/>
            <a:ext cx="476250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991350" y="2095500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输入包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991350" y="23431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同一候选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同一份材料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校验报告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63050" y="26574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19900" y="2933700"/>
            <a:ext cx="23050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53250" y="3076575"/>
            <a:ext cx="2038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资料核对员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953250" y="331470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约束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缺口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277350" y="2933700"/>
            <a:ext cx="23050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410700" y="3076575"/>
            <a:ext cx="2038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表达审查员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410700" y="331470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表述与证据是否相符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819900" y="3695700"/>
            <a:ext cx="4762500" cy="285750"/>
          </a:xfrm>
          <a:prstGeom prst="roundRect">
            <a:avLst>
              <a:gd name="adj" fmla="val 2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210550" y="37623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独立调用，可并行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等待两份审阅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163050" y="40671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19900" y="4343400"/>
            <a:ext cx="476250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91350" y="4419600"/>
            <a:ext cx="441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汇总员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991350" y="4667250"/>
            <a:ext cx="441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team-report.md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819900" y="4972050"/>
            <a:ext cx="476250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143875" y="5114925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固定三次调用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不并写同一候选文件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6" name="" descr="&lt;Slide notes={`这一节有六个知识块，都在回答同一个问题：这次分工到底换来了什么。&#10;&#10;第一步先判断值不值得拆，给每个角色写清任务、输入、工具、输出合同和结束条件。第二步用最朴素的方式落地，也就是普通的 Responses 调用，两次独立审阅加一次汇总，不急着引入协作框架。&#10;&#10;第三步讲交接：交出去的是证据，不是摘要，范围、来源和适用时段都不能丢。第四步比较固定工作流和自主协作，看谁在决定步骤。&#10;&#10;第五步把目光移到产品里，看 WorkBuddy 的专家与专家团，同时记住权限不会自动变大。最后一步用同一任务集判断协作值不值得保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本节要看清的六件事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先证明拆分值得，再谈怎么拆&lt;/Text&gt;&#10;            &lt;Box style={{ width: 56, height: 3, background: '#26816B' }} /&gt;&#10;            &lt;Text style={{ fontSize: 17, color: '#546779', lineHeight: 1.75 }}&gt;六个知识块从&quot;要不要拆&quot;走到&quot;值不值得留&quot;：先给角色写合同，再用普通调用落地，然后讲清交接证据、步骤由谁决定、产品里怎么看，最后用同一任务集验收。&lt;/Text&gt;&#10;        &lt;/Box&gt;&#10;&#10;        &lt;Box style={{ flex: 1, flexDirection: 'column', justifyContent: 'center', gap: 11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先判断是否值得拆分&lt;/Text&gt;&#10;                    &lt;Text style={{ fontSize: 16, color: '#546779' }}&gt;减少遗漏、隔离上下文、缩短独立等待，三者之一才值得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用 OpenAI API 实现最小分工&lt;/Text&gt;&#10;                    &lt;Text style={{ fontSize: 16, color: '#546779' }}&gt;两次独立审阅加一次汇总，普通 Responses 调用即可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交接的是证据，不只是摘要&lt;/Text&gt;&#10;                    &lt;Text style={{ fontSize: 16, color: '#546779' }}&gt;结论、来源、适用时段、证据与未解决项都要带上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工作流和自主协作的差异&lt;/Text&gt;&#10;                    &lt;Text style={{ fontSize: 16, color: '#546779' }}&gt;程序预先规定步骤，还是协调者按任务动态选择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在 WorkBuddy 中使用专家与专家团&lt;/Text&gt;&#10;                    &lt;Text style={{ fontSize: 16, color: '#546779' }}&gt;看真实分工与汇总产物，专家角色不自动获得权限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如何判断协作值得保留&lt;/Text&gt;&#10;                    &lt;Text style={{ fontSize: 16, color: '#546779' }}&gt;同一任务集比较正确率、漏检、误报、Token 与耗时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先证明拆分值得，再谈怎么拆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要不要拆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走到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值不值得留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：先给角色写合同，再用普通调用落地，然后讲清交接证据、步骤由谁决定、产品里怎么看，最后用同一任务集验收。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229100" y="2152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333875" y="22574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800600" y="2143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先判断是否值得拆分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800600" y="239077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减少遗漏、隔离上下文、缩短独立等待，三者之一才值得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4229100" y="2695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333875" y="2800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800600" y="2686050"/>
            <a:ext cx="3609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实现最小分工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800600" y="2933700"/>
            <a:ext cx="3609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两次独立审阅加一次汇总，普通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调用即可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2291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333875" y="33432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交接的是证据，不只是摘要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800600" y="34766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结论、来源、适用时段、证据与未解决项都要带上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2291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333875" y="38862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800600" y="37719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工作流和自主协作的差异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800600" y="401955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程序预先规定步骤，还是协调者按任务动态选择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229100" y="4324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333875" y="44291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800600" y="4314825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中使用专家与专家团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800600" y="456247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看真实分工与汇总产物，专家角色不自动获得权限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229100" y="4867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333875" y="49720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800600" y="4857750"/>
            <a:ext cx="3524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如何判断协作值得保留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800600" y="5105400"/>
            <a:ext cx="3524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同一任务集比较正确率、漏检、误报、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与耗时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12" name="" descr="&lt;Slide notes={`这一块先把&quot;要不要拆&quot;这件事问清楚。&#10;&#10;多 Agent 的每个角色，其实可以复用同一个模型，所以增加角色并不会自动带来更强的能力。真正值得拆的理由只有三类：两个角色能发现彼此遗漏的风险，各自看不同的材料把上下文隔开，或者两个任务互不依赖、可以并行从而缩短等待。&#10;&#10;青禾的资料很少，一次调用加本地校验常常已经足够。这里把任务拆成资料核对、表达审查和统一汇总三个角色，是为了让协作机制可见，而不是宣布多 Agent 更好。&#10;&#10;接下来每个角色都要签一份合同：任务、输入、工具、输出合同和结束条件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2.12.1&lt;/Text&gt;&#10;        &lt;/Box&gt;&#10;&#10;        &lt;Text style={{ fontSize: 56, fontWeight: 'bold', color: '#20344B', lineHeight: 1.15 }}&gt;先判断是否值得拆分&lt;/Text&gt;&#10;&#10;        &lt;Box style={{ width: 640, height: 4, background: '#276FBF' }} /&gt;&#10;&#10;        &lt;Text style={{ fontSize: 19, color: '#546779', lineHeight: 1.7 }}&gt;一次调用加本地校验常常已经足够，拆开是为了观察协作机制。&lt;/Text&gt;&#10;&#10;        &lt;Box style={{ marginTop: 8, flexDirection: 'row', gap: 16 }}&gt;&#10;            &lt;Box style={{ width: 330, height: 56, background: '#EDF4FC', borderRadius: 8, justifyContent: 'center', alignItems: 'center' }}&gt;&#10;                &lt;Text style={{ fontSize: 17, fontWeight: 'bold', color: '#276FBF' }}&gt;减少遗漏&lt;/Text&gt;&#10;            &lt;/Box&gt;&#10;            &lt;Box style={{ width: 330, height: 56, background: '#EDF4FC', borderRadius: 8, justifyContent: 'center', alignItems: 'center' }}&gt;&#10;                &lt;Text style={{ fontSize: 17, fontWeight: 'bold', color: '#276FBF' }}&gt;隔离上下文&lt;/Text&gt;&#10;            &lt;/Box&gt;&#10;            &lt;Box style={{ width: 330, height: 56, background: '#ECF7F2', borderRadius: 8, justifyContent: 'center', alignItems: 'center' }}&gt;&#10;                &lt;Text style={{ fontSize: 17, fontWeight: 'bold', color: '#26816B' }}&gt;缩短独立等待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2.12.1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先判断是否值得拆分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一次调用加本地校验常常已经足够，拆开是为了观察协作机制。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096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857375" y="48863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减少遗漏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390525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076825" y="4886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隔离上下文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2009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286750" y="48863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缩短独立等待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28" name="" descr="&lt;Slide notes={`判断要不要拆，先看这笔开销换来了什么。我在左边放了三条理由，只要对上其中一条，拆分才可能划算：两个角色各自盯不同的风险，能把遗漏补上；把材料按角色分开，能避免无关信息互相干扰；两个审阅互不依赖，能真正并行、把等待时间压短。&#10;&#10;右边是每个角色的合同。请注意，光说一句&quot;请三位专家讨论&quot;，并不会自动产生这些边界。任务是什么、输入是哪几个文件、允许调用什么工具、输出长什么样、什么条件下算结束，这五件事必须写下来。写得含糊，角色就会各自猜，汇总时才发现口径不一致。&#10;&#10;有了合同，才谈得上分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1　先判断是否值得拆分&lt;/Text&gt;&#10;            &lt;Text style={{ fontSize: 34, fontWeight: 'bold', color: '#20344B' }}&gt;先问拆分换来了什么&lt;/Text&gt;&#10;        &lt;/Box&gt;&#10;    &lt;/Box&gt;&#10;&#10;    &lt;Box style={{ height: 540, flexDirection: 'column', justifyContent: 'center', gap: 16 }}&gt;&#10;&#10;        &lt;Box style={{ flexDirection: 'row', alignItems: 'center', gap: 14, background: '#FFF4E6', borderRadius: 10, padding: '14px 20px' }}&gt;&#10;            &lt;Box style={{ width: 4, height: 34, background: '#CB6B28' }} /&gt;&#10;            &lt;Text style={{ fontSize: 17, fontWeight: 'bold', color: '#CB6B28' }}&gt;一句「请三位专家讨论」，不自动建立任何边界&lt;/Text&gt;&#10;            &lt;Box style={{ flex: 1 }} /&gt;&#10;            &lt;Text style={{ fontSize: 15, color: '#546779' }}&gt;多 Agent 可以复用同一个模型&lt;/Text&gt;&#10;        &lt;/Box&gt;&#10;&#10;        &lt;Box style={{ flexDirection: 'row', gap: 32 }}&gt;&#10;&#10;            &lt;Box style={{ width: 500, flexDirection: 'column', gap: 12 }}&gt;&#10;                &lt;Text style={{ fontSize: 21, fontWeight: 'bold', color: '#276FBF' }}&gt;什么时候才算值得&lt;/Text&gt;&#10;                &lt;Box style={{ flexDirection: 'row', gap: 12, background: '#EDF4FC', borderRadius: 8, padding: '12px 16px', alignItems: 'center' }}&gt;&#10;                    &lt;Box style={{ width: 4, height: 40, background: '#276FBF' }} /&gt;&#10;                    &lt;Box style={{ flexDirection: 'column', gap: 2 }}&gt;&#10;                        &lt;Text style={{ fontSize: 17, fontWeight: 'bold', color: '#20344B' }}&gt;减少遗漏&lt;/Text&gt;&#10;                        &lt;Text style={{ fontSize: 14, color: '#546779' }}&gt;两个角色盯不同风险，互相补位&lt;/Text&gt;&#10;                    &lt;/Box&gt;&#10;                &lt;/Box&gt;&#10;                &lt;Box style={{ flexDirection: 'row', gap: 12, background: '#EDF4FC', borderRadius: 8, padding: '12px 16px', alignItems: 'center' }}&gt;&#10;                    &lt;Box style={{ width: 4, height: 40, background: '#276FBF' }} /&gt;&#10;                    &lt;Box style={{ flexDirection: 'column', gap: 2 }}&gt;&#10;                        &lt;Text style={{ fontSize: 17, fontWeight: 'bold', color: '#20344B' }}&gt;隔离上下文&lt;/Text&gt;&#10;                        &lt;Text style={{ fontSize: 14, color: '#546779' }}&gt;各看各的材料，不被无关信息干扰&lt;/Text&gt;&#10;                    &lt;/Box&gt;&#10;                &lt;/Box&gt;&#10;                &lt;Box style={{ flexDirection: 'row', gap: 12, background: '#ECF7F2', borderRadius: 8, padding: '12px 16px', alignItems: 'center' }}&gt;&#10;                    &lt;Box style={{ width: 4, height: 40, background: '#26816B' }} /&gt;&#10;                    &lt;Box style={{ flexDirection: 'column', gap: 2 }}&gt;&#10;                        &lt;Text style={{ fontSize: 17, fontWeight: 'bold', color: '#20344B' }}&gt;缩短独立等待&lt;/Text&gt;&#10;                        &lt;Text style={{ fontSize: 14, color: '#546779' }}&gt;两个审阅互不依赖，可以并行&lt;/Text&gt;&#10;                    &lt;/Box&gt;&#10;                &lt;/Box&gt;&#10;            &lt;/Box&gt;&#10;&#10;            &lt;Box style={{ width: 620, flexDirection: 'column', gap: 12 }}&gt;&#10;                &lt;Text style={{ fontSize: 21, fontWeight: 'bold', color: '#26816B' }}&gt;每个角色须签订的五件事&lt;/Text&gt;&#10;                &lt;Box style={{ flexDirection: 'row', gap: 12, background: '#F4F7FA', borderRadius: 8, padding: '9px 16px', alignItems: 'center' }}&gt;&#10;                    &lt;Text style={{ fontSize: 15, fontWeight: 'bold', color: '#26816B', width: 96 }}&gt;任务&lt;/Text&gt;&#10;                    &lt;Text style={{ fontSize: 14, color: '#546779' }}&gt;要检查的是什么，交付给谁&lt;/Text&gt;&#10;                &lt;/Box&gt;&#10;                &lt;Box style={{ flexDirection: 'row', gap: 12, background: '#F4F7FA', borderRadius: 8, padding: '9px 16px', alignItems: 'center' }}&gt;&#10;                    &lt;Text style={{ fontSize: 15, fontWeight: 'bold', color: '#26816B', width: 96 }}&gt;输入&lt;/Text&gt;&#10;                    &lt;Text style={{ fontSize: 14, color: '#546779' }}&gt;看得见哪几个文件，看不到什么&lt;/Text&gt;&#10;                &lt;/Box&gt;&#10;                &lt;Box style={{ flexDirection: 'row', gap: 12, background: '#F4F7FA', borderRadius: 8, padding: '9px 16px', alignItems: 'center' }}&gt;&#10;                    &lt;Text style={{ fontSize: 15, fontWeight: 'bold', color: '#26816B', width: 96 }}&gt;工具&lt;/Text&gt;&#10;                    &lt;Text style={{ fontSize: 14, color: '#546779' }}&gt;允许调用什么，只读还是可写&lt;/Text&gt;&#10;                &lt;/Box&gt;&#10;                &lt;Box style={{ flexDirection: 'row', gap: 12, background: '#F4F7FA', borderRadius: 8, padding: '9px 16px', alignItems: 'center' }}&gt;&#10;                    &lt;Text style={{ fontSize: 15, fontWeight: 'bold', color: '#26816B', width: 96 }}&gt;输出合同&lt;/Text&gt;&#10;                    &lt;Text style={{ fontSize: 14, color: '#546779' }}&gt;交付物写成什么、放在哪个文件&lt;/Text&gt;&#10;                &lt;/Box&gt;&#10;                &lt;Box style={{ flexDirection: 'row', gap: 12, background: '#F4F7FA', borderRadius: 8, padding: '9px 16px', alignItems: 'center' }}&gt;&#10;                    &lt;Text style={{ fontSize: 15, fontWeight: 'bold', color: '#26816B', width: 96 }}&gt;结束条件&lt;/Text&gt;&#10;                    &lt;Text style={{ fontSize: 14, color: '#546779' }}&gt;什么算完成，什么情况必须停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先判断是否值得拆分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先问拆分换来了什么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09600" y="207645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800100" y="220980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71550" y="2276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一句「请三位专家讨论」，不自动建立任何边界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458325" y="2286000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可以复用同一个模型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" y="2819400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什么时候才算值得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318135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762000" y="32956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914400" y="32956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减少遗漏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14400" y="35147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两个角色盯不同风险，互相补位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390525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762000" y="40195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隔离上下文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14400" y="42386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各看各的材料，不被无关信息干扰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4629150"/>
            <a:ext cx="4762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762000" y="47434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914400" y="4743450"/>
            <a:ext cx="1733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缩短独立等待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14400" y="496252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两个审阅互不依赖，可以并行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5676900" y="2819400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每个角色须签订的五件事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5676900" y="3181350"/>
            <a:ext cx="5905500" cy="3429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829300" y="32670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858000" y="32766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要检查的是什么，交付给谁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5676900" y="3638550"/>
            <a:ext cx="5905500" cy="3429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829300" y="37242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858000" y="37338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看得见哪几个文件，看不到什么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5676900" y="4095750"/>
            <a:ext cx="5905500" cy="3429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829300" y="41814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858000" y="41910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允许调用什么，只读还是可写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5676900" y="4552950"/>
            <a:ext cx="5905500" cy="3429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5829300" y="46386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输出合同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858000" y="46482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交付物写成什么、放在哪个文件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676900" y="5010150"/>
            <a:ext cx="5905500" cy="3429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829300" y="50958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结束条件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858000" y="51054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什么算完成，什么情况必须停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68" name="" descr="&lt;Slide notes={`这里的并行关系要看清。最左边是输入包：候选、材料、校验报告，必要时再附一份待审查的方案说明，而且它先经过了本地校验。&#10;&#10;中间两个审阅角色并列。资料核对员看约束、来源和缺口，表达审查员看表述和证据对不对得上。它们拿到的是同一份材料，但各自的指令、上下文和输出文件独立，所以能同时开始，不用互相等。&#10;&#10;两份审阅都交回来，才进入汇总，由汇总员生成 team-report.md。&#10;&#10;下面那条是失败边界：某个审阅在请求或响应处理环节没完成，就中止本次汇总。注意这是执行失败，不是审查员发现了业务问题——正常返回的批评意见反而应该进入汇总。整条成功路线固定三次模型调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1　先判断是否值得拆分&lt;/Text&gt;&#10;            &lt;Text style={{ fontSize: 34, fontWeight: 'bold', color: '#20344B' }}&gt;两个并行审阅，一次统一汇总&lt;/Text&gt;&#10;        &lt;/Box&gt;&#10;    &lt;/Box&gt;&#10;&#10;    &lt;Box style={{ height: 540, flexDirection: 'column', justifyContent: 'center', gap: 14 }}&gt;&#10;&#10;        &lt;Box style={{ flexDirection: 'row', alignItems: 'center', gap: 12 }}&gt;&#10;            &lt;Box style={{ width: 3, height: 24, background: '#276FBF' }} /&gt;&#10;            &lt;Text style={{ fontSize: 16, color: '#546779' }}&gt;同一输入包，独立调用；汇总必须等待两份审阅&lt;/Text&gt;&#10;        &lt;/Box&gt;&#10;&#10;        &lt;Box style={{ flexDirection: 'row', alignItems: 'center', justifyContent: 'center' }}&gt;&#10;&#10;            &lt;Box style={{ width: 300, height: 260, background: '#EDF4FC', borderRadius: 8, padding: '16px 18px', flexDirection: 'column', gap: 8, justifyContent: 'center' }}&gt;&#10;                &lt;Text style={{ fontSize: 20, fontWeight: 'bold', color: '#276FBF' }}&gt;输入包&lt;/Text&gt;&#10;                &lt;Text style={{ fontSize: 14, color: '#546779', lineHeight: 1.6 }}&gt;先通过本地校验{'\n'}同一候选、材料{'\n'}与校验报告&lt;/Text&gt;&#10;                &lt;Box style={{ height: 1, background: '#B5C7D8' }} /&gt;&#10;                &lt;Text style={{ fontSize: 14, color: '#546779', lineHeight: 1.6 }}&gt;可附待审查的{'\n'}方案说明&lt;/Text&gt;&#10;            &lt;/Box&gt;&#10;&#10;            &lt;Box style={{ width: 44, height: 260, justifyContent: 'center', alignItems: 'center' }}&gt;&lt;Text style={{ fontSize: 26, color: '#276FBF' }}&gt;›&lt;/Text&gt;&lt;/Box&gt;&#10;&#10;            &lt;Box style={{ width: 340, flexDirection: 'column', gap: 12 }}&gt;&#10;                &lt;Box style={{ width: 340, height: 124, background: '#EDF4FC', borderRadius: 8, padding: '14px 16px', flexDirection: 'column', gap: 6, justifyContent: 'center' }}&gt;&#10;                    &lt;Text style={{ fontSize: 20, fontWeight: 'bold', color: '#276FBF' }}&gt;资料核对员&lt;/Text&gt;&#10;                    &lt;Text style={{ fontSize: 14, color: '#546779', lineHeight: 1.6 }}&gt;检查约束、来源与缺口{'\n'}独立调用，可与右侧并行&lt;/Text&gt;&#10;                &lt;/Box&gt;&#10;                &lt;Box style={{ width: 340, height: 124, background: '#EDF4FC', borderRadius: 8, padding: '14px 16px', flexDirection: 'column', gap: 6, justifyContent: 'center' }}&gt;&#10;                    &lt;Text style={{ fontSize: 20, fontWeight: 'bold', color: '#276FBF' }}&gt;表达审查员&lt;/Text&gt;&#10;                    &lt;Text style={{ fontSize: 14, color: '#546779', lineHeight: 1.6 }}&gt;检查表述与证据是否相符{'\n'}独立调用，可与左侧并行&lt;/Text&gt;&#10;                &lt;/Box&gt;&#10;            &lt;/Box&gt;&#10;&#10;            &lt;Box style={{ width: 44, height: 260, justifyContent: 'center', alignItems: 'center' }}&gt;&lt;Text style={{ fontSize: 26, color: '#26816B' }}&gt;›&lt;/Text&gt;&lt;/Box&gt;&#10;&#10;            &lt;Box style={{ width: 300, height: 260, flexDirection: 'column', gap: 12 }}&gt;&#10;                &lt;Box style={{ width: 300, height: 72, background: '#F4F7FA', borderRadius: 8, padding: '12px 16px', flexDirection: 'column', gap: 4, justifyContent: 'center' }}&gt;&#10;                    &lt;Text style={{ fontSize: 17, fontWeight: 'bold', color: '#20344B' }}&gt;等待两份审阅&lt;/Text&gt;&#10;                    &lt;Text style={{ fontSize: 14, color: '#546779' }}&gt;各自上下文、各自输出文件&lt;/Text&gt;&#10;                &lt;/Box&gt;&#10;                &lt;Box style={{ width: 300, height: 28, justifyContent: 'center', alignItems: 'center' }}&gt;&lt;Text style={{ fontSize: 18, color: '#26816B' }}&gt;↓&lt;/Text&gt;&lt;/Box&gt;&#10;                &lt;Box style={{ width: 300, height: 136, background: '#ECF7F2', borderRadius: 8, padding: '14px 16px', flexDirection: 'column', gap: 6, justifyContent: 'center' }}&gt;&#10;                    &lt;Text style={{ fontSize: 20, fontWeight: 'bold', color: '#26816B' }}&gt;汇总员&lt;/Text&gt;&#10;                    &lt;Text style={{ fontSize: 14, color: '#546779', lineHeight: 1.6 }}&gt;两份审阅均完成{'\n'}才返回并汇总{'\n'}生成 team-report.md&lt;/Text&gt;&#10;                &lt;/Box&gt;&#10;            &lt;/Box&gt;&#10;&#10;        &lt;/Box&gt;&#10;&#10;        &lt;Box style={{ flexDirection: 'row', alignItems: 'center', gap: 16 }}&gt;&#10;            &lt;Box style={{ width: 700, height: 60, background: '#FFF4E6', borderRadius: 8, padding: '10px 18px', flexDirection: 'column', gap: 3, justifyContent: 'center' }}&gt;&#10;                &lt;Text style={{ fontSize: 16, fontWeight: 'bold', color: '#CB6B28' }}&gt;任一审阅执行失败　→　中止本次汇总&lt;/Text&gt;&#10;                &lt;Text style={{ fontSize: 14, color: '#546779' }}&gt;指请求、响应处理未完成，不是审查员发现了业务问题&lt;/Text&gt;&#10;            &lt;/Box&gt;&#10;            &lt;Box style={{ flex: 1, height: 60, background: '#EDF4FC', borderRadius: 8, padding: '10px 18px', flexDirection: 'column', gap: 3, justifyContent: 'center' }}&gt;&#10;                &lt;Text style={{ fontSize: 15, fontWeight: 'bold', color: '#276FBF' }}&gt;完整成功路线&lt;/Text&gt;&#10;                &lt;Text style={{ fontSize: 14, color: '#546779' }}&gt;固定三次模型调用；不动态扩张团队，不并写同一候选文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先判断是否值得拆分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两个并行审阅，一次统一汇总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1943100"/>
            <a:ext cx="28575" cy="228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52475" y="196215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同一输入包，独立调用；汇总必须等待两份审阅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1200150" y="2305050"/>
            <a:ext cx="2857500" cy="2476500"/>
          </a:xfrm>
          <a:prstGeom prst="roundRect">
            <a:avLst>
              <a:gd name="adj" fmla="val 30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371600" y="2667000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输入包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371600" y="2971800"/>
            <a:ext cx="25146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先通过本地校验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同一候选、材料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与校验报告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1371600" y="3819525"/>
            <a:ext cx="25146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371600" y="3905250"/>
            <a:ext cx="25146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可附待审查的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方案说明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229100" y="3390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4476750" y="2305050"/>
            <a:ext cx="323850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629150" y="24955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资料核对员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629150" y="2781300"/>
            <a:ext cx="29337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检查约束、来源与缺口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独立调用，可与右侧并行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4476750" y="3600450"/>
            <a:ext cx="323850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629150" y="37909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表达审查员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629150" y="4076700"/>
            <a:ext cx="29337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检查表述与证据是否相符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独立调用，可与左侧并行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886700" y="3390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134350" y="2305050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286750" y="2447925"/>
            <a:ext cx="255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等待两份审阅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286750" y="268605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各自上下文、各自输出文件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525000" y="31337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8134350" y="3486150"/>
            <a:ext cx="2857500" cy="129540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286750" y="36099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汇总员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286750" y="3895725"/>
            <a:ext cx="25527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两份审阅均完成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才返回并汇总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生成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team-report.md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4914900"/>
            <a:ext cx="6667500" cy="571500"/>
          </a:xfrm>
          <a:prstGeom prst="roundRect">
            <a:avLst>
              <a:gd name="adj" fmla="val 1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81050" y="5010150"/>
            <a:ext cx="632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任一审阅执行失败　→　中止本次汇总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81050" y="5229225"/>
            <a:ext cx="632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指请求、响应处理未完成，不是审查员发现了业务问题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429500" y="4914900"/>
            <a:ext cx="41529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600950" y="50196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完整成功路线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600950" y="52197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固定三次模型调用；不动态扩张团队，不并写同一候选文件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notes={`三个角色各看什么、交什么、不碰什么，最好一开始就写清楚，否则汇总时才发现口径打架。&#10;&#10;资料核对员的输入是同一份材料、候选、校验报告和可选说明，交回来的是带来源的约束核对与缺口。它有一条明确的禁区：不替换原始预约记录。&#10;&#10;表达审查员的输入和它一样，只是侧重表述与依据，回来说的是哪些表述需要补充依据。它不能宣告房间已被预订，那是业务动作，不属于它的权限。&#10;&#10;汇总员吃的是原输入包加上前两份审阅意见，产出 team-report.md，但不自行改写已经验收的排期。这三条禁区其实都在说同一件事：审阅角色只能提意见，不能替业务做决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1　先判断是否值得拆分&lt;/Text&gt;&#10;            &lt;Text style={{ fontSize: 34, fontWeight: 'bold', color: '#20344B' }}&gt;三个角色各交什么，不负责什么&lt;/Text&gt;&#10;        &lt;/Box&gt;&#10;    &lt;/Box&gt;&#10;&#10;    &lt;Box style={{ height: 540, flexDirection: 'column', justifyContent: 'center', gap: 14 }}&gt;&#10;&#10;        &lt;Box style={{ flexDirection: 'row', alignItems: 'center' }}&gt;&#10;            &lt;Box style={{ width: 440, flexDirection: 'row', gap: 10 }}&gt;&#10;                &lt;Text style={{ fontSize: 15, fontWeight: 'bold', color: '#276FBF' }}&gt;角色与输入&lt;/Text&gt;&#10;            &lt;/Box&gt;&#10;            &lt;Box style={{ width: 32 }} /&gt;&#10;            &lt;Box style={{ width: 400 }}&gt;&lt;Text style={{ fontSize: 15, fontWeight: 'bold', color: '#26816B' }}&gt;交付物&lt;/Text&gt;&lt;/Box&gt;&#10;            &lt;Box style={{ width: 16 }} /&gt;&#10;            &lt;Box style={{ width: 244 }}&gt;&lt;Text style={{ fontSize: 15, fontWeight: 'bold', color: '#CB6B28' }}&gt;不负责的事项&lt;/Text&gt;&lt;/Box&gt;&#10;        &lt;/Box&gt;&#10;&#10;        &lt;Box style={{ flexDirection: 'row', alignItems: 'center' }}&gt;&#10;            &lt;Box style={{ width: 440, height: 140, background: '#EDF4FC', borderRadius: 8, padding: '14px 16px', flexDirection: 'column', gap: 6, justifyContent: 'center' }}&gt;&#10;                &lt;Text style={{ fontSize: 20, fontWeight: 'bold', color: '#276FBF' }}&gt;资料核对员&lt;/Text&gt;&#10;                &lt;Text style={{ fontSize: 14, color: '#546779', lineHeight: 1.55 }}&gt;同一份材料、候选、校验报告与可选说明&lt;/Text&gt;&#10;            &lt;/Box&gt;&#10;            &lt;Box style={{ width: 32 }} /&gt;&#10;            &lt;Box style={{ width: 400, height: 140, background: '#ECF7F2', borderRadius: 8, padding: '14px 16px', flexDirection: 'column', gap: 6, justifyContent: 'center' }}&gt;&#10;                &lt;Text style={{ fontSize: 15, fontWeight: 'bold', color: '#26816B' }}&gt;带来源的约束核对与缺口&lt;/Text&gt;&#10;                &lt;Text style={{ fontSize: 14, color: '#546779', lineHeight: 1.55 }}&gt;每条核对结论都要能回到具体来源&lt;/Text&gt;&#10;            &lt;/Box&gt;&#10;            &lt;Box style={{ width: 16 }} /&gt;&#10;            &lt;Box style={{ width: 244, height: 140, background: '#FFF4E6', borderRadius: 8, padding: '14px 16px', flexDirection: 'column', gap: 6, justifyContent: 'center' }}&gt;&#10;                &lt;Text style={{ fontSize: 15, fontWeight: 'bold', color: '#CB6B28' }}&gt;不替换原始预约记录&lt;/Text&gt;&#10;                &lt;Text style={{ fontSize: 14, color: '#546779', lineHeight: 1.55 }}&gt;只核对，不改写事实&lt;/Text&gt;&#10;            &lt;/Box&gt;&#10;        &lt;/Box&gt;&#10;&#10;        &lt;Box style={{ flexDirection: 'row', alignItems: 'center' }}&gt;&#10;            &lt;Box style={{ width: 440, height: 140, background: '#EDF4FC', borderRadius: 8, padding: '14px 16px', flexDirection: 'column', gap: 6, justifyContent: 'center' }}&gt;&#10;                &lt;Text style={{ fontSize: 20, fontWeight: 'bold', color: '#276FBF' }}&gt;表达审查员&lt;/Text&gt;&#10;                &lt;Text style={{ fontSize: 14, color: '#546779', lineHeight: 1.55 }}&gt;同上，侧重表述与依据&lt;/Text&gt;&#10;            &lt;/Box&gt;&#10;            &lt;Box style={{ width: 32 }} /&gt;&#10;            &lt;Box style={{ width: 400, height: 140, background: '#ECF7F2', borderRadius: 8, padding: '14px 16px', flexDirection: 'column', gap: 6, justifyContent: 'center' }}&gt;&#10;                &lt;Text style={{ fontSize: 15, fontWeight: 'bold', color: '#26816B' }}&gt;哪些表述需要补充依据&lt;/Text&gt;&#10;                &lt;Text style={{ fontSize: 14, color: '#546779', lineHeight: 1.55 }}&gt;指出言之无据的句子，不替它补理由&lt;/Text&gt;&#10;            &lt;/Box&gt;&#10;            &lt;Box style={{ width: 16 }} /&gt;&#10;            &lt;Box style={{ width: 244, height: 140, background: '#FFF4E6', borderRadius: 8, padding: '14px 16px', flexDirection: 'column', gap: 6, justifyContent: 'center' }}&gt;&#10;                &lt;Text style={{ fontSize: 15, fontWeight: 'bold', color: '#CB6B28' }}&gt;不宣告房间已被预订&lt;/Text&gt;&#10;                &lt;Text style={{ fontSize: 14, color: '#546779', lineHeight: 1.55 }}&gt;业务动作不属于审阅权限&lt;/Text&gt;&#10;            &lt;/Box&gt;&#10;        &lt;/Box&gt;&#10;&#10;        &lt;Box style={{ flexDirection: 'row', alignItems: 'center' }}&gt;&#10;            &lt;Box style={{ width: 440, height: 140, background: '#EDF4FC', borderRadius: 8, padding: '14px 16px', flexDirection: 'column', gap: 6, justifyContent: 'center' }}&gt;&#10;                &lt;Text style={{ fontSize: 20, fontWeight: 'bold', color: '#276FBF' }}&gt;汇总员&lt;/Text&gt;&#10;                &lt;Text style={{ fontSize: 14, color: '#546779', lineHeight: 1.55 }}&gt;原输入包与前两份审阅意见&lt;/Text&gt;&#10;            &lt;/Box&gt;&#10;            &lt;Box style={{ width: 32 }} /&gt;&#10;            &lt;Box style={{ width: 400, height: 140, background: '#ECF7F2', borderRadius: 8, padding: '14px 16px', flexDirection: 'column', gap: 6, justifyContent: 'center' }}&gt;&#10;                &lt;Text style={{ fontSize: 15, fontWeight: 'bold', color: '#26816B' }}&gt;team-report.md&lt;/Text&gt;&#10;                &lt;Text style={{ fontSize: 14, color: '#546779', lineHeight: 1.55 }}&gt;唯一写最终报告的步骤&lt;/Text&gt;&#10;            &lt;/Box&gt;&#10;            &lt;Box style={{ width: 16 }} /&gt;&#10;            &lt;Box style={{ width: 244, height: 140, background: '#FFF4E6', borderRadius: 8, padding: '14px 16px', flexDirection: 'column', gap: 6, justifyContent: 'center' }}&gt;&#10;                &lt;Text style={{ fontSize: 15, fontWeight: 'bold', color: '#CB6B28' }}&gt;不自行改写已验收的排期&lt;/Text&gt;&#10;                &lt;Text style={{ fontSize: 14, color: '#546779', lineHeight: 1.55 }}&gt;汇总不等于重做决定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先判断是否值得拆分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三个角色各交什么，不负责什么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角色与输入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5105400" y="14287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067800" y="14287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不负责的事项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1733550"/>
            <a:ext cx="4191000" cy="133350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62000" y="213360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资料核对员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762000" y="241935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同一份材料、候选、校验报告与可选说明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5105400" y="173355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257800" y="2162175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带来源的约束核对与缺口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257800" y="2390775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每条核对结论都要能回到具体来源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9067800" y="1733550"/>
            <a:ext cx="2324100" cy="133350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220200" y="21621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不替换原始预约记录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220200" y="239077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只核对，不改写事实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09600" y="3200400"/>
            <a:ext cx="4191000" cy="133350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62000" y="360045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表达审查员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62000" y="388620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同上，侧重表述与依据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5105400" y="320040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257800" y="3629025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哪些表述需要补充依据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257800" y="3857625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指出言之无据的句子，不替它补理由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9067800" y="3200400"/>
            <a:ext cx="2324100" cy="133350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9220200" y="362902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不宣告房间已被预订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9220200" y="38576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业务动作不属于审阅权限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609600" y="4667250"/>
            <a:ext cx="4191000" cy="133350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62000" y="506730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汇总员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62000" y="535305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原输入包与前两份审阅意见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5105400" y="466725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257800" y="5095875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team-report.md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5257800" y="5324475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唯一写最终报告的步骤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9067800" y="4667250"/>
            <a:ext cx="2324100" cy="133350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9220200" y="50958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不自行改写已验收的排期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9220200" y="532447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汇总不等于重做决定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40" name="" descr="&lt;Slide notes={`这里要分清楚两种&quot;失败&quot;，它们的意思完全不同。&#10;&#10;一种是执行失败：请求没发出去，或者响应没有正常处理完。这时候这次汇总就该停下来，因为输入不完整，硬凑出的报告没有意义。&#10;&#10;另一种是审查员在正常返回的情况下提出了批评意见。这不但不是失败，反而是我们要的东西，它必须进入汇总。&#10;&#10;两位审查员收到的是同一份材料，但各自的指令、上下文和输出文件是独立的，所以它们可能从不同角度发现问题，也可能重复。汇总员要做的是把这些意见整理清楚，而不是替它们做决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1　先判断是否值得拆分&lt;/Text&gt;&#10;            &lt;Text style={{ fontSize: 34, fontWeight: 'bold', color: '#20344B' }}&gt;执行失败不等于发现业务问题&lt;/Text&gt;&#10;        &lt;/Box&gt;&#10;    &lt;/Box&gt;&#10;&#10;    &lt;Box style={{ height: 540, flexDirection: 'column', justifyContent: 'center', gap: 18 }}&gt;&#10;&#10;        &lt;Box style={{ flexDirection: 'row', alignItems: 'center', gap: 24, background: '#FFF4E6', borderRadius: 12, padding: '22px 26px' }}&gt;&#10;            &lt;Box style={{ width: 4, height: 92, background: '#CB6B28' }} /&gt;&#10;            &lt;Box style={{ flexDirection: 'column', gap: 6 }}&gt;&#10;                &lt;Text style={{ fontSize: 26, fontWeight: 'bold', color: '#CB6B28' }}&gt;执行失败&lt;/Text&gt;&#10;                &lt;Text style={{ fontSize: 16, color: '#546779' }}&gt;请求、响应处理等环节未能完成&lt;/Text&gt;&#10;            &lt;/Box&gt;&#10;            &lt;Box style={{ flex: 1 }} /&gt;&#10;            &lt;Box style={{ flexDirection: 'row', alignItems: 'center', gap: 12 }}&gt;&#10;                &lt;Text style={{ fontSize: 15, color: '#546779' }}&gt;中止本次汇总&lt;/Text&gt;&#10;                &lt;Text style={{ fontSize: 18, color: '#CB6B28' }}&gt;→&lt;/Text&gt;&#10;                &lt;Box style={{ width: 110, height: 46, background: '#CB6B28', borderRadius: 8, justifyContent: 'center', alignItems: 'center' }}&gt;&#10;                    &lt;Text style={{ fontSize: 16, fontWeight: 'bold', color: '#FFFFFF' }}&gt;停在这里&lt;/Text&gt;&#10;                &lt;/Box&gt;&#10;            &lt;/Box&gt;&#10;        &lt;/Box&gt;&#10;&#10;        &lt;Box style={{ flexDirection: 'row', gap: 16 }}&gt;&#10;            &lt;Box style={{ flex: 1, height: 118, background: '#ECF7F2', borderRadius: 8, padding: '14px 16px', flexDirection: 'column', gap: 6, justifyContent: 'center' }}&gt;&#10;                &lt;Text style={{ fontSize: 17, fontWeight: 'bold', color: '#26816B' }}&gt;正常返回的批评意见&lt;/Text&gt;&#10;                &lt;Text style={{ fontSize: 14, color: '#546779', lineHeight: 1.55 }}&gt;这是审查的产物，不是失败，应进入汇总&lt;/Text&gt;&#10;            &lt;/Box&gt;&#10;            &lt;Box style={{ flex: 1, height: 118, background: '#EDF4FC', borderRadius: 8, padding: '14px 16px', flexDirection: 'column', gap: 6, justifyContent: 'center' }}&gt;&#10;                &lt;Text style={{ fontSize: 17, fontWeight: 'bold', color: '#276FBF' }}&gt;两位审查员收到相同材料&lt;/Text&gt;&#10;                &lt;Text style={{ fontSize: 14, color: '#546779', lineHeight: 1.55 }}&gt;输入一致，才谈得上比较两人的结论&lt;/Text&gt;&#10;            &lt;/Box&gt;&#10;            &lt;Box style={{ flex: 1, height: 118, background: '#EDF4FC', borderRadius: 8, padding: '14px 16px', flexDirection: 'column', gap: 6, justifyContent: 'center' }}&gt;&#10;                &lt;Text style={{ fontSize: 17, fontWeight: 'bold', color: '#276FBF' }}&gt;但上下文各自独立&lt;/Text&gt;&#10;                &lt;Text style={{ fontSize: 14, color: '#546779', lineHeight: 1.55 }}&gt;指令、上下文与输出文件互不共享&lt;/Text&gt;&#10;            &lt;/Box&gt;&#10;        &lt;/Box&gt;&#10;&#10;        &lt;Box style={{ flexDirection: 'row', alignItems: 'center', gap: 16, background: '#F4F7FA', borderRadius: 10, padding: '14px 20px' }}&gt;&#10;            &lt;Box style={{ width: 4, height: 42, background: '#276FBF' }} /&gt;&#10;            &lt;Box style={{ flexDirection: 'column', gap: 3 }}&gt;&#10;                &lt;Text style={{ fontSize: 16, fontWeight: 'bold', color: '#276FBF' }}&gt;完整成功路线：固定三次模型调用&lt;/Text&gt;&#10;                &lt;Text style={{ fontSize: 14, color: '#546779' }}&gt;两次独立审阅加一次汇总；不动态扩张团队，也不并写同一候选文件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先判断是否值得拆分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执行失败不等于发现业务问题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2000250"/>
            <a:ext cx="10972800" cy="1295400"/>
          </a:xfrm>
          <a:prstGeom prst="roundRect">
            <a:avLst>
              <a:gd name="adj" fmla="val 88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6" name=""/>
          <p:cNvSpPr/>
          <p:nvPr/>
        </p:nvSpPr>
        <p:spPr>
          <a:xfrm rot="0" flipH="0" flipV="0">
            <a:off x="857250" y="2209800"/>
            <a:ext cx="38100" cy="876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23950" y="2371725"/>
            <a:ext cx="2133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执行失败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123950" y="27336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请求、响应处理等环节未能完成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029700" y="25622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中止本次汇总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0001250" y="25431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10287000" y="2428875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0506075" y="2552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停在这里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09600" y="3467100"/>
            <a:ext cx="3552825" cy="1123950"/>
          </a:xfrm>
          <a:prstGeom prst="roundRect">
            <a:avLst>
              <a:gd name="adj" fmla="val 678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62000" y="3771900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正常返回的批评意见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762000" y="40290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这是审查的产物，不是失败，应进入汇总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4314825" y="34671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4467225" y="377190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两位审查员收到相同材料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4467225" y="40290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输入一致，才谈得上比较两人的结论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8029575" y="3467100"/>
            <a:ext cx="3552825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181975" y="3771900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但上下文各自独立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181975" y="4029075"/>
            <a:ext cx="32480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指令、上下文与输出文件互不共享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4762500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800100" y="4895850"/>
            <a:ext cx="38100" cy="400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90600" y="490537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完整成功路线：固定三次模型调用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990600" y="5124450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两次独立审阅加一次汇总；不动态扩张团队，也不并写同一候选文件。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68" name="" descr="&lt;Slide notes={`现在把这三个角色真正跑起来。&#10;&#10;好消息是不需要额外安装协作框架。配套脚本直接使用多次 Responses 调用：先用本地校验器检查给定的排期，再把同一份输入分别交给两个角色，最后由一个调用汇总。&#10;&#10;这里用的排期是人工编写的参考排期，目的只有一个，就是把&quot;协作审阅&quot;这个变量单独隔离出来。它绝不表示模型已经成功生成了排期，这一点千万别读错。&#10;&#10;脚本会进行两次独立审阅和一次汇总，总共三次真实调用，会产生费用。角色之间没有隐式的共享聊天记录，各自保存各自的输出。&#10;&#10;先写清角色合同，再去选框架。框架的名字，替代不了权限、错误处理和验收规则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2.12.2&lt;/Text&gt;&#10;        &lt;/Box&gt;&#10;&#10;        &lt;Text style={{ fontSize: 56, fontWeight: 'bold', color: '#20344B', lineHeight: 1.15 }}&gt;用 OpenAI API 实现最小分工&lt;/Text&gt;&#10;&#10;        &lt;Box style={{ width: 640, height: 4, background: '#276FBF' }} /&gt;&#10;&#10;        &lt;Text style={{ fontSize: 19, color: '#546779', lineHeight: 1.7 }}&gt;普通 Responses 调用就够组织固定分工，先明确角色合同，再选择框架。&lt;/Text&gt;&#10;&#10;        &lt;Box style={{ marginTop: 8, flexDirection: 'row', gap: 16 }}&gt;&#10;            &lt;Box style={{ width: 330, height: 56, background: '#EDF4FC', borderRadius: 8, justifyContent: 'center', alignItems: 'center' }}&gt;&#10;                &lt;Text style={{ fontSize: 17, fontWeight: 'bold', color: '#276FBF' }}&gt;两次独立审阅&lt;/Text&gt;&#10;            &lt;/Box&gt;&#10;            &lt;Box style={{ width: 330, height: 56, background: '#EDF4FC', borderRadius: 8, justifyContent: 'center', alignItems: 'center' }}&gt;&#10;                &lt;Text style={{ fontSize: 17, fontWeight: 'bold', color: '#276FBF' }}&gt;一个输入包&lt;/Text&gt;&#10;            &lt;/Box&gt;&#10;            &lt;Box style={{ width: 330, height: 56, background: '#ECF7F2', borderRadius: 8, justifyContent: 'center', alignItems: 'center' }}&gt;&#10;                &lt;Text style={{ fontSize: 17, fontWeight: 'bold', color: '#26816B' }}&gt;一次统一汇总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2.12.2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实现最小分工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普通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调用就够组织固定分工，先明确角色合同，再选择框架。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096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695450" y="48863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两次独立审阅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390525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076825" y="4886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一个输入包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72009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286750" y="48863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一次统一汇总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84" name="" descr="&lt;Slide notes={`脚本的核心结构其实很短，但它把两件事分得很干净。&#10;&#10;左边是两次独立审阅。程序用一个线程池同时发起两个角色的调用，每个角色都自己构造指令和输入，用独立的客户端，返回的内容也写进各自的文件。角色之间没有隐式共享的聊天记录，所以它们的判断是彼此独立得出的。&#10;&#10;右边是那一次汇总。必须等所有审阅都完成，才进入汇总步骤；只要有一个任务失败，整个交付就中止。整个程序里，只有汇总这一步会写最终报告。&#10;&#10;命令只有一个参数，就是已有的排期文件。这份参考排期由人工编写，用来隔离学习变量，它不代表模型已经成功生成过排期。两次审阅加一次汇总都是真实调用，会产生费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2　用 OpenAI API 实现最小分工&lt;/Text&gt;&#10;            &lt;Text style={{ fontSize: 34, fontWeight: 'bold', color: '#20344B' }}&gt;最小分工的程序结构&lt;/Text&gt;&#10;        &lt;/Box&gt;&#10;    &lt;/Box&gt;&#10;&#10;    &lt;Box style={{ height: 540, flexDirection: 'column', justifyContent: 'center', gap: 16 }}&gt;&#10;&#10;        &lt;Box style={{ flexDirection: 'row', alignItems: 'center', gap: 12 }}&gt;&#10;            &lt;Box style={{ width: 3, height: 24, background: '#276FBF' }} /&gt;&#10;            &lt;Text style={{ fontSize: 16, color: '#546779' }}&gt;先用本地校验器检查给定排期，再把同一份输入分别交给两个角色&lt;/Text&gt;&#10;        &lt;/Box&gt;&#10;&#10;        &lt;Box style={{ flexDirection: 'row', gap: 40 }}&gt;&#10;&#10;            &lt;Box style={{ width: 556, height: 288, background: '#EDF4FC', borderRadius: 10, padding: '18px 22px', flexDirection: 'column', gap: 10 }}&gt;&#10;                &lt;Text style={{ fontSize: 22, fontWeight: 'bold', color: '#276FBF' }}&gt;两次独立审阅&lt;/Text&gt;&#10;                &lt;Box style={{ flexDirection: 'row', gap: 10, alignItems: 'center' }}&gt;&#10;                    &lt;Box style={{ width: 4, height: 26, background: '#276FBF' }} /&gt;&#10;                    &lt;Text style={{ fontSize: 15, color: '#20344B' }}&gt;线程池同时发起两个角色的调用&lt;/Text&gt;&#10;                &lt;/Box&gt;&#10;                &lt;Box style={{ flexDirection: 'row', gap: 10, alignItems: 'center' }}&gt;&#10;                    &lt;Box style={{ width: 4, height: 26, background: '#276FBF' }} /&gt;&#10;                    &lt;Text style={{ fontSize: 15, color: '#20344B' }}&gt;每个角色构造独立的指令与输入&lt;/Text&gt;&#10;                &lt;/Box&gt;&#10;                &lt;Box style={{ flexDirection: 'row', gap: 10, alignItems: 'center' }}&gt;&#10;                    &lt;Box style={{ width: 4, height: 26, background: '#276FBF' }} /&gt;&#10;                    &lt;Text style={{ fontSize: 15, color: '#20344B' }}&gt;每个角色使用独立的客户端&lt;/Text&gt;&#10;                &lt;/Box&gt;&#10;                &lt;Box style={{ flexDirection: 'row', gap: 10, alignItems: 'center' }}&gt;&#10;                    &lt;Box style={{ width: 4, height: 26, background: '#276FBF' }} /&gt;&#10;                    &lt;Text style={{ fontSize: 15, color: '#20344B' }}&gt;返回内容写入各自的文件&lt;/Text&gt;&#10;                &lt;/Box&gt;&#10;                &lt;Box style={{ flex: 1 }} /&gt;&#10;                &lt;Text style={{ fontSize: 14, color: '#546779', lineHeight: 1.55 }}&gt;角色之间没有隐式共享的聊天记录&lt;/Text&gt;&#10;            &lt;/Box&gt;&#10;&#10;            &lt;Box style={{ width: 556, height: 288, background: '#ECF7F2', borderRadius: 10, padding: '18px 22px', flexDirection: 'column', gap: 10 }}&gt;&#10;                &lt;Text style={{ fontSize: 22, fontWeight: 'bold', color: '#26816B' }}&gt;一次统一汇总&lt;/Text&gt;&#10;                &lt;Box style={{ flexDirection: 'row', gap: 10, alignItems: 'center' }}&gt;&#10;                    &lt;Box style={{ width: 4, height: 26, background: '#26816B' }} /&gt;&#10;                    &lt;Text style={{ fontSize: 15, color: '#20344B' }}&gt;所有审阅完成后才进入汇总&lt;/Text&gt;&#10;                &lt;/Box&gt;&#10;                &lt;Box style={{ flexDirection: 'row', gap: 10, alignItems: 'center' }}&gt;&#10;                    &lt;Box style={{ width: 4, height: 26, background: '#26816B' }} /&gt;&#10;                    &lt;Text style={{ fontSize: 15, color: '#20344B' }}&gt;某个任务失败则中止本次交付&lt;/Text&gt;&#10;                &lt;/Box&gt;&#10;                &lt;Box style={{ flexDirection: 'row', gap: 10, alignItems: 'center' }}&gt;&#10;                    &lt;Box style={{ width: 4, height: 26, background: '#26816B' }} /&gt;&#10;                    &lt;Text style={{ fontSize: 15, color: '#20344B' }}&gt;只有汇总步骤写最终报告&lt;/Text&gt;&#10;                &lt;/Box&gt;&#10;                &lt;Box style={{ flexDirection: 'row', gap: 10, alignItems: 'center' }}&gt;&#10;                    &lt;Box style={{ width: 4, height: 26, background: '#26816B' }} /&gt;&#10;                    &lt;Text style={{ fontSize: 15, color: '#20344B' }}&gt;汇总吃两份审阅意见与确定性报告&lt;/Text&gt;&#10;                &lt;/Box&gt;&#10;                &lt;Box style={{ flex: 1 }} /&gt;&#10;                &lt;Text style={{ fontSize: 14, color: '#546779', lineHeight: 1.55 }}&gt;程序读取已有排期文件，不生成新排期&lt;/Text&gt;&#10;            &lt;/Box&gt;&#10;&#10;        &lt;/Box&gt;&#10;&#10;        &lt;Box style={{ flexDirection: 'row', gap: 16 }}&gt;&#10;            &lt;Box style={{ width: 760, height: 88, background: '#F4F7FA', borderRadius: 10, padding: '14px 20px', flexDirection: 'column', gap: 6, justifyContent: 'center' }}&gt;&#10;                &lt;Text style={{ fontSize: 15, color: '#546779' }}&gt;运行命令&lt;/Text&gt;&#10;                &lt;Text style={{ fontSize: 17, fontWeight: 'bold', color: '#20344B' }}&gt;python multi_agent.py fixtures/valid-schedule.json&lt;/Text&gt;&#10;            &lt;/Box&gt;&#10;            &lt;Box style={{ width: 376, height: 88, background: '#FFF4E6', borderRadius: 10, padding: '14px 20px', flexDirection: 'column', gap: 6, justifyContent: 'center' }}&gt;&#10;                &lt;Text style={{ fontSize: 15, fontWeight: 'bold', color: '#CB6B28' }}&gt;参考排期由人工编写&lt;/Text&gt;&#10;                &lt;Text style={{ fontSize: 14, color: '#546779', lineHeight: 1.5 }}&gt;不表示模型已成功生成排期；三次真实调用会产生费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0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实现最小分工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最小分工的程序结构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09600" y="1657350"/>
            <a:ext cx="28575" cy="228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52475" y="167640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先用本地校验器检查给定排期，再把同一份输入分别交给两个角色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2038350"/>
            <a:ext cx="5295900" cy="2743200"/>
          </a:xfrm>
          <a:prstGeom prst="roundRect">
            <a:avLst>
              <a:gd name="adj" fmla="val 347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19150" y="22098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两次独立审阅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819150" y="25622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52500" y="26003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线程池同时发起两个角色的调用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819150" y="29051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952500" y="29432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每个角色构造独立的指令与输入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819150" y="32480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952500" y="32861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每个角色使用独立的客户端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819150" y="35909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952500" y="36290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返回内容写入各自的文件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19150" y="435292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角色之间没有隐式共享的聊天记录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286500" y="2038350"/>
            <a:ext cx="5295900" cy="2743200"/>
          </a:xfrm>
          <a:prstGeom prst="roundRect">
            <a:avLst>
              <a:gd name="adj" fmla="val 347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496050" y="22098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一次统一汇总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496050" y="256222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629400" y="26003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所有审阅完成后才进入汇总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496050" y="290512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629400" y="294322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某个任务失败则中止本次交付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6496050" y="324802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629400" y="32861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只有汇总步骤写最终报告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496050" y="359092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629400" y="36290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汇总吃两份审阅意见与确定性报告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496050" y="4352925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程序读取已有排期文件，不生成新排期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609600" y="4933950"/>
            <a:ext cx="72390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00100" y="5143500"/>
            <a:ext cx="685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运行命令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00100" y="5372100"/>
            <a:ext cx="685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python multi_agent.py fixtures/valid-schedule.json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8001000" y="4933950"/>
            <a:ext cx="35814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191500" y="5114925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参考排期由人工编写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191500" y="5343525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不表示模型已成功生成排期；三次真实调用会产生费用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notes={`有一个问题经常被忽略：两个角色如果同时去改同一个文件，会发生什么。&#10;&#10;程序里每个角色都构造独立的指令和输入，用独立的客户端，返回的内容写进不同的文件。这不是多此一举，而是为了保证两次审阅互不干扰。&#10;&#10;一旦两个角色同时修改同一个 schedule.json，就会出现覆盖——后写的盖掉先写的；或者产生混合版本——文件里两种口径搅在一起，谁也说不清哪一条是谁写的。这属于文件协调问题，在多角色之间加一句&quot;请合作&quot;，并不能解决它。&#10;&#10;办法是分配输出文件：各写各的，只有汇总步骤写最终报告。程序把这件事写进结构里，就不依赖角色自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2　用 OpenAI API 实现最小分工&lt;/Text&gt;&#10;            &lt;Text style={{ fontSize: 34, fontWeight: 'bold', color: '#20344B' }}&gt;独立上下文与独立输出文件&lt;/Text&gt;&#10;        &lt;/Box&gt;&#10;    &lt;/Box&gt;&#10;&#10;    &lt;Box style={{ height: 540, flexDirection: 'row', alignItems: 'center', gap: 32 }}&gt;&#10;&#10;        &lt;Box style={{ width: 504, flexDirection: 'column', gap: 14 }}&gt;&#10;            &lt;Text style={{ fontSize: 22, fontWeight: 'bold', color: '#276FBF' }}&gt;每个角色独立走一遍&lt;/Text&gt;&#10;            &lt;Box style={{ flexDirection: 'column', gap: 6, background: '#EDF4FC', borderRadius: 8, padding: '14px 18px' }}&gt;&#10;                &lt;Text style={{ fontSize: 16, fontWeight: 'bold', color: '#20344B' }}&gt;独立指令与输入&lt;/Text&gt;&#10;                &lt;Text style={{ fontSize: 14, color: '#546779', lineHeight: 1.5 }}&gt;每个角色自己构造要看的材料与要求&lt;/Text&gt;&#10;            &lt;/Box&gt;&#10;            &lt;Box style={{ flexDirection: 'column', gap: 6, background: '#EDF4FC', borderRadius: 8, padding: '14px 18px' }}&gt;&#10;                &lt;Text style={{ fontSize: 16, fontWeight: 'bold', color: '#20344B' }}&gt;独立客户端&lt;/Text&gt;&#10;                &lt;Text style={{ fontSize: 14, color: '#546779', lineHeight: 1.5 }}&gt;没有隐式共享的聊天记录&lt;/Text&gt;&#10;            &lt;/Box&gt;&#10;            &lt;Box style={{ flexDirection: 'column', gap: 6, background: '#EDF4FC', borderRadius: 8, padding: '14px 18px' }}&gt;&#10;                &lt;Text style={{ fontSize: 16, fontWeight: 'bold', color: '#20344B' }}&gt;独立输出文件&lt;/Text&gt;&#10;                &lt;Text style={{ fontSize: 14, color: '#546779', lineHeight: 1.5 }}&gt;审阅结果各写各的，只有汇总写最终报告&lt;/Text&gt;&#10;            &lt;/Box&gt;&#10;        &lt;/Box&gt;&#10;&#10;        &lt;Box style={{ width: 616, flexDirection: 'column', gap: 14 }}&gt;&#10;            &lt;Text style={{ fontSize: 22, fontWeight: 'bold', color: '#CB6B28' }}&gt;并写同一个文件会怎样&lt;/Text&gt;&#10;            &lt;Box style={{ flexDirection: 'row', gap: 12, background: '#FFF4E6', borderRadius: 8, padding: '14px 18px', alignItems: 'center' }}&gt;&#10;                &lt;Box style={{ width: 4, height: 44, background: '#CB6B28' }} /&gt;&#10;                &lt;Box style={{ flexDirection: 'column', gap: 3 }}&gt;&#10;                    &lt;Text style={{ fontSize: 16, fontWeight: 'bold', color: '#CB6B28' }}&gt;覆盖&lt;/Text&gt;&#10;                    &lt;Text style={{ fontSize: 14, color: '#546779' }}&gt;后写入的版本盖掉先写入的&lt;/Text&gt;&#10;                &lt;/Box&gt;&#10;            &lt;/Box&gt;&#10;            &lt;Box style={{ flexDirection: 'row', gap: 12, background: '#FFF4E6', borderRadius: 8, padding: '14px 18px', alignItems: 'center' }}&gt;&#10;                &lt;Box style={{ width: 4, height: 44, background: '#CB6B28' }} /&gt;&#10;                &lt;Box style={{ flexDirection: 'column', gap: 3 }}&gt;&#10;                    &lt;Text style={{ fontSize: 16, fontWeight: 'bold', color: '#CB6B28' }}&gt;混合版本&lt;/Text&gt;&#10;                    &lt;Text style={{ fontSize: 14, color: '#546779' }}&gt;同一个文件里留下两种口径&lt;/Text&gt;&#10;                &lt;/Box&gt;&#10;            &lt;/Box&gt;&#10;            &lt;Box style={{ flexDirection: 'column', gap: 5, background: '#F4F7FA', borderRadius: 8, padding: '14px 18px' }}&gt;&#10;                &lt;Text style={{ fontSize: 15, fontWeight: 'bold', color: '#20344B' }}&gt;这是文件协调问题&lt;/Text&gt;&#10;                &lt;Text style={{ fontSize: 14, color: '#546779', lineHeight: 1.5 }}&gt;在角色之间加一句「请合作」，不能解决它。要靠分配输出文件，而不是靠自觉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实现最小分工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独立上下文与独立输出文件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每个角色独立走一遍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2638425"/>
            <a:ext cx="48006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1050" y="277177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独立指令与输入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81050" y="3019425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每个角色自己构造要看的材料与要求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3533775"/>
            <a:ext cx="48006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独立客户端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没有隐式共享的聊天记录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4429125"/>
            <a:ext cx="48006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456247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独立输出文件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81050" y="4810125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审阅结果各写各的，只有汇总写最终报告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715000" y="233362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并写同一个文件会怎样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0" y="2724150"/>
            <a:ext cx="58674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886450" y="28575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38850" y="28765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覆盖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38850" y="30956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后写入的版本盖掉先写入的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0" y="3543300"/>
            <a:ext cx="58674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886450" y="36766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38850" y="36957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混合版本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38850" y="39147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同一个文件里留下两种口径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0" y="4362450"/>
            <a:ext cx="5867400" cy="733425"/>
          </a:xfrm>
          <a:prstGeom prst="roundRect">
            <a:avLst>
              <a:gd name="adj" fmla="val 1039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886450" y="4495800"/>
            <a:ext cx="552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这是文件协调问题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886450" y="4714875"/>
            <a:ext cx="5524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在角色之间加一句「请合作」，不能解决它。要靠分配输出文件，而不是靠自觉。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接下来讲一个特别容易被忽略的环节：交接。&#10;&#10;资料在手作室、上午不可用，这种说法一出口，范围就已经被悄悄放大了。原来的预约其实只有十点到十点半这半个小时被占用，一句模糊的摘要可能被下游理解成整个上午都不能用。&#10;&#10;所以交接时必须保留五样东西：具体结论、来源、适用的时间、支撑的证据，以及还没解决的问题。只传摘要，等于把责任模糊化。&#10;&#10;接收角色拿到交接包之后，要回查来源再汇总，而不是直接采信。这里还有一个更硬的规则：多数投票不能改变原始事实，也不能覆盖容量限制。三个角色都说可以，也不代表预约记录里那段时间就空出来了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2.12.3&lt;/Text&gt;&#10;        &lt;/Box&gt;&#10;&#10;        &lt;Text style={{ fontSize: 56, fontWeight: 'bold', color: '#20344B', lineHeight: 1.15 }}&gt;交接的是证据，不只是摘要&lt;/Text&gt;&#10;&#10;        &lt;Box style={{ width: 640, height: 4, background: '#276FBF' }} /&gt;&#10;&#10;        &lt;Text style={{ fontSize: 19, color: '#546779', lineHeight: 1.7 }}&gt;摘要会丢范围，交接必须带结论、来源、适用时段、证据与未解决项。&lt;/Text&gt;&#10;&#10;        &lt;Box style={{ marginTop: 8, flexDirection: 'row', gap: 16 }}&gt;&#10;            &lt;Box style={{ width: 330, height: 56, background: '#FFF4E6', borderRadius: 8, justifyContent: 'center', alignItems: 'center' }}&gt;&#10;                &lt;Text style={{ fontSize: 17, fontWeight: 'bold', color: '#CB6B28' }}&gt;摘要会放大范围&lt;/Text&gt;&#10;            &lt;/Box&gt;&#10;            &lt;Box style={{ width: 330, height: 56, background: '#ECF7F2', borderRadius: 8, justifyContent: 'center', alignItems: 'center' }}&gt;&#10;                &lt;Text style={{ fontSize: 17, fontWeight: 'bold', color: '#26816B' }}&gt;证据可以回查&lt;/Text&gt;&#10;            &lt;/Box&gt;&#10;            &lt;Box style={{ width: 330, height: 56, background: '#EDF4FC', borderRadius: 8, justifyContent: 'center', alignItems: 'center' }}&gt;&#10;                &lt;Text style={{ fontSize: 17, fontWeight: 'bold', color: '#276FBF' }}&gt;事实不被投票改写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2.12.3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交接的是证据，不只是摘要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摘要会丢范围，交接必须带结论、来源、适用时段、证据与未解决项。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619250" y="48863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摘要会放大范围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90525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991100" y="48863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证据可以回查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2009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124825" y="48863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事实不被投票改写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notes={`这条链只走三步，但每一步都在保护范围。&#10;&#10;最左边是原始预约事实：只有十点到十点半被占用。这个边界是硬的，它不会因为后面怎么描述而改变。&#10;&#10;中间是交接包。它装的不是一句概括，而是结论、来源、适用时段、未解决项和证据。为什么要这么细？因为下游角色要能自己回查，而不是只能相信上游的一句转述。&#10;&#10;最右边是接收角色。它拿到交接包后，先回查来源，再汇总。&#10;&#10;下面两条是边界。第一条说，交接里要保留内容的身份——事实、程序判定和角色建议不是一回事。第二条是警戒：不能把十点到十点半扩写成上午不可用；多数投票也不能把建议提升为事实，更不能覆盖容量限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3　交接的是证据，不只是摘要&lt;/Text&gt;&#10;            &lt;Text style={{ fontSize: 34, fontWeight: 'bold', color: '#20344B' }}&gt;交接包里必须装什么&lt;/Text&gt;&#10;        &lt;/Box&gt;&#10;    &lt;/Box&gt;&#10;&#10;    &lt;Box style={{ height: 540, flexDirection: 'column', justifyContent: 'center', gap: 14 }}&gt;&#10;&#10;        &lt;Box style={{ flexDirection: 'row', alignItems: 'center', gap: 12 }}&gt;&#10;            &lt;Box style={{ width: 3, height: 24, background: '#276FBF' }} /&gt;&#10;            &lt;Text style={{ fontSize: 16, color: '#546779' }}&gt;保留范围与来源，让接收角色可以自己回查&lt;/Text&gt;&#10;        &lt;/Box&gt;&#10;&#10;        &lt;Box style={{ flexDirection: 'row', alignItems: 'center', justifyContent: 'center' }}&gt;&#10;            &lt;Box style={{ width: 340, height: 190, background: '#EDF4FC', borderRadius: 8, padding: '16px 18px', flexDirection: 'column', gap: 8, justifyContent: 'center' }}&gt;&#10;                &lt;Text style={{ fontSize: 20, fontWeight: 'bold', color: '#276FBF' }}&gt;原始预约事实&lt;/Text&gt;&#10;                &lt;Text style={{ fontSize: 15, color: '#20344B', fontWeight: 'bold' }}&gt;仅 10:00—10:30 占用&lt;/Text&gt;&#10;                &lt;Text style={{ fontSize: 14, color: '#546779', lineHeight: 1.55 }}&gt;范围有明确边界{'\n'}来自预约文件&lt;/Text&gt;&#10;            &lt;/Box&gt;&#10;            &lt;Box style={{ width: 44, height: 190, justifyContent: 'center', alignItems: 'center' }}&gt;&lt;Text style={{ fontSize: 26, color: '#276FBF' }}&gt;›&lt;/Text&gt;&lt;/Box&gt;&#10;            &lt;Box style={{ width: 340, height: 190, background: '#ECF7F2', borderRadius: 8, padding: '16px 18px', flexDirection: 'column', gap: 8, justifyContent: 'center' }}&gt;&#10;                &lt;Text style={{ fontSize: 20, fontWeight: 'bold', color: '#26816B' }}&gt;交接包&lt;/Text&gt;&#10;                &lt;Text style={{ fontSize: 15, color: '#20344B', fontWeight: 'bold' }}&gt;结论 · 来源 · 适用时段&lt;/Text&gt;&#10;                &lt;Text style={{ fontSize: 14, color: '#546779', lineHeight: 1.55 }}&gt;未解决项与证据{'\n'}不能只传一句摘要&lt;/Text&gt;&#10;            &lt;/Box&gt;&#10;            &lt;Box style={{ width: 44, height: 190, justifyContent: 'center', alignItems: 'center' }}&gt;&lt;Text style={{ fontSize: 26, color: '#276FBF' }}&gt;›&lt;/Text&gt;&lt;/Box&gt;&#10;            &lt;Box style={{ width: 340, height: 190, background: '#EDF4FC', borderRadius: 8, padding: '16px 18px', flexDirection: 'column', gap: 8, justifyContent: 'center' }}&gt;&#10;                &lt;Text style={{ fontSize: 20, fontWeight: 'bold', color: '#276FBF' }}&gt;接收角色&lt;/Text&gt;&#10;                &lt;Text style={{ fontSize: 15, color: '#20344B', fontWeight: 'bold' }}&gt;回查来源后汇总&lt;/Text&gt;&#10;                &lt;Text style={{ fontSize: 14, color: '#546779', lineHeight: 1.55 }}&gt;不直接采信上游转述{'\n'}判断依据要能落回文件&lt;/Text&gt;&#10;            &lt;/Box&gt;&#10;        &lt;/Box&gt;&#10;&#10;        &lt;Box style={{ flexDirection: 'row', gap: 16 }}&gt;&#10;            &lt;Box style={{ width: 700, height: 78, background: '#ECF7F2', borderRadius: 10, padding: '14px 20px', flexDirection: 'column', gap: 4, justifyContent: 'center' }}&gt;&#10;                &lt;Text style={{ fontSize: 16, fontWeight: 'bold', color: '#26816B' }}&gt;保留内容的身份&lt;/Text&gt;&#10;                &lt;Text style={{ fontSize: 14, color: '#546779' }}&gt;事实与程序判定、角色建议要分开存放，不能混成一种口径&lt;/Text&gt;&#10;            &lt;/Box&gt;&#10;            &lt;Box style={{ flex: 1, height: 78, background: '#FFF4E6', borderRadius: 10, padding: '14px 20px', flexDirection: 'column', gap: 4, justifyContent: 'center' }}&gt;&#10;                &lt;Text style={{ fontSize: 16, fontWeight: 'bold', color: '#CB6B28' }}&gt;不能扩写为「上午不可用」&lt;/Text&gt;&#10;                &lt;Text style={{ fontSize: 14, color: '#546779' }}&gt;多数投票不能改变原始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交接的是证据，不只是摘要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交接包里必须装什么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2190750"/>
            <a:ext cx="28575" cy="228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52475" y="220980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保留范围与来源，让接收角色可以自己回查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19150" y="255270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90600" y="29337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原始预约事实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90600" y="323850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仅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占用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90600" y="3486150"/>
            <a:ext cx="28956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范围有明确边界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来自预约文件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229100" y="33051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476750" y="255270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648200" y="29337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交接包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648200" y="323850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结论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来源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适用时段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648200" y="3486150"/>
            <a:ext cx="28956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未解决项与证据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不能只传一句摘要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886700" y="33051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134350" y="2552700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05800" y="29337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接收角色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05800" y="323850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回查来源后汇总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05800" y="3486150"/>
            <a:ext cx="28956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不直接采信上游转述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判断依据要能落回文件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449580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0100" y="4676775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保留内容的身份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4905375"/>
            <a:ext cx="628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事实与程序判定、角色建议要分开存放，不能混成一种口径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429500" y="4495800"/>
            <a:ext cx="415290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20000" y="46767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不能扩写为「上午不可用」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620000" y="4905375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多数投票不能改变原始事实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8" name="" descr="&lt;Slide notes={`交接里最容易被压扁的，就是内容的身份。同一段话，是事实、是程序判定，还是某个角色的建议，含义完全不同。&#10;&#10;原始事实来自预约文件，作用是确定占用区间。它只能被核实，不能被协商。&#10;&#10;程序判定来自校验报告，作用是判断明示规则。它输出的是能否通过，而不是偏好。&#10;&#10;角色意见则是一种建议，比如把交流放到最后。它只供选择，不能冒充前两类。&#10;&#10;把这三类混在一起，最典型的后果就是：多数角色都同意某个说法，看上去像是共识，但那个说法本来只是建议。多数投票不能把建议提升为事实，也不能覆盖容量限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3　交接的是证据，不只是摘要&lt;/Text&gt;&#10;            &lt;Text style={{ fontSize: 34, fontWeight: 'bold', color: '#20344B' }}&gt;三类内容，身份不能混&lt;/Text&gt;&#10;        &lt;/Box&gt;&#10;    &lt;/Box&gt;&#10;&#10;    &lt;Box style={{ height: 540, flexDirection: 'column', justifyContent: 'center', gap: 14 }}&gt;&#10;&#10;        &lt;Box style={{ flexDirection: 'row', alignItems: 'center', gap: 16, padding: '0 18px' }}&gt;&#10;            &lt;Box style={{ width: 4 }} /&gt;&#10;            &lt;Box style={{ width: 250 }}&gt;&lt;Text style={{ fontSize: 15, fontWeight: 'bold', color: '#546779' }}&gt;内容身份&lt;/Text&gt;&lt;/Box&gt;&#10;            &lt;Box style={{ width: 380 }}&gt;&lt;Text style={{ fontSize: 15, fontWeight: 'bold', color: '#546779' }}&gt;本例&lt;/Text&gt;&lt;/Box&gt;&#10;            &lt;Box style={{ flex: 1 }}&gt;&lt;Text style={{ fontSize: 15, fontWeight: 'bold', color: '#546779' }}&gt;作用&lt;/Text&gt;&lt;/Box&gt;&#10;        &lt;/Box&gt;&#10;&#10;        &lt;Box style={{ flexDirection: 'row', alignItems: 'center', gap: 16, background: '#F4F7FA', borderRadius: 8, padding: '12px 18px' }}&gt;&#10;            &lt;Box style={{ width: 4, height: 62, background: '#276FBF' }} /&gt;&#10;            &lt;Box style={{ width: 250, flexDirection: 'column', gap: 3 }}&gt;&#10;                &lt;Text style={{ fontSize: 18, fontWeight: 'bold', color: '#276FBF' }}&gt;原始事实&lt;/Text&gt;&#10;                &lt;Text style={{ fontSize: 14, color: '#546779' }}&gt;不可协商&lt;/Text&gt;&#10;            &lt;/Box&gt;&#10;            &lt;Box style={{ width: 380 }}&gt;&lt;Text style={{ fontSize: 16, color: '#20344B' }}&gt;预约文件&lt;/Text&gt;&lt;/Box&gt;&#10;            &lt;Box style={{ flex: 1 }}&gt;&lt;Text style={{ fontSize: 15, color: '#546779' }}&gt;确定占用区间&lt;/Text&gt;&lt;/Box&gt;&#10;        &lt;/Box&gt;&#10;&#10;        &lt;Box style={{ flexDirection: 'row', alignItems: 'center', gap: 16, background: '#F4F7FA', borderRadius: 8, padding: '12px 18px' }}&gt;&#10;            &lt;Box style={{ width: 4, height: 62, background: '#26816B' }} /&gt;&#10;            &lt;Box style={{ width: 250, flexDirection: 'column', gap: 3 }}&gt;&#10;                &lt;Text style={{ fontSize: 18, fontWeight: 'bold', color: '#26816B' }}&gt;程序判定&lt;/Text&gt;&#10;                &lt;Text style={{ fontSize: 14, color: '#546779' }}&gt;输出能否通过&lt;/Text&gt;&#10;            &lt;/Box&gt;&#10;            &lt;Box style={{ width: 380 }}&gt;&lt;Text style={{ fontSize: 16, color: '#20344B' }}&gt;校验报告&lt;/Text&gt;&lt;/Box&gt;&#10;            &lt;Box style={{ flex: 1 }}&gt;&lt;Text style={{ fontSize: 15, color: '#546779' }}&gt;判断明示规则&lt;/Text&gt;&lt;/Box&gt;&#10;        &lt;/Box&gt;&#10;&#10;        &lt;Box style={{ flexDirection: 'row', alignItems: 'center', gap: 16, background: '#FFF4E6', borderRadius: 8, padding: '12px 18px' }}&gt;&#10;            &lt;Box style={{ width: 4, height: 62, background: '#CB6B28' }} /&gt;&#10;            &lt;Box style={{ width: 250, flexDirection: 'column', gap: 3 }}&gt;&#10;                &lt;Text style={{ fontSize: 18, fontWeight: 'bold', color: '#CB6B28' }}&gt;角色意见&lt;/Text&gt;&#10;                &lt;Text style={{ fontSize: 14, color: '#546779' }}&gt;只供选择&lt;/Text&gt;&#10;            &lt;/Box&gt;&#10;            &lt;Box style={{ width: 380 }}&gt;&lt;Text style={{ fontSize: 16, color: '#20344B' }}&gt;建议交流放最后&lt;/Text&gt;&lt;/Box&gt;&#10;            &lt;Box style={{ flex: 1 }}&gt;&lt;Text style={{ fontSize: 15, color: '#546779' }}&gt;供选择的偏好&lt;/Text&gt;&lt;/Box&gt;&#10;        &lt;/Box&gt;&#10;&#10;        &lt;Box style={{ flexDirection: 'row', alignItems: 'center', gap: 16, background: '#EDF4FC', borderRadius: 10, padding: '14px 20px' }}&gt;&#10;            &lt;Box style={{ width: 4, height: 42, background: '#276FBF' }} /&gt;&#10;            &lt;Box style={{ flexDirection: 'column', gap: 3 }}&gt;&#10;                &lt;Text style={{ fontSize: 16, fontWeight: 'bold', color: '#276FBF' }}&gt;多数投票不能把建议提升为事实&lt;/Text&gt;&#10;                &lt;Text style={{ fontSize: 14, color: '#546779' }}&gt;也不能覆盖容量限制：三个角色都同意，不等于那段时间真的空着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交接的是证据，不只是摘要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三类内容，身份不能混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71550" y="18002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内容身份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505200" y="180022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本例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277100" y="180022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作用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2105025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781050" y="22193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71550" y="231457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原始事实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71550" y="255270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不可协商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505200" y="241935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预约文件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277100" y="242887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确定占用区间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3057525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781050" y="3171825"/>
            <a:ext cx="38100" cy="590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71550" y="326707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程序判定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71550" y="350520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输出能否通过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505200" y="337185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校验报告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277100" y="338137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判断明示规则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4010025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781050" y="412432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71550" y="4219575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角色意见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71550" y="445770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只供选择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505200" y="432435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建议交流放最后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277100" y="433387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供选择的偏好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49625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800100" y="5095875"/>
            <a:ext cx="38100" cy="400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90600" y="510540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多数投票不能把建议提升为事实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90600" y="53244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也不能覆盖容量限制：三个角色都同意，不等于那段时间真的空着。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notes={`给角色分配输入的时候，有一个直觉是对的：上下文越小，无关信息越少，角色越容易聚焦。&#10;&#10;但这件事有个边界。如果为了让上下文更小而裁掉关键规则，角色就会在残缺的局部材料上做判断，得出一个看起来合理、其实错误的结论。比如不告诉表达审查员容量上限，它就无法判断某句表述是否已经越过容量。&#10;&#10;所以拆分的关键不是把文字平均分给每个角色，而是保留每个判断所需要的最小完整证据。角色该看的规则、来源和约束，一样都不能少。&#10;&#10;再往前一步：汇总的时候，仍然要保留可以回查的来源，这样任何一条结论都能被追到原始文件，而不是停在某个角色的转述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3　交接的是证据，不只是摘要&lt;/Text&gt;&#10;            &lt;Text style={{ fontSize: 34, fontWeight: 'bold', color: '#20344B' }}&gt;裁输入范围，不裁关键证据&lt;/Text&gt;&#10;        &lt;/Box&gt;&#10;    &lt;/Box&gt;&#10;&#10;    &lt;Box style={{ height: 540, flexDirection: 'row', alignItems: 'center', gap: 32 }}&gt;&#10;&#10;        &lt;Box style={{ width: 616, flexDirection: 'column', gap: 14 }}&gt;&#10;            &lt;Text style={{ fontSize: 22, fontWeight: 'bold', color: '#276FBF' }}&gt;给各角色缩小输入范围&lt;/Text&gt;&#10;            &lt;Box style={{ flexDirection: 'row', gap: 14, background: '#EDF4FC', borderRadius: 8, padding: '16px 18px', alignItems: 'center' }}&gt;&#10;                &lt;Box style={{ width: 4, height: 46, background: '#276FBF' }} /&gt;&#10;                &lt;Box style={{ flexDirection: 'column', gap: 3 }}&gt;&#10;                    &lt;Text style={{ fontSize: 16, fontWeight: 'bold', color: '#20344B' }}&gt;上下文越小，不相关信息越少&lt;/Text&gt;&#10;                    &lt;Text style={{ fontSize: 14, color: '#546779' }}&gt;角色更容易聚焦在自己要判断的那一点上&lt;/Text&gt;&#10;                &lt;/Box&gt;&#10;            &lt;/Box&gt;&#10;            &lt;Box style={{ flexDirection: 'row', gap: 14, background: '#EDF4FC', borderRadius: 8, padding: '16px 18px', alignItems: 'center' }}&gt;&#10;                &lt;Box style={{ width: 4, height: 46, background: '#276FBF' }} /&gt;&#10;                &lt;Box style={{ flexDirection: 'column', gap: 3 }}&gt;&#10;                    &lt;Text style={{ fontSize: 16, fontWeight: 'bold', color: '#20344B' }}&gt;每个角色只看自己需要的部分&lt;/Text&gt;&#10;                    &lt;Text style={{ fontSize: 14, color: '#546779' }}&gt;它不用承担别的角色的判断任务&lt;/Text&gt;&#10;                &lt;/Box&gt;&#10;            &lt;/Box&gt;&#10;            &lt;Box style={{ flexDirection: 'row', gap: 14, background: '#EDF4FC', borderRadius: 8, padding: '16px 18px', alignItems: 'center' }}&gt;&#10;                &lt;Box style={{ width: 4, height: 46, background: '#276FBF' }} /&gt;&#10;                &lt;Box style={{ flexDirection: 'column', gap: 3 }}&gt;&#10;                    &lt;Text style={{ fontSize: 16, fontWeight: 'bold', color: '#20344B' }}&gt;汇总时保留可回查的来源&lt;/Text&gt;&#10;                    &lt;Text style={{ fontSize: 14, color: '#546779' }}&gt;每条结论都能追回原始文件&lt;/Text&gt;&#10;                &lt;/Box&gt;&#10;            &lt;/Box&gt;&#10;        &lt;/Box&gt;&#10;&#10;        &lt;Box style={{ width: 504, flexDirection: 'column', gap: 14 }}&gt;&#10;            &lt;Text style={{ fontSize: 22, fontWeight: 'bold', color: '#CB6B28' }}&gt;但别裁掉关键规则&lt;/Text&gt;&#10;            &lt;Box style={{ flexDirection: 'column', gap: 6, background: '#FFF4E6', borderRadius: 8, padding: '16px 18px' }}&gt;&#10;                &lt;Text style={{ fontSize: 16, fontWeight: 'bold', color: '#CB6B28' }}&gt;裁掉规则，结论就错&lt;/Text&gt;&#10;                &lt;Text style={{ fontSize: 14, color: '#546779', lineHeight: 1.55 }}&gt;角色会在局部材料上得出一个看起来合理的错误结论&lt;/Text&gt;&#10;            &lt;/Box&gt;&#10;            &lt;Box style={{ flexDirection: 'column', gap: 6, background: '#ECF7F2', borderRadius: 8, padding: '16px 18px' }}&gt;&#10;                &lt;Text style={{ fontSize: 16, fontWeight: 'bold', color: '#26816B' }}&gt;拆分不是平均分配文字&lt;/Text&gt;&#10;                &lt;Text style={{ fontSize: 14, color: '#546779', lineHeight: 1.55 }}&gt;而是保留每个判断所需要的最小完整证据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交接的是证据，不只是摘要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裁输入范围，不裁关键证据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27647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给各角色缩小输入范围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2667000"/>
            <a:ext cx="58674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781050" y="28194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52500" y="2847975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上下文越小，不相关信息越少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52500" y="30670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角色更容易聚焦在自己要判断的那一点上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3543300"/>
            <a:ext cx="58674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781050" y="36957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52500" y="37242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每个角色只看自己需要的部分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52500" y="394335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它不用承担别的角色的判断任务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4419600"/>
            <a:ext cx="58674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781050" y="45720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52500" y="460057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汇总时保留可回查的来源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52500" y="48196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每条结论都能追回原始文件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781800" y="2647950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但别裁掉关键规则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781800" y="3038475"/>
            <a:ext cx="4800600" cy="809625"/>
          </a:xfrm>
          <a:prstGeom prst="roundRect">
            <a:avLst>
              <a:gd name="adj" fmla="val 941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953250" y="319087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裁掉规则，结论就错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953250" y="34385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角色会在局部材料上得出一个看起来合理的错误结论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781800" y="3981450"/>
            <a:ext cx="4800600" cy="809625"/>
          </a:xfrm>
          <a:prstGeom prst="roundRect">
            <a:avLst>
              <a:gd name="adj" fmla="val 941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953250" y="413385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拆分不是平均分配文字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953250" y="438150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而是保留每个判断所需要的最小完整证据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notes={`到这里，步骤的归属就成了关键问题：这几个环节，到底是谁定下来的。&#10;&#10;固定工作流由程序预先规定步骤和分支。举个具体的例子——两个审阅都完成后才汇总，本地校验失败就停下来。这些分支在写代码的时候就确定好了，运行时不会变。它的好处是调用次数清楚、失败路径可预测，出了问题也容易复现。&#10;&#10;自主协作则把决定权交给协调者：它可以根据任务动态选择角色、继续追问，甚至临时改变分工。这显然更灵活，但调用次数、上下文扩散和失败传播都更难预测，成本也更难算。&#10;&#10;两种方式没有绝对的好坏，区别在于你愿不愿意用确定性去换灵活性。`} style={{ width: 1280, height: 720, background: '#FFFFFF', flexDirection: 'column', justifyContent: 'center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2.12.4&lt;/Text&gt;&#10;        &lt;/Box&gt;&#10;&#10;        &lt;Text style={{ fontSize: 56, fontWeight: 'bold', color: '#20344B', lineHeight: 1.15 }}&gt;工作流和自主协作的差异&lt;/Text&gt;&#10;&#10;        &lt;Box style={{ width: 640, height: 4, background: '#276FBF' }} /&gt;&#10;&#10;        &lt;Text style={{ fontSize: 19, color: '#546779', lineHeight: 1.7 }}&gt;谁定步骤，决定了调用成本与失败能不能被预测。&lt;/Text&gt;&#10;&#10;        &lt;Box style={{ marginTop: 8, flexDirection: 'row', gap: 16 }}&gt;&#10;            &lt;Box style={{ width: 330, height: 56, background: '#EDF4FC', borderRadius: 8, justifyContent: 'center', alignItems: 'center' }}&gt;&#10;                &lt;Text style={{ fontSize: 17, fontWeight: 'bold', color: '#276FBF' }}&gt;程序预定分支&lt;/Text&gt;&#10;            &lt;/Box&gt;&#10;            &lt;Box style={{ width: 330, height: 56, background: '#ECF7F2', borderRadius: 8, justifyContent: 'center', alignItems: 'center' }}&gt;&#10;                &lt;Text style={{ fontSize: 17, fontWeight: 'bold', color: '#26816B' }}&gt;协调者动态选择&lt;/Text&gt;&#10;            &lt;/Box&gt;&#10;            &lt;Box style={{ width: 330, height: 56, background: '#FFF4E6', borderRadius: 8, justifyContent: 'center', alignItems: 'center' }}&gt;&#10;                &lt;Text style={{ fontSize: 17, fontWeight: 'bold', color: '#CB6B28' }}&gt;灵活与可预测的取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2.12.4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工作流和自主协作的差异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谁定步骤，决定了调用成本与失败能不能被预测。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695450" y="48863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程序预定分支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90525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914900" y="48863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协调者动态选择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2009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48625" y="48863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灵活与可预测的取舍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3" name="" descr="&lt;Slide notes={`把两种方式并排看，差别集中在四处。&#10;&#10;第一是步骤来源。固定工作流的步骤和分支由程序预先规定；自主协作则由协调者根据任务动态选择角色。第二是灵活程度，前者运行时不变，要改就得改程序；后者可以继续追问、甚至临时改变分工。&#10;&#10;第三是调用次数。固定工作流事先就确定，比如本章脚本固定三次；自主协作难以预估，可能反复追加。第四是失败传播，固定工作流的路径可预测、容易复现；自主协作会让上下文扩散，失败传播更难预测。&#10;&#10;所以选择的关键不是哪种更先进，而是你愿不愿意用确定性去换灵活性。任务越需要严格验收，越应该偏向前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4　工作流和自主协作的差异&lt;/Text&gt;&#10;            &lt;Text style={{ fontSize: 34, fontWeight: 'bold', color: '#20344B' }}&gt;谁定步骤：预定，还是动态&lt;/Text&gt;&#10;        &lt;/Box&gt;&#10;    &lt;/Box&gt;&#10;&#10;    &lt;Box style={{ height: 540, flexDirection: 'column', justifyContent: 'center', gap: 12 }}&gt;&#10;&#10;        &lt;Box style={{ flexDirection: 'row', alignItems: 'center', gap: 20 }}&gt;&#10;            &lt;Box style={{ width: 480, height: 52, background: '#276FBF', borderRadius: 8, justifyContent: 'center', alignItems: 'center' }}&gt;&#10;                &lt;Text style={{ fontSize: 20, fontWeight: 'bold', color: '#FFFFFF' }}&gt;固定工作流&lt;/Text&gt;&#10;            &lt;/Box&gt;&#10;            &lt;Box style={{ width: 152 }} /&gt;&#10;            &lt;Box style={{ width: 480, height: 52, background: '#26816B', borderRadius: 8, justifyContent: 'center', alignItems: 'center' }}&gt;&#10;                &lt;Text style={{ fontSize: 20, fontWeight: 'bold', color: '#FFFFFF' }}&gt;自主协作&lt;/Text&gt;&#10;            &lt;/Box&gt;&#10;        &lt;/Box&gt;&#10;&#10;        &lt;Box style={{ flexDirection: 'row', alignItems: 'center', gap: 20 }}&gt;&#10;            &lt;Box style={{ width: 480, height: 100, background: '#EDF4FC', borderRadius: 8, padding: '16px 18px', flexDirection: 'column', gap: 5, justifyContent: 'center' }}&gt;&#10;                &lt;Text style={{ fontSize: 16, fontWeight: 'bold', color: '#20344B' }}&gt;程序预先规定步骤和分支&lt;/Text&gt;&#10;                &lt;Text style={{ fontSize: 14, color: '#546779', lineHeight: 1.5 }}&gt;例如两个审阅都完成后才汇总，校验失败就停止&lt;/Text&gt;&#10;            &lt;/Box&gt;&#10;            &lt;Box style={{ width: 152, justifyContent: 'center', alignItems: 'center' }}&gt;&#10;                &lt;Text style={{ fontSize: 16, fontWeight: 'bold', color: '#546779' }}&gt;步骤来源&lt;/Text&gt;&#10;            &lt;/Box&gt;&#10;            &lt;Box style={{ width: 480, height: 100, background: '#ECF7F2', borderRadius: 8, padding: '16px 18px', flexDirection: 'column', gap: 5, justifyContent: 'center' }}&gt;&#10;                &lt;Text style={{ fontSize: 16, fontWeight: 'bold', color: '#20344B' }}&gt;协调者按任务动态选择角色&lt;/Text&gt;&#10;                &lt;Text style={{ fontSize: 14, color: '#546779', lineHeight: 1.5 }}&gt;分工在运行时才决定，不由程序写死&lt;/Text&gt;&#10;            &lt;/Box&gt;&#10;        &lt;/Box&gt;&#10;&#10;        &lt;Box style={{ flexDirection: 'row', alignItems: 'center', gap: 20 }}&gt;&#10;            &lt;Box style={{ width: 480, height: 100, background: '#EDF4FC', borderRadius: 8, padding: '16px 18px', flexDirection: 'column', gap: 5, justifyContent: 'center' }}&gt;&#10;                &lt;Text style={{ fontSize: 16, fontWeight: 'bold', color: '#20344B' }}&gt;运行时不变，改法要改程序&lt;/Text&gt;&#10;                &lt;Text style={{ fontSize: 14, color: '#546779', lineHeight: 1.5 }}&gt;流程是代码的一部分，行为稳定可复现&lt;/Text&gt;&#10;            &lt;/Box&gt;&#10;            &lt;Box style={{ width: 152, justifyContent: 'center', alignItems: 'center' }}&gt;&#10;                &lt;Text style={{ fontSize: 16, fontWeight: 'bold', color: '#546779' }}&gt;灵活程度&lt;/Text&gt;&#10;            &lt;/Box&gt;&#10;            &lt;Box style={{ width: 480, height: 100, background: '#ECF7F2', borderRadius: 8, padding: '16px 18px', flexDirection: 'column', gap: 5, justifyContent: 'center' }}&gt;&#10;                &lt;Text style={{ fontSize: 16, fontWeight: 'bold', color: '#20344B' }}&gt;可以继续追问、改变分工&lt;/Text&gt;&#10;                &lt;Text style={{ fontSize: 14, color: '#546779', lineHeight: 1.5 }}&gt;灵活来自运行时判断，代价是不确定&lt;/Text&gt;&#10;            &lt;/Box&gt;&#10;        &lt;/Box&gt;&#10;&#10;        &lt;Box style={{ flexDirection: 'row', alignItems: 'center', gap: 20 }}&gt;&#10;            &lt;Box style={{ width: 480, height: 100, background: '#EDF4FC', borderRadius: 8, padding: '16px 18px', flexDirection: 'column', gap: 5, justifyContent: 'center' }}&gt;&#10;                &lt;Text style={{ fontSize: 16, fontWeight: 'bold', color: '#20344B' }}&gt;调用次数事先确定&lt;/Text&gt;&#10;                &lt;Text style={{ fontSize: 14, color: '#546779', lineHeight: 1.5 }}&gt;本章脚本固定三次调用，费用可预先估&lt;/Text&gt;&#10;            &lt;/Box&gt;&#10;            &lt;Box style={{ width: 152, justifyContent: 'center', alignItems: 'center' }}&gt;&#10;                &lt;Text style={{ fontSize: 16, fontWeight: 'bold', color: '#546779' }}&gt;调用次数&lt;/Text&gt;&#10;            &lt;/Box&gt;&#10;            &lt;Box style={{ width: 480, height: 100, background: '#ECF7F2', borderRadius: 8, padding: '16px 18px', flexDirection: 'column', gap: 5, justifyContent: 'center' }}&gt;&#10;                &lt;Text style={{ fontSize: 16, fontWeight: 'bold', color: '#20344B' }}&gt;难以预估，可能反复追加&lt;/Text&gt;&#10;                &lt;Text style={{ fontSize: 14, color: '#546779', lineHeight: 1.5 }}&gt;继续追问就要继续调用，预算容易被突破&lt;/Text&gt;&#10;            &lt;/Box&gt;&#10;        &lt;/Box&gt;&#10;&#10;        &lt;Box style={{ flexDirection: 'row', alignItems: 'center', gap: 20 }}&gt;&#10;            &lt;Box style={{ width: 480, height: 100, background: '#EDF4FC', borderRadius: 8, padding: '16px 18px', flexDirection: 'column', gap: 5, justifyContent: 'center' }}&gt;&#10;                &lt;Text style={{ fontSize: 16, fontWeight: 'bold', color: '#20344B' }}&gt;路径可预测，容易复现&lt;/Text&gt;&#10;                &lt;Text style={{ fontSize: 14, color: '#546779', lineHeight: 1.5 }}&gt;失败点明确，便于定位和重跑&lt;/Text&gt;&#10;            &lt;/Box&gt;&#10;            &lt;Box style={{ width: 152, justifyContent: 'center', alignItems: 'center' }}&gt;&#10;                &lt;Text style={{ fontSize: 16, fontWeight: 'bold', color: '#546779' }}&gt;失败传播&lt;/Text&gt;&#10;            &lt;/Box&gt;&#10;            &lt;Box style={{ width: 480, height: 100, background: '#FFF4E6', borderRadius: 8, padding: '16px 18px', flexDirection: 'column', gap: 5, justifyContent: 'center' }}&gt;&#10;                &lt;Text style={{ fontSize: 16, fontWeight: 'bold', color: '#CB6B28' }}&gt;上下文扩散，失败传播更难预测&lt;/Text&gt;&#10;                &lt;Text style={{ fontSize: 14, color: '#546779', lineHeight: 1.5 }}&gt;一个环节的偏差，可能被带到后面几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工作流和自主协作的差异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谁定步骤：预定，还是动态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133350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419350" y="14668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固定工作流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010400" y="133350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915400" y="14668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自主协作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19431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81050" y="21812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程序预先规定步骤和分支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81050" y="24193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例如两个审阅都完成后才汇总，校验失败就停止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791200" y="2324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步骤来源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010400" y="19431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181850" y="21812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协调者按任务动态选择角色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181850" y="24193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分工在运行时才决定，不由程序写死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30099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81050" y="32480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运行时不变，改法要改程序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流程是代码的一部分，行为稳定可复现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91200" y="33909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灵活程度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010400" y="30099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181850" y="32480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可以继续追问、改变分工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181850" y="34861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灵活来自运行时判断，代价是不确定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40767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81050" y="43148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调用次数事先确定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81050" y="45529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本章脚本固定三次调用，费用可预先估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91200" y="4457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调用次数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7010400" y="40767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181850" y="43148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难以预估，可能反复追加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181850" y="45529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继续追问就要继续调用，预算容易被突破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51435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路径可预测，容易复现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81050" y="56197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失败点明确，便于定位和重跑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91200" y="55245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失败传播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010400" y="51435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181850" y="5381625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上下文扩散，失败传播更难预测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181850" y="56197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一个环节的偏差，可能被带到后面几步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2" name="" descr="&lt;Slide notes={`只要进入协作，就必须给这套流程装上闸门，否则成本和失败都会失控。&#10;&#10;第一是总调用预算。角色一旦能动态扩张，调用次数就没有上限，所以要先定预算再开工。第二是并发上限，明确同时在跑几个角色，避免一次把所有请求都打出去。&#10;&#10;第三是超时处理，这条最容易出问题。超时的意思是&quot;没有返回&quot;，它不等于&quot;没有问题&quot;，两者必须分开对待，不能把超时当成通过。&#10;&#10;第四是裁决依据。当审阅意见冲突时以谁为准，要事先写清楚，不能一直加派审查员，直到有人赞同为止。&#10;&#10;本章脚本的范围很克制：固定三次调用、只读输入、单一汇总写入，没有无限子任务，也没有跨进程恢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4　工作流和自主协作的差异&lt;/Text&gt;&#10;            &lt;Text style={{ fontSize: 34, fontWeight: 'bold', color: '#20344B' }}&gt;协作必须设四条闸门&lt;/Text&gt;&#10;        &lt;/Box&gt;&#10;    &lt;/Box&gt;&#10;&#10;    &lt;Box style={{ height: 540, flexDirection: 'column', justifyContent: 'center', gap: 12 }}&gt;&#10;&#10;        &lt;Box style={{ flexDirection: 'row', alignItems: 'center', gap: 16, padding: '0 18px' }}&gt;&#10;            &lt;Box style={{ width: 4 }} /&gt;&#10;            &lt;Box style={{ width: 190 }}&gt;&lt;Text style={{ fontSize: 15, fontWeight: 'bold', color: '#546779' }}&gt;闸门&lt;/Text&gt;&lt;/Box&gt;&#10;            &lt;Box style={{ width: 400 }}&gt;&lt;Text style={{ fontSize: 15, fontWeight: 'bold', color: '#546779' }}&gt;防的是什么&lt;/Text&gt;&lt;/Box&gt;&#10;            &lt;Box style={{ flex: 1 }}&gt;&lt;Text style={{ fontSize: 15, fontWeight: 'bold', color: '#546779' }}&gt;怎么做&lt;/Text&gt;&lt;/Box&gt;&#10;        &lt;/Box&gt;&#10;&#10;        &lt;Box style={{ flexDirection: 'row', alignItems: 'center', gap: 16, background: '#F4F7FA', borderRadius: 8, padding: '12px 18px' }}&gt;&#10;            &lt;Box style={{ width: 4, height: 54, background: '#276FBF' }} /&gt;&#10;            &lt;Box style={{ width: 190 }}&gt;&lt;Text style={{ fontSize: 18, fontWeight: 'bold', color: '#276FBF' }}&gt;总调用预算&lt;/Text&gt;&lt;/Box&gt;&#10;            &lt;Box style={{ width: 400 }}&gt;&lt;Text style={{ fontSize: 15, color: '#546779' }}&gt;角色或轮次无限扩张，成本失控&lt;/Text&gt;&lt;/Box&gt;&#10;            &lt;Box style={{ flex: 1 }}&gt;&lt;Text style={{ fontSize: 15, color: '#546779' }}&gt;开工前先定上限&lt;/Text&gt;&lt;/Box&gt;&#10;        &lt;/Box&gt;&#10;&#10;        &lt;Box style={{ flexDirection: 'row', alignItems: 'center', gap: 16, background: '#F4F7FA', borderRadius: 8, padding: '12px 18px' }}&gt;&#10;            &lt;Box style={{ width: 4, height: 54, background: '#276FBF' }} /&gt;&#10;            &lt;Box style={{ width: 190 }}&gt;&lt;Text style={{ fontSize: 18, fontWeight: 'bold', color: '#276FBF' }}&gt;并发上限&lt;/Text&gt;&lt;/Box&gt;&#10;            &lt;Box style={{ width: 400 }}&gt;&lt;Text style={{ fontSize: 15, color: '#546779' }}&gt;一次把太多请求同时打出去&lt;/Text&gt;&lt;/Box&gt;&#10;            &lt;Box style={{ flex: 1 }}&gt;&lt;Text style={{ fontSize: 15, color: '#546779' }}&gt;明确同时在跑几个角色&lt;/Text&gt;&lt;/Box&gt;&#10;        &lt;/Box&gt;&#10;&#10;        &lt;Box style={{ flexDirection: 'row', alignItems: 'center', gap: 16, background: '#FFF4E6', borderRadius: 8, padding: '12px 18px' }}&gt;&#10;            &lt;Box style={{ width: 4, height: 54, background: '#CB6B28' }} /&gt;&#10;            &lt;Box style={{ width: 190 }}&gt;&lt;Text style={{ fontSize: 18, fontWeight: 'bold', color: '#CB6B28' }}&gt;超时处理&lt;/Text&gt;&lt;/Box&gt;&#10;            &lt;Box style={{ width: 400 }}&gt;&lt;Text style={{ fontSize: 15, color: '#546779' }}&gt;把「没有返回」当成「没有问题」&lt;/Text&gt;&lt;/Box&gt;&#10;            &lt;Box style={{ flex: 1 }}&gt;&lt;Text style={{ fontSize: 15, color: '#CB6B28' }}&gt;超时单独判定，不等于通过&lt;/Text&gt;&lt;/Box&gt;&#10;        &lt;/Box&gt;&#10;&#10;        &lt;Box style={{ flexDirection: 'row', alignItems: 'center', gap: 16, background: '#FFF4E6', borderRadius: 8, padding: '12px 18px' }}&gt;&#10;            &lt;Box style={{ width: 4, height: 54, background: '#CB6B28' }} /&gt;&#10;            &lt;Box style={{ width: 190 }}&gt;&lt;Text style={{ fontSize: 18, fontWeight: 'bold', color: '#CB6B28' }}&gt;裁决依据&lt;/Text&gt;&lt;/Box&gt;&#10;            &lt;Box style={{ width: 400 }}&gt;&lt;Text style={{ fontSize: 15, color: '#546779' }}&gt;一直增派审查员，直到有人赞同&lt;/Text&gt;&lt;/Box&gt;&#10;            &lt;Box style={{ flex: 1 }}&gt;&lt;Text style={{ fontSize: 15, color: '#546779' }}&gt;事先写清冲突时以谁为准&lt;/Text&gt;&lt;/Box&gt;&#10;        &lt;/Box&gt;&#10;&#10;        &lt;Box style={{ flexDirection: 'row', alignItems: 'center', gap: 16, background: '#ECF7F2', borderRadius: 10, padding: '14px 20px' }}&gt;&#10;            &lt;Box style={{ width: 4, height: 44, background: '#26816B' }} /&gt;&#10;            &lt;Box style={{ flexDirection: 'column', gap: 3 }}&gt;&#10;                &lt;Text style={{ fontSize: 16, fontWeight: 'bold', color: '#26816B' }}&gt;本章脚本的范围&lt;/Text&gt;&#10;                &lt;Text style={{ fontSize: 14, color: '#546779' }}&gt;固定三次调用、只读输入、单一汇总写入；没有无限子任务，也没有跨进程恢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工作流和自主协作的差异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协作必须设四条闸门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71550" y="151447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闸门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933700" y="15144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防的是什么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896100" y="151447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怎么做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1800225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781050" y="191452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71550" y="20669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总调用预算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933700" y="20859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角色或轮次无限扩张，成本失控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96100" y="208597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开工前先定上限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2657475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781050" y="277177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71550" y="292417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并发上限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2933700" y="294322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一次把太多请求同时打出去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896100" y="29432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明确同时在跑几个角色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3514725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781050" y="362902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71550" y="37814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超时处理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2933700" y="38004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把「没有返回」当成「没有问题」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96100" y="380047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超时单独判定，不等于通过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4371975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781050" y="448627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71550" y="463867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裁决依据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2933700" y="465772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一直增派审查员，直到有人赞同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96100" y="46577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事先写清冲突时以谁为准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52292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800100" y="536257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90600" y="5381625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本章脚本的范围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90600" y="5600700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固定三次调用、只读输入、单一汇总写入；没有无限子任务，也没有跨进程恢复。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notes={`前面讲的都是机制，现在把它放进一个真实的产品里看。&#10;&#10;WorkBuddy 的官方文档把&quot;专家&quot;描述为专业角色，把&quot;专家团&quot;描述为由团长拆解、分配并汇总的协作执行机制。操作入口在左侧的&quot;专家&quot;，进去是专家中心，在角色或团队的说明里可以点&quot;召唤&quot;。&#10;&#10;具体能看到哪些团队，取决于你的账户和客户端版本，这一点要自己核对。&#10;&#10;我想强调的是：产品入口只是起点。真正要判断的是，界面上有没有出现真实的任务分工、阶段结果和汇总产物。如果只是换了个说法，而看不到独立任务，那就只记录产品可见的过程，不要替它脑补内部结构。`} style={{ width: 1280, height: 720, background: '#FFFFFF', flexDirection: 'column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2.12.5&lt;/Text&gt;&#10;        &lt;/Box&gt;&#10;&#10;        &lt;Text style={{ fontSize: 56, fontWeight: 'bold', color: '#20344B', lineHeight: 1.15 }}&gt;在 WorkBuddy 中使用专家与专家团&lt;/Text&gt;&#10;&#10;        &lt;Box style={{ width: 640, height: 4, background: '#276FBF' }} /&gt;&#10;&#10;        &lt;Text style={{ fontSize: 19, color: '#546779', lineHeight: 1.7 }}&gt;产品入口只是起点，能不能看到真实分工，要看界面与配置。&lt;/Text&gt;&#10;&#10;        &lt;Box style={{ marginTop: 8, flexDirection: 'row', gap: 16 }}&gt;&#10;            &lt;Box style={{ width: 330, height: 56, background: '#EDF4FC', borderRadius: 8, justifyContent: 'center', alignItems: 'center' }}&gt;&#10;                &lt;Text style={{ fontSize: 17, fontWeight: 'bold', color: '#276FBF' }}&gt;专家　专业角色&lt;/Text&gt;&#10;            &lt;/Box&gt;&#10;            &lt;Box style={{ width: 330, height: 56, background: '#ECF7F2', borderRadius: 8, justifyContent: 'center', alignItems: 'center' }}&gt;&#10;                &lt;Text style={{ fontSize: 17, fontWeight: 'bold', color: '#26816B' }}&gt;专家团　拆解与汇总&lt;/Text&gt;&#10;            &lt;/Box&gt;&#10;            &lt;Box style={{ width: 330, height: 56, background: '#F4F7FA', borderRadius: 8, justifyContent: 'center', alignItems: 'center' }}&gt;&#10;                &lt;Text style={{ fontSize: 17, fontWeight: 'bold', color: '#546779' }}&gt;可见团队以账户为准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2.12.5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中使用专家与专家团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产品入口只是起点，能不能看到真实分工，要看界面与配置。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619250" y="48863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专家　专业角色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90525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752975" y="48863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专家团　拆解与汇总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2009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048625" y="48863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可见团队以账户为准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2" name="" descr="&lt;Slide notes={`在产品里做一次对照，我建议按四步走。&#10;&#10;第一步，先在一个普通任务里提供完整材料和同一份候选，请单个助手做审阅，并把报告保存下来。这就是基线。&#10;&#10;第二步，进入专家入口，选择适合资料分析或方案审查的角色。如果有看起来合适的专家团，先把成员分工读完再用。&#10;&#10;第三步，把要求写死：只审阅指定文件，每条意见都要列出来源，并且引用本地校验器的报告。&#10;&#10;第四步，看完之后判断有没有出现真实的任务分工、阶段结果和汇总产物。如果界面没有展示独立任务，那就只记录产品可见的过程。&#10;&#10;现有专家团如果不支持我们设想的三种角色，可以在三个独立任务里人工传递材料，当作手工协作练习；但不要把它写成已经配置了自定义专家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5　在 WorkBuddy 中使用专家与专家团&lt;/Text&gt;&#10;            &lt;Text style={{ fontSize: 34, fontWeight: 'bold', color: '#20344B' }}&gt;四步做一次对照&lt;/Text&gt;&#10;        &lt;/Box&gt;&#10;    &lt;/Box&gt;&#10;&#10;    &lt;Box style={{ height: 540, flexDirection: 'row', alignItems: 'center', gap: 32 }}&gt;&#10;&#10;        &lt;Box style={{ width: 660, flexDirection: 'column', gap: 12 }}&gt;&#10;&#10;            &lt;Box style={{ flexDirection: 'row', gap: 14, background: '#F4F7FA', borderRadius: 8, padding: '12px 16px'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1&lt;/Text&gt;&#10;                &lt;/Box&gt;&#10;                &lt;Box style={{ flexDirection: 'column', gap: 2 }}&gt;&#10;                    &lt;Text style={{ fontSize: 17, fontWeight: 'bold', color: '#20344B' }}&gt;先做基线&lt;/Text&gt;&#10;                    &lt;Text style={{ fontSize: 14, color: '#546779' }}&gt;普通任务中提供完整材料和同一份候选，请单个助手审阅并保存报告&lt;/Text&gt;&#10;                &lt;/Box&gt;&#10;            &lt;/Box&gt;&#10;&#10;            &lt;Box style={{ flexDirection: 'row', gap: 14, background: '#F4F7FA', borderRadius: 8, padding: '12px 16px'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2&lt;/Text&gt;&#10;                &lt;/Box&gt;&#10;                &lt;Box style={{ flexDirection: 'column', gap: 2 }}&gt;&#10;                    &lt;Text style={{ fontSize: 17, fontWeight: 'bold', color: '#20344B' }}&gt;选角色或团队&lt;/Text&gt;&#10;                    &lt;Text style={{ fontSize: 14, color: '#546779' }}&gt;在专家入口选择资料分析或方案审查角色；有专家团先读成员分工&lt;/Text&gt;&#10;                &lt;/Box&gt;&#10;            &lt;/Box&gt;&#10;&#10;            &lt;Box style={{ flexDirection: 'row', gap: 14, background: '#F4F7FA', borderRadius: 8, padding: '12px 16px'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3&lt;/Text&gt;&#10;                &lt;/Box&gt;&#10;                &lt;Box style={{ flexDirection: 'column', gap: 2 }}&gt;&#10;                    &lt;Text style={{ fontSize: 17, fontWeight: 'bold', color: '#20344B' }}&gt;要求列出来源&lt;/Text&gt;&#10;                    &lt;Text style={{ fontSize: 14, color: '#546779' }}&gt;只审阅指定文件，每条意见注明来源，并引用本地校验器报告&lt;/Text&gt;&#10;                &lt;/Box&gt;&#10;            &lt;/Box&gt;&#10;&#10;            &lt;Box style={{ flexDirection: 'row', gap: 14, background: '#ECF7F2', borderRadius: 8, padding: '12px 16px', alignItems: 'center' }}&gt;&#10;                &lt;Box style={{ width: 40, height: 40, borderRadius: 8, background: '#26816B', justifyContent: 'center', alignItems: 'center' }}&gt;&#10;                    &lt;Text style={{ fontSize: 17, fontWeight: 'bold', color: '#FFFFFF' }}&gt;04&lt;/Text&gt;&#10;                &lt;/Box&gt;&#10;                &lt;Box style={{ flexDirection: 'column', gap: 2 }}&gt;&#10;                    &lt;Text style={{ fontSize: 17, fontWeight: 'bold', color: '#20344B' }}&gt;看有没有真实分工&lt;/Text&gt;&#10;                    &lt;Text style={{ fontSize: 14, color: '#546779' }}&gt;检查是否出现任务分工、阶段结果与汇总产物&lt;/Text&gt;&#10;                &lt;/Box&gt;&#10;            &lt;/Box&gt;&#10;&#10;        &lt;/Box&gt;&#10;&#10;        &lt;Box style={{ width: 460, flexDirection: 'column', gap: 12 }}&gt;&#10;            &lt;Text style={{ fontSize: 21, fontWeight: 'bold', color: '#26816B' }}&gt;只有看得见，才记录得下&lt;/Text&gt;&#10;            &lt;Box style={{ flexDirection: 'row', gap: 12, background: '#EDF4FC', borderRadius: 8, padding: '14px 16px', alignItems: 'center' }}&gt;&#10;                &lt;Box style={{ width: 4, height: 44, background: '#276FBF' }} /&gt;&#10;                &lt;Box style={{ flexDirection: 'column', gap: 3 }}&gt;&#10;                    &lt;Text style={{ fontSize: 15, fontWeight: 'bold', color: '#20344B' }}&gt;界面没展示独立任务&lt;/Text&gt;&#10;                    &lt;Text style={{ fontSize: 14, color: '#546779', lineHeight: 1.5 }}&gt;只记录产品可见的过程，不推断内部结构&lt;/Text&gt;&#10;                &lt;/Box&gt;&#10;            &lt;/Box&gt;&#10;            &lt;Box style={{ flexDirection: 'row', gap: 12, background: '#EDF4FC', borderRadius: 8, padding: '14px 16px', alignItems: 'center' }}&gt;&#10;                &lt;Box style={{ width: 4, height: 44, background: '#276FBF' }} /&gt;&#10;                &lt;Box style={{ flexDirection: 'column', gap: 3 }}&gt;&#10;                    &lt;Text style={{ fontSize: 15, fontWeight: 'bold', color: '#20344B' }}&gt;专家团不支持三种角色&lt;/Text&gt;&#10;                    &lt;Text style={{ fontSize: 14, color: '#546779', lineHeight: 1.5 }}&gt;用三个独立任务人工传递材料，作为手工协作练习&lt;/Text&gt;&#10;                &lt;/Box&gt;&#10;            &lt;/Box&gt;&#10;            &lt;Box style={{ flexDirection: 'row', gap: 12, background: '#FFF4E6', borderRadius: 8, padding: '14px 16px', alignItems: 'center' }}&gt;&#10;                &lt;Box style={{ width: 4, height: 44, background: '#CB6B28' }} /&gt;&#10;                &lt;Box style={{ flexDirection: 'column', gap: 3 }}&gt;&#10;                    &lt;Text style={{ fontSize: 15, fontWeight: 'bold', color: '#CB6B28' }}&gt;别写成已配置自定义专家团&lt;/Text&gt;&#10;                    &lt;Text style={{ fontSize: 14, color: '#546779', lineHeight: 1.5 }}&gt;手工传递不等于配置好了团队&lt;/Text&gt;&#10;                &lt;/Box&gt;&#10;            &lt;/Box&gt;&#10;            &lt;Box style={{ flexDirection: 'row', gap: 12, background: '#F4F7FA', borderRadius: 8, padding: '14px 16px', alignItems: 'center' }}&gt;&#10;                &lt;Box style={{ width: 4, height: 44, background: '#B5C7D8' }} /&gt;&#10;                &lt;Box style={{ flexDirection: 'column', gap: 3 }}&gt;&#10;                    &lt;Text style={{ fontSize: 15, fontWeight: 'bold', color: '#20344B' }}&gt;多任务共用同一目录&lt;/Text&gt;&#10;                    &lt;Text style={{ fontSize: 14, color: '#546779', lineHeight: 1.5 }}&gt;事先约定各自的输出文件，避免互相覆盖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1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中使用专家与专家团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676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四步做一次对照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2324100"/>
            <a:ext cx="6286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762000" y="2438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57250" y="25336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276350" y="243840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先做基线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276350" y="26574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普通任务中提供完整材料和同一份候选，请单个助手审阅并保存报告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3048000"/>
            <a:ext cx="6286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762000" y="31623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57250" y="32575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276350" y="3162300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选角色或团队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276350" y="3381375"/>
            <a:ext cx="386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在专家入口选择资料分析或方案审查角色；有专家团先读成员分工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09600" y="3771900"/>
            <a:ext cx="6286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762000" y="38862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57250" y="39814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76350" y="3886200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要求列出来源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276350" y="410527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只审阅指定文件，每条意见注明来源，并引用本地校验器报告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4495800"/>
            <a:ext cx="6286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762000" y="46101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57250" y="47053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276350" y="461010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看有没有真实分工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276350" y="48291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检查是否出现任务分工、阶段结果与汇总产物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200900" y="1933575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只有看得见，才记录得下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200900" y="2295525"/>
            <a:ext cx="4381500" cy="714375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7353300" y="24479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505700" y="24288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界面没展示独立任务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505700" y="2628900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只记录产品可见的过程，不推断内部结构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200900" y="3124200"/>
            <a:ext cx="4381500" cy="714375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7353300" y="32766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505700" y="3257550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专家团不支持三种角色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505700" y="34575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用三个独立任务人工传递材料，作为手工协作练习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200900" y="3952875"/>
            <a:ext cx="4381500" cy="714375"/>
          </a:xfrm>
          <a:prstGeom prst="roundRect">
            <a:avLst>
              <a:gd name="adj" fmla="val 10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7353300" y="41052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505700" y="408622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别写成已配置自定义专家团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505700" y="4286250"/>
            <a:ext cx="1733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手工传递不等于配置好了团队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200900" y="4781550"/>
            <a:ext cx="4381500" cy="714375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7353300" y="4933950"/>
            <a:ext cx="38100" cy="419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505700" y="491490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多任务共用同一目录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505700" y="511492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事先约定各自的输出文件，避免互相覆盖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notes={`有一个误区必须点破：以为选了专家角色，权限就自动变大了。&#10;&#10;专家角色本身并不会获得额外权限。它能不能读取文件、能不能访问外部服务，仍然取决于实际配置的能力和授权。界面上写着&quot;专家&quot;，不等于它能碰到你的数据。&#10;&#10;还有一条边界要说清楚：WorkBuddy 的任务协作，和第三章要讲的仿真角色交互，不是一回事。前者是任务分工，角色之间交接的是文件和意见；后者涉及世界状态、空间、虚拟时间，以及已经提交的动作。&#10;&#10;把这两件事混起来，容易高估协作角色能做什么。分清它们的对象，才知道该在哪里核对权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5　在 WorkBuddy 中使用专家与专家团&lt;/Text&gt;&#10;            &lt;Text style={{ fontSize: 34, fontWeight: 'bold', color: '#20344B' }}&gt;专家角色不自动获得权限&lt;/Text&gt;&#10;        &lt;/Box&gt;&#10;    &lt;/Box&gt;&#10;&#10;    &lt;Box style={{ height: 540, flexDirection: 'row', alignItems: 'center', gap: 32 }}&gt;&#10;&#10;        &lt;Box style={{ width: 504, flexDirection: 'column', gap: 14 }}&gt;&#10;            &lt;Text style={{ fontSize: 22, fontWeight: 'bold', color: '#CB6B28' }}&gt;权限取决于配置与授权&lt;/Text&gt;&#10;            &lt;Box style={{ flexDirection: 'row', gap: 14, background: '#FFF4E6', borderRadius: 8, padding: '16px 18px', alignItems: 'center' }}&gt;&#10;                &lt;Box style={{ width: 4, height: 46, background: '#CB6B28' }} /&gt;&#10;                &lt;Box style={{ flexDirection: 'column', gap: 3 }}&gt;&#10;                    &lt;Text style={{ fontSize: 16, fontWeight: 'bold', color: '#CB6B28' }}&gt;角色不自动获得额外权限&lt;/Text&gt;&#10;                    &lt;Text style={{ fontSize: 14, color: '#546779' }}&gt;界面上写着专家，不等于它能碰到你的数据&lt;/Text&gt;&#10;                &lt;/Box&gt;&#10;            &lt;/Box&gt;&#10;            &lt;Box style={{ flexDirection: 'row', gap: 14, background: '#EDF4FC', borderRadius: 8, padding: '16px 18px', alignItems: 'center' }}&gt;&#10;                &lt;Box style={{ width: 4, height: 46, background: '#276FBF' }} /&gt;&#10;                &lt;Box style={{ flexDirection: 'column', gap: 3 }}&gt;&#10;                    &lt;Text style={{ fontSize: 16, fontWeight: 'bold', color: '#20344B' }}&gt;能读什么、能连什么要看配置&lt;/Text&gt;&#10;                    &lt;Text style={{ fontSize: 14, color: '#546779' }}&gt;取决于实际配置的能力和授权&lt;/Text&gt;&#10;                &lt;/Box&gt;&#10;            &lt;/Box&gt;&#10;            &lt;Box style={{ flexDirection: 'row', gap: 14, background: '#EDF4FC', borderRadius: 8, padding: '16px 18px', alignItems: 'center' }}&gt;&#10;                &lt;Box style={{ width: 4, height: 46, background: '#276FBF' }} /&gt;&#10;                &lt;Box style={{ flexDirection: 'column', gap: 3 }}&gt;&#10;                    &lt;Text style={{ fontSize: 16, fontWeight: 'bold', color: '#20344B' }}&gt;产品可见的分工不等于角色隔离&lt;/Text&gt;&#10;                    &lt;Text style={{ fontSize: 14, color: '#546779' }}&gt;权限要单独核对，不能从界面推断&lt;/Text&gt;&#10;                &lt;/Box&gt;&#10;            &lt;/Box&gt;&#10;        &lt;/Box&gt;&#10;&#10;        &lt;Box style={{ width: 616, flexDirection: 'column', gap: 14 }}&gt;&#10;            &lt;Text style={{ fontSize: 22, fontWeight: 'bold', color: '#276FBF' }}&gt;它与第三章不是一回事&lt;/Text&gt;&#10;            &lt;Box style={{ flexDirection: 'column', gap: 8, background: '#F4F7FA', borderRadius: 10, padding: '20px 22px' }}&gt;&#10;                &lt;Text style={{ fontSize: 17, fontWeight: 'bold', color: '#20344B' }}&gt;WorkBuddy 的任务协作&lt;/Text&gt;&#10;                &lt;Text style={{ fontSize: 15, color: '#546779', lineHeight: 1.6 }}&gt;角色之间交接的是文件、意见与汇总产物，围绕一个任务展开。&lt;/Text&gt;&#10;            &lt;/Box&gt;&#10;            &lt;Box style={{ flexDirection: 'column', gap: 8, background: '#ECF7F2', borderRadius: 10, padding: '20px 22px' }}&gt;&#10;                &lt;Text style={{ fontSize: 17, fontWeight: 'bold', color: '#26816B' }}&gt;第三章的仿真角色交互&lt;/Text&gt;&#10;                &lt;Text style={{ fontSize: 15, color: '#546779', lineHeight: 1.6 }}&gt;涉及世界状态、空间、虚拟时间，以及已经提交的动作。角色的行为会改变共同世界。&lt;/Text&gt;&#10;            &lt;/Box&gt;&#10;            &lt;Box style={{ flexDirection: 'row', gap: 12, background: '#EDF4FC', borderRadius: 8, padding: '14px 18px', alignItems: 'center' }}&gt;&#10;                &lt;Box style={{ width: 4, height: 40, background: '#276FBF' }} /&gt;&#10;                &lt;Text style={{ fontSize: 14, color: '#546779', lineHeight: 1.5 }}&gt;分清对象，才知道该在哪里核对权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2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中使用专家与专家团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专家角色不自动获得权限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227647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权限取决于配置与授权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2667000"/>
            <a:ext cx="4800600" cy="742950"/>
          </a:xfrm>
          <a:prstGeom prst="roundRect">
            <a:avLst>
              <a:gd name="adj" fmla="val 102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781050" y="2819400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52500" y="2847975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角色不自动获得额外权限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52500" y="306705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界面上写着专家，不等于它能碰到你的数据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" y="3543300"/>
            <a:ext cx="48006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781050" y="36957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952500" y="37242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能读什么、能连什么要看配置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952500" y="394335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取决于实际配置的能力和授权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09600" y="4419600"/>
            <a:ext cx="48006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781050" y="45720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52500" y="46005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产品可见的分工不等于角色隔离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952500" y="48196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权限要单独核对，不能从界面推断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715000" y="2133600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它与第三章不是一回事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715000" y="2524125"/>
            <a:ext cx="586740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924550" y="271462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的任务协作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924550" y="2990850"/>
            <a:ext cx="5448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角色之间交接的是文件、意见与汇总产物，围绕一个任务展开。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5715000" y="3590925"/>
            <a:ext cx="5867400" cy="933450"/>
          </a:xfrm>
          <a:prstGeom prst="roundRect">
            <a:avLst>
              <a:gd name="adj" fmla="val 1020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924550" y="378142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第三章的仿真角色交互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924550" y="4057650"/>
            <a:ext cx="5448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涉及世界状态、空间、虚拟时间，以及已经提交的动作。角色的行为会改变共同世界。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715000" y="4657725"/>
            <a:ext cx="58674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5886450" y="47910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38850" y="4857750"/>
            <a:ext cx="2266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分清对象，才知道该在哪里核对权限。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0" name="" descr="&lt;Slide notes={`最后一块要回答一个很实际的问题：这套协作到底值不值得保留。&#10;&#10;我的建议是用同一批任务去比较单 Agent 和多 Agent，而不是挑一次展示。要记录的指标有六个：最终正确率、漏检数、误报数、总 Token、总耗时，以及人工复核时间。&#10;&#10;这里有一个容易被忽略的成本：并行通常只缩短了彼此独立的那部分等待，而两个审阅加一次汇总，Token 开销还是要相加的。省下的时间和多花的费用，得放在一起看。&#10;&#10;换句话说，判断标准不是&quot;多 Agent 看起来更聪明&quot;，而是它在你自己的任务集上，能不能用可接受的成本换来更少的漏检。`} style={{ width: 1280, height: 720, background: '#FFFFFF', flexDirection: 'column', justifyContent: 'center', padding: '20px 64px' }}&gt;&#10;&#10;    &lt;Box style={{ height: 100 }} /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2.12.6&lt;/Text&gt;&#10;        &lt;/Box&gt;&#10;&#10;        &lt;Text style={{ fontSize: 56, fontWeight: 'bold', color: '#20344B', lineHeight: 1.15 }}&gt;如何判断协作值得保留&lt;/Text&gt;&#10;&#10;        &lt;Box style={{ width: 640, height: 4, background: '#276FBF' }} /&gt;&#10;&#10;        &lt;Text style={{ fontSize: 19, color: '#546779', lineHeight: 1.7 }}&gt;用同一任务集对比，而不是挑一次成功案例。&lt;/Text&gt;&#10;&#10;        &lt;Box style={{ marginTop: 8, flexDirection: 'row', gap: 16 }}&gt;&#10;            &lt;Box style={{ width: 330, height: 56, background: '#EDF4FC', borderRadius: 8, justifyContent: 'center', alignItems: 'center' }}&gt;&#10;                &lt;Text style={{ fontSize: 17, fontWeight: 'bold', color: '#276FBF' }}&gt;同一任务集&lt;/Text&gt;&#10;            &lt;/Box&gt;&#10;            &lt;Box style={{ width: 330, height: 56, background: '#ECF7F2', borderRadius: 8, justifyContent: 'center', alignItems: 'center' }}&gt;&#10;                &lt;Text style={{ fontSize: 17, fontWeight: 'bold', color: '#26816B' }}&gt;收益与代价一起记&lt;/Text&gt;&#10;            &lt;/Box&gt;&#10;            &lt;Box style={{ width: 330, height: 56, background: '#FFF4E6', borderRadius: 8, justifyContent: 'center', alignItems: 'center' }}&gt;&#10;                &lt;Text style={{ fontSize: 17, fontWeight: 'bold', color: '#CB6B28' }}&gt;不能只看一次结果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2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609600" y="21907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14375" y="22955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295400" y="2362200"/>
            <a:ext cx="43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2.12.6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如何判断协作值得保留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38481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用同一任务集对比，而不是挑一次成功案例。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781175" y="4886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同一任务集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390525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829175" y="48863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收益与代价一起记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200900" y="4714875"/>
            <a:ext cx="31432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124825" y="48863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不能只看一次结果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96" name="" descr="&lt;Slide notes={`比较单 Agent 和多 Agent，我建议至少记录六个指标。&#10;&#10;前三个看质量：最终正确率，代表整体做对的比例；漏检数，代表真正的问题被漏掉多少；误报数，代表本来没问题却被判成问题。漏检和误报要分开数，因为它们对使用者的代价完全不同。&#10;&#10;后三个看成本：总 Token，注意两个审阅加一次汇总的开销要相加；总耗时，并行只缩短了独立任务的等待部分，不是所有环节都变快；还有人工复核时间，多人输出反而可能让复核变重。&#10;&#10;把这六个放在一起，才能判断协作到底是把问题减少了，还是只是把成本换了个地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6　如何判断协作值得保留&lt;/Text&gt;&#10;            &lt;Text style={{ fontSize: 34, fontWeight: 'bold', color: '#20344B' }}&gt;六个要一起记录的指标&lt;/Text&gt;&#10;        &lt;/Box&gt;&#10;    &lt;/Box&gt;&#10;&#10;    &lt;Box style={{ height: 540, flexDirection: 'column', justifyContent: 'center', gap: 16 }}&gt;&#10;&#10;        &lt;Box style={{ flexDirection: 'row', alignItems: 'center', gap: 12 }}&gt;&#10;            &lt;Box style={{ width: 3, height: 24, background: '#276FBF' }} /&gt;&#10;            &lt;Text style={{ fontSize: 16, color: '#546779' }}&gt;用相同任务集比较单 Agent 与多 Agent，质量与成本一起看&lt;/Text&gt;&#10;        &lt;/Box&gt;&#10;&#10;        &lt;Box style={{ flexDirection: 'row', gap: 18 }}&gt;&#10;            &lt;Box style={{ width: 372, height: 168, background: '#EDF4FC', borderRadius: 8, padding: '16px 18px', flexDirection: 'column', gap: 6, justifyContent: 'center' }}&gt;&#10;                &lt;Text style={{ fontSize: 20, fontWeight: 'bold', color: '#276FBF' }}&gt;最终正确率&lt;/Text&gt;&#10;                &lt;Box style={{ height: 1, background: '#B5C7D8' }} /&gt;&#10;                &lt;Text style={{ fontSize: 14, color: '#546779', lineHeight: 1.55 }}&gt;整体做对的比例，是最粗的一层判断&lt;/Text&gt;&#10;            &lt;/Box&gt;&#10;            &lt;Box style={{ width: 372, height: 168, background: '#EDF4FC', borderRadius: 8, padding: '16px 18px', flexDirection: 'column', gap: 6, justifyContent: 'center' }}&gt;&#10;                &lt;Text style={{ fontSize: 20, fontWeight: 'bold', color: '#276FBF' }}&gt;漏检数&lt;/Text&gt;&#10;                &lt;Box style={{ height: 1, background: '#B5C7D8' }} /&gt;&#10;                &lt;Text style={{ fontSize: 14, color: '#546779', lineHeight: 1.55 }}&gt;真正的问题没被发现的数量&lt;/Text&gt;&#10;            &lt;/Box&gt;&#10;            &lt;Box style={{ width: 372, height: 168, background: '#EDF4FC', borderRadius: 8, padding: '16px 18px', flexDirection: 'column', gap: 6, justifyContent: 'center' }}&gt;&#10;                &lt;Text style={{ fontSize: 20, fontWeight: 'bold', color: '#276FBF' }}&gt;误报数&lt;/Text&gt;&#10;                &lt;Box style={{ height: 1, background: '#B5C7D8' }} /&gt;&#10;                &lt;Text style={{ fontSize: 14, color: '#546779', lineHeight: 1.55 }}&gt;本来没问题却被判成问题；与漏检分开数&lt;/Text&gt;&#10;            &lt;/Box&gt;&#10;        &lt;/Box&gt;&#10;&#10;        &lt;Box style={{ flexDirection: 'row', gap: 18 }}&gt;&#10;            &lt;Box style={{ width: 372, height: 168, background: '#FFF4E6', borderRadius: 8, padding: '16px 18px', flexDirection: 'column', gap: 6, justifyContent: 'center' }}&gt;&#10;                &lt;Text style={{ fontSize: 20, fontWeight: 'bold', color: '#CB6B28' }}&gt;总 Token&lt;/Text&gt;&#10;                &lt;Box style={{ height: 1, background: '#B5C7D8' }} /&gt;&#10;                &lt;Text style={{ fontSize: 14, color: '#546779', lineHeight: 1.55 }}&gt;两个审阅加一次汇总，开销要相加&lt;/Text&gt;&#10;            &lt;/Box&gt;&#10;            &lt;Box style={{ width: 372, height: 168, background: '#ECF7F2', borderRadius: 8, padding: '16px 18px', flexDirection: 'column', gap: 6, justifyContent: 'center' }}&gt;&#10;                &lt;Text style={{ fontSize: 20, fontWeight: 'bold', color: '#26816B' }}&gt;总耗时&lt;/Text&gt;&#10;                &lt;Box style={{ height: 1, background: '#B5C7D8' }} /&gt;&#10;                &lt;Text style={{ fontSize: 14, color: '#546779', lineHeight: 1.55 }}&gt;并行只缩短独立任务的等待部分&lt;/Text&gt;&#10;            &lt;/Box&gt;&#10;            &lt;Box style={{ width: 372, height: 168, background: '#ECF7F2', borderRadius: 8, padding: '16px 18px', flexDirection: 'column', gap: 6, justifyContent: 'center' }}&gt;&#10;                &lt;Text style={{ fontSize: 20, fontWeight: 'bold', color: '#26816B' }}&gt;人工复核时间&lt;/Text&gt;&#10;                &lt;Box style={{ height: 1, background: '#B5C7D8' }} /&gt;&#10;                &lt;Text style={{ fontSize: 14, color: '#546779', lineHeight: 1.55 }}&gt;多份输出可能让复核变重，也要计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2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如何判断协作值得保留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六个要一起记录的指标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1847850"/>
            <a:ext cx="28575" cy="228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52475" y="1866900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用相同任务集比较单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与多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，质量与成本一起看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2228850"/>
            <a:ext cx="3543300" cy="160020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81050" y="27241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最终正确率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781050" y="3009900"/>
            <a:ext cx="3200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81050" y="30765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整体做对的比例，是最粗的一层判断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4324350" y="2228850"/>
            <a:ext cx="3543300" cy="160020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495800" y="27241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漏检数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4495800" y="3009900"/>
            <a:ext cx="3200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495800" y="30765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真正的问题没被发现的数量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039100" y="2228850"/>
            <a:ext cx="3543300" cy="160020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210550" y="27241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误报数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210550" y="3009900"/>
            <a:ext cx="3200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210550" y="30765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本来没问题却被判成问题；与漏检分开数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3981450"/>
            <a:ext cx="3543300" cy="160020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81050" y="44767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总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781050" y="4762500"/>
            <a:ext cx="3200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81050" y="48291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两个审阅加一次汇总，开销要相加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324350" y="3981450"/>
            <a:ext cx="3543300" cy="1600200"/>
          </a:xfrm>
          <a:prstGeom prst="roundRect">
            <a:avLst>
              <a:gd name="adj" fmla="val 476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495800" y="44767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总耗时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4495800" y="4762500"/>
            <a:ext cx="3200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495800" y="48291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并行只缩短独立任务的等待部分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8039100" y="3981450"/>
            <a:ext cx="3543300" cy="1600200"/>
          </a:xfrm>
          <a:prstGeom prst="roundRect">
            <a:avLst>
              <a:gd name="adj" fmla="val 476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210550" y="447675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人工复核时间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8210550" y="4762500"/>
            <a:ext cx="3200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210550" y="48291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多份输出可能让复核变重，也要计入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29" name="" descr="&lt;Slide notes={`有三类结果，看上去像证据，其实站不住。&#10;&#10;第一类是只挑多 Agent 成功、单 Agent 失败的那一次展示。这类比较无法代表整体表现，因为没有在多批任务上重复。要判断，就得在同一任务集上系统比较。&#10;&#10;第二类是&quot;一致但错误&quot;。两个角色可能共享同一个模型的偏差，于是它们都错，还错得一样。这种情况最有欺骗性，因为它看起来像共识。更值得检验的，是这些角色有没有带来真正独立的视角。&#10;&#10;第三类是把本地校验器已经可靠的规则，交给两个模型重复判断。容量和时间本来就能用程序查清楚，未必需要两个模型再说一遍。更值得让角色去找的，是材料缺失、解释误导，以及没有说出口的假设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6　如何判断协作值得保留&lt;/Text&gt;&#10;            &lt;Text style={{ fontSize: 34, fontWeight: 'bold', color: '#20344B' }}&gt;三类要警惕的结果&lt;/Text&gt;&#10;        &lt;/Box&gt;&#10;    &lt;/Box&gt;&#10;&#10;    &lt;Box style={{ height: 540, flexDirection: 'column', justifyContent: 'center', gap: 14 }}&gt;&#10;&#10;        &lt;Box style={{ flexDirection: 'row', alignItems: 'center' }}&gt;&#10;            &lt;Box style={{ width: 240 }}&gt;&lt;Text style={{ fontSize: 15, fontWeight: 'bold', color: '#546779' }}&gt;现象&lt;/Text&gt;&lt;/Box&gt;&#10;            &lt;Box style={{ width: 16 }} /&gt;&#10;            &lt;Box style={{ width: 416 }}&gt;&lt;Text style={{ fontSize: 15, fontWeight: 'bold', color: '#546779' }}&gt;为什么危险&lt;/Text&gt;&lt;/Box&gt;&#10;            &lt;Box style={{ width: 32 }} /&gt;&#10;            &lt;Box style={{ width: 448 }}&gt;&lt;Text style={{ fontSize: 15, fontWeight: 'bold', color: '#26816B' }}&gt;更值得检验什么&lt;/Text&gt;&lt;/Box&gt;&#10;        &lt;/Box&gt;&#10;&#10;        &lt;Box style={{ flexDirection: 'row', alignItems: 'center' }}&gt;&#10;            &lt;Box style={{ width: 240, height: 140, background: '#FFF4E6', borderRadius: 8, padding: '14px 16px', flexDirection: 'column', gap: 5, justifyContent: 'center' }}&gt;&#10;                &lt;Text style={{ fontSize: 15, fontWeight: 'bold', color: '#CB6B28' }}&gt;只挑一次成功展示&lt;/Text&gt;&#10;                &lt;Text style={{ fontSize: 14, color: '#546779', lineHeight: 1.5 }}&gt;多 Agent 成功、单 Agent 失败的那一次&lt;/Text&gt;&#10;            &lt;/Box&gt;&#10;            &lt;Box style={{ width: 16 }} /&gt;&#10;            &lt;Box style={{ width: 416, height: 140, background: '#F4F7FA', borderRadius: 8, padding: '14px 16px', flexDirection: 'column', gap: 5, justifyContent: 'center' }}&gt;&#10;                &lt;Text style={{ fontSize: 15, fontWeight: 'bold', color: '#20344B' }}&gt;无法代表整体表现&lt;/Text&gt;&#10;                &lt;Text style={{ fontSize: 14, color: '#546779', lineHeight: 1.5 }}&gt;单次结果里可能只是运气，没有重复也就没有比较&lt;/Text&gt;&#10;            &lt;/Box&gt;&#10;            &lt;Box style={{ width: 32 }} /&gt;&#10;            &lt;Box style={{ width: 448, height: 140, background: '#ECF7F2', borderRadius: 8, padding: '14px 16px', flexDirection: 'column', gap: 5, justifyContent: 'center' }}&gt;&#10;                &lt;Text style={{ fontSize: 15, fontWeight: 'bold', color: '#26816B' }}&gt;在同一任务集上系统比较&lt;/Text&gt;&#10;                &lt;Text style={{ fontSize: 14, color: '#546779', lineHeight: 1.5 }}&gt;跑一批任务，看正确率、漏检与误报的差别&lt;/Text&gt;&#10;            &lt;/Box&gt;&#10;        &lt;/Box&gt;&#10;&#10;        &lt;Box style={{ flexDirection: 'row', alignItems: 'center' }}&gt;&#10;            &lt;Box style={{ width: 240, height: 140, background: '#FFF4E6', borderRadius: 8, padding: '14px 16px', flexDirection: 'column', gap: 5, justifyContent: 'center' }}&gt;&#10;                &lt;Text style={{ fontSize: 15, fontWeight: 'bold', color: '#CB6B28' }}&gt;一致但错误&lt;/Text&gt;&#10;                &lt;Text style={{ fontSize: 14, color: '#546779', lineHeight: 1.5 }}&gt;两个角色共享同一模型的偏差&lt;/Text&gt;&#10;            &lt;/Box&gt;&#10;            &lt;Box style={{ width: 16 }} /&gt;&#10;            &lt;Box style={{ width: 416, height: 140, background: '#F4F7FA', borderRadius: 8, padding: '14px 16px', flexDirection: 'column', gap: 5, justifyContent: 'center' }}&gt;&#10;                &lt;Text style={{ fontSize: 15, fontWeight: 'bold', color: '#20344B' }}&gt;看起来像共识，其实同源&lt;/Text&gt;&#10;                &lt;Text style={{ fontSize: 14, color: '#546779', lineHeight: 1.5 }}&gt;两个角色都错、且错得一样，最容易让人放心&lt;/Text&gt;&#10;            &lt;/Box&gt;&#10;            &lt;Box style={{ width: 32 }} /&gt;&#10;            &lt;Box style={{ width: 448, height: 140, background: '#ECF7F2', borderRadius: 8, padding: '14px 16px', flexDirection: 'column', gap: 5, justifyContent: 'center' }}&gt;&#10;                &lt;Text style={{ fontSize: 15, fontWeight: 'bold', color: '#26816B' }}&gt;是否带来真正独立的视角&lt;/Text&gt;&#10;                &lt;Text style={{ fontSize: 14, color: '#546779', lineHeight: 1.5 }}&gt;检验不同角色能不能各看一面，而不是重复同一判断&lt;/Text&gt;&#10;            &lt;/Box&gt;&#10;        &lt;/Box&gt;&#10;&#10;        &lt;Box style={{ flexDirection: 'row', alignItems: 'center' }}&gt;&#10;            &lt;Box style={{ width: 240, height: 140, background: '#EDF4FC', borderRadius: 8, padding: '14px 16px', flexDirection: 'column', gap: 5, justifyContent: 'center' }}&gt;&#10;                &lt;Text style={{ fontSize: 15, fontWeight: 'bold', color: '#276FBF' }}&gt;重复判断已验证规则&lt;/Text&gt;&#10;                &lt;Text style={{ fontSize: 14, color: '#546779', lineHeight: 1.5 }}&gt;本地校验器已经可靠地检查容量和时间&lt;/Text&gt;&#10;            &lt;/Box&gt;&#10;            &lt;Box style={{ width: 16 }} /&gt;&#10;            &lt;Box style={{ width: 416, height: 140, background: '#F4F7FA', borderRadius: 8, padding: '14px 16px', flexDirection: 'column', gap: 5, justifyContent: 'center' }}&gt;&#10;                &lt;Text style={{ fontSize: 15, fontWeight: 'bold', color: '#20344B' }}&gt;未必是最有价值的分工&lt;/Text&gt;&#10;                &lt;Text style={{ fontSize: 14, color: '#546779', lineHeight: 1.5 }}&gt;把明示规则交给两个模型再说一遍，收益有限&lt;/Text&gt;&#10;            &lt;/Box&gt;&#10;            &lt;Box style={{ width: 32 }} /&gt;&#10;            &lt;Box style={{ width: 448, height: 140, background: '#ECF7F2', borderRadius: 8, padding: '14px 16px', flexDirection: 'column', gap: 5, justifyContent: 'center' }}&gt;&#10;                &lt;Text style={{ fontSize: 15, fontWeight: 'bold', color: '#26816B' }}&gt;材料缺失与未声明的假设&lt;/Text&gt;&#10;                &lt;Text style={{ fontSize: 14, color: '#546779', lineHeight: 1.5 }}&gt;更值得查的是解释误导、未声明假设这类模型能提意见的地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2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如何判断协作值得保留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三类要警惕的结果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048000" y="142875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为什么危险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315200" y="14287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更值得检验什么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1733550"/>
            <a:ext cx="2286000" cy="133350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62000" y="2047875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只挑一次成功展示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62000" y="2266950"/>
            <a:ext cx="1981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成功、单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失败的那一次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3048000" y="1733550"/>
            <a:ext cx="3962400" cy="13335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200400" y="21717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无法代表整体表现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200400" y="239077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单次结果里可能只是运气，没有重复也就没有比较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315200" y="1733550"/>
            <a:ext cx="4267200" cy="133350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467600" y="217170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在同一任务集上系统比较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467600" y="2390775"/>
            <a:ext cx="3962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跑一批任务，看正确率、漏检与误报的差别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9600" y="3200400"/>
            <a:ext cx="2286000" cy="133350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62000" y="3638550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一致但错误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62000" y="3857625"/>
            <a:ext cx="1981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两个角色共享同一模型的偏差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3048000" y="3200400"/>
            <a:ext cx="3962400" cy="13335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200400" y="363855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看起来像共识，其实同源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3200400" y="385762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两个角色都错、且错得一样，最容易让人放心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7315200" y="3200400"/>
            <a:ext cx="4267200" cy="133350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467600" y="363855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是否带来真正独立的视角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467600" y="3857625"/>
            <a:ext cx="3962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检验不同角色能不能各看一面，而不是重复同一判断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4667250"/>
            <a:ext cx="2286000" cy="133350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62000" y="4981575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重复判断已验证规则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62000" y="5200650"/>
            <a:ext cx="1981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本地校验器已经可靠地检查容量和时间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3048000" y="4667250"/>
            <a:ext cx="3962400" cy="13335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200400" y="51054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未必是最有价值的分工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200400" y="532447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把明示规则交给两个模型再说一遍，收益有限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7315200" y="4667250"/>
            <a:ext cx="4267200" cy="1333500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467600" y="510540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材料缺失与未声明的假设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467600" y="5324475"/>
            <a:ext cx="3962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更值得查的是解释误导、未声明假设这类模型能提意见的地方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6" name="" descr="&lt;Slide notes={`这一节留一个练习，用来验证角色到底有没有在查证据。&#10;&#10;做法是复制一份 plan.md，在里面加一句&quot;已向居民发出通知&quot;，但不给任何发送工具，也不给发送结果。然后把这份文件传给脚本，或者在 WorkBuddy 里引用它。&#10;&#10;接下来看三方的反应：单个助手、两个审阅角色，还有汇总员，有没有人指出这句话缺乏证据。如果都没有，说明角色只是在复述，而不是在核对。&#10;&#10;判分的时候，看的是具体结论和依据，不是讨论了几轮。哪怕一句简短的&quot;这条没有发送记录支撑&quot;，也比一大段没有出处的话更有价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12.6　如何判断协作值得保留&lt;/Text&gt;&#10;            &lt;Text style={{ fontSize: 34, fontWeight: 'bold', color: '#20344B' }}&gt;一次练习：缺少证据的声明&lt;/Text&gt;&#10;        &lt;/Box&gt;&#10;    &lt;/Box&gt;&#10;&#10;    &lt;Box style={{ height: 540, flexDirection: 'column', justifyContent: 'center', gap: 14 }}&gt;&#10;&#10;        &lt;Box style={{ flexDirection: 'row', alignItems: 'center', gap: 12 }}&gt;&#10;            &lt;Box style={{ width: 3, height: 24, background: '#276FBF' }} /&gt;&#10;            &lt;Text style={{ fontSize: 16, color: '#546779' }}&gt;在一份 plan.md 副本里加一句没有依据的声明，看谁会发现&lt;/Text&gt;&#10;        &lt;/Box&gt;&#10;&#10;        &lt;Box style={{ flexDirection: 'row', alignItems: 'center', justifyContent: 'center' }}&gt;&#10;            &lt;Box style={{ width: 340, height: 234, background: '#EDF4FC', borderRadius: 8, padding: '16px 18px', flexDirection: 'column', gap: 8, justifyContent: 'center' }}&gt;&#10;                &lt;Text style={{ fontSize: 19, fontWeight: 'bold', color: '#276FBF' }}&gt;改一份副本&lt;/Text&gt;&#10;                &lt;Text style={{ fontSize: 14, color: '#546779', lineHeight: 1.6 }}&gt;在 plan.md 中加入{'\n'}「已向居民发出通知」{'\n'}但不提供发送工具与结果&lt;/Text&gt;&#10;            &lt;/Box&gt;&#10;            &lt;Box style={{ width: 44, height: 234, justifyContent: 'center', alignItems: 'center' }}&gt;&lt;Text style={{ fontSize: 26, color: '#276FBF' }}&gt;›&lt;/Text&gt;&lt;/Box&gt;&#10;            &lt;Box style={{ width: 340, height: 234, background: '#EDF4FC', borderRadius: 8, padding: '16px 18px', flexDirection: 'column', gap: 8, justifyContent: 'center' }}&gt;&#10;                &lt;Text style={{ fontSize: 19, fontWeight: 'bold', color: '#276FBF' }}&gt;把文件传进去&lt;/Text&gt;&#10;                &lt;Text style={{ fontSize: 14, color: '#546779', lineHeight: 1.6 }}&gt;用脚本的 plan 参数指向它{'\n'}或在 WorkBuddy 中引用{'\n'}让两个审阅角色独立读同一份&lt;/Text&gt;&#10;            &lt;/Box&gt;&#10;            &lt;Box style={{ width: 44, height: 234, justifyContent: 'center', alignItems: 'center' }}&gt;&lt;Text style={{ fontSize: 26, color: '#26816B' }}&gt;›&lt;/Text&gt;&lt;/Box&gt;&#10;            &lt;Box style={{ width: 340, height: 234, background: '#ECF7F2', borderRadius: 8, padding: '16px 18px', flexDirection: 'column', gap: 8, justifyContent: 'center' }}&gt;&#10;                &lt;Text style={{ fontSize: 19, fontWeight: 'bold', color: '#26816B' }}&gt;看谁指出缺证据&lt;/Text&gt;&#10;                &lt;Text style={{ fontSize: 14, color: '#546779', lineHeight: 1.6 }}&gt;观察单 Agent、两个审阅角色{'\n'}和汇总员是否都指出{'\n'}这句话没有发送记录支撑&lt;/Text&gt;&#10;            &lt;/Box&gt;&#10;        &lt;/Box&gt;&#10;&#10;        &lt;Box style={{ flexDirection: 'row', gap: 16 }}&gt;&#10;            &lt;Box style={{ width: 700, height: 92, background: '#F4F7FA', borderRadius: 10, padding: '14px 20px', flexDirection: 'column', gap: 6, justifyContent: 'center' }}&gt;&#10;                &lt;Text style={{ fontSize: 15, color: '#546779' }}&gt;练习命令&lt;/Text&gt;&#10;                &lt;Text style={{ fontSize: 16, fontWeight: 'bold', color: '#20344B' }}&gt;python multi_agent.py fixtures/valid-schedule.json --plan path/to/plan.md&lt;/Text&gt;&#10;            &lt;/Box&gt;&#10;            &lt;Box style={{ flex: 1, height: 92, background: '#ECF7F2', borderRadius: 10, padding: '14px 20px', flexDirection: 'column', gap: 6, justifyContent: 'center' }}&gt;&#10;                &lt;Text style={{ fontSize: 16, fontWeight: 'bold', color: '#26816B' }}&gt;判分对象是结论和依据&lt;/Text&gt;&#10;                &lt;Text style={{ fontSize: 14, color: '#546779' }}&gt;不是讨论轮数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2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2.12.6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如何判断协作值得保留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一次练习：缺少证据的声明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1914525"/>
            <a:ext cx="28575" cy="228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52475" y="193357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在一份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plan.md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副本里加一句没有依据的声明，看谁会发现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819150" y="2276475"/>
            <a:ext cx="3238500" cy="2228850"/>
          </a:xfrm>
          <a:prstGeom prst="roundRect">
            <a:avLst>
              <a:gd name="adj" fmla="val 341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90600" y="2857500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改一份副本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90600" y="3152775"/>
            <a:ext cx="28956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plan.md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中加入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「已向居民发出通知」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但不提供发送工具与结果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229100" y="3238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4476750" y="2276475"/>
            <a:ext cx="3238500" cy="2228850"/>
          </a:xfrm>
          <a:prstGeom prst="roundRect">
            <a:avLst>
              <a:gd name="adj" fmla="val 341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4648200" y="2857500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把文件传进去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648200" y="3152775"/>
            <a:ext cx="28956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用脚本的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plan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参数指向它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中引用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让两个审阅角色独立读同一份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886700" y="3238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8134350" y="2276475"/>
            <a:ext cx="3238500" cy="2228850"/>
          </a:xfrm>
          <a:prstGeom prst="roundRect">
            <a:avLst>
              <a:gd name="adj" fmla="val 341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305800" y="2857500"/>
            <a:ext cx="2895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看谁指出缺证据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305800" y="3152775"/>
            <a:ext cx="28956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、两个审阅角色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和汇总员是否都指出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这句话没有发送记录支撑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09600" y="4638675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00100" y="4867275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练习命令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0100" y="5095875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python multi_agent.py fixtures/valid-schedule.json --plan path/to/plan.md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7429500" y="4638675"/>
            <a:ext cx="41529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620000" y="4876800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判分对象是结论和依据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620000" y="51244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不是讨论轮数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92" name="" descr="&lt;Slide notes={`这一节讲完了，我把要带走的东西收成三个问题。&#10;&#10;第一个，拆分换来了什么。是减少了遗漏，隔离了上下文，还是缩短了独立等待？如果一条都对不上，那就先别拆。&#10;&#10;第二个，交接带了什么证据。范围、来源、适用时段、未解决项，有没有跟着一起走？只有摘要，就会在传递中被悄悄放大。&#10;&#10;第三个，协作值不值得留。用同一任务集比较正确率、漏检、误报、Token、耗时和人工复核；不要只挑一次成功案例，也要小心&quot;一致但错误&quot;。&#10;&#10;这三个问题没有标准答案，但它们能帮你在动手之前，先判断这次分工有没有必要。`} style={{ width: 1280, height: 720, background: '#FFFFFF', flexDirection: 'column', padding: '20px 64px' }}&gt;&#10;&#10;    &lt;Box style={{ height: 100 }} /&gt;&#10;&#10;    &lt;Box style={{ height: 540, flexDirection: 'column', justifyContent: 'center', gap: 26 }}&gt;&#10;&#10;        &lt;Box style={{ flexDirection: 'column', alignItems: 'center', gap: 12 }}&gt;&#10;            &lt;Text style={{ fontSize: 15, color: '#546779' }}&gt;2.12　小结&lt;/Text&gt;&#10;            &lt;Text style={{ fontSize: 44, fontWeight: 'bold', color: '#20344B', lineHeight: 1.25, textAlign: 'center' }}&gt;记住三个问题&lt;/Text&gt;&#10;            &lt;Box style={{ width: 72, height: 4, background: '#276FBF' }} /&gt;&#10;        &lt;/Box&gt;&#10;&#10;        &lt;Box style={{ flexDirection: 'row', justifyContent: 'center', alignItems: 'center' }}&gt;&#10;            &lt;Box style={{ width: 330, height: 148, background: '#EDF4FC', borderRadius: 10, padding: '18px 20px', flexDirection: 'column', gap: 8, justifyContent: 'center' }}&gt;&#10;                &lt;Text style={{ fontSize: 20, fontWeight: 'bold', color: '#276FBF' }}&gt;拆分换来了什么&lt;/Text&gt;&#10;                &lt;Text style={{ fontSize: 14, color: '#546779', lineHeight: 1.6 }}&gt;减少遗漏、隔离上下文，还是缩短独立等待？都没有就先别拆&lt;/Text&gt;&#10;            &lt;/Box&gt;&#10;            &lt;Box style={{ width: 44, height: 148, justifyContent: 'center', alignItems: 'center' }}&gt;&lt;Text style={{ fontSize: 26, color: '#276FBF' }}&gt;›&lt;/Text&gt;&lt;/Box&gt;&#10;            &lt;Box style={{ width: 330, height: 148, background: '#EDF4FC', borderRadius: 10, padding: '18px 20px', flexDirection: 'column', gap: 8, justifyContent: 'center' }}&gt;&#10;                &lt;Text style={{ fontSize: 20, fontWeight: 'bold', color: '#276FBF' }}&gt;交接带了什么证据&lt;/Text&gt;&#10;                &lt;Text style={{ fontSize: 14, color: '#546779', lineHeight: 1.6 }}&gt;结论、来源、适用时段、未解决项跟着走了吗？只有摘要会被放大&lt;/Text&gt;&#10;            &lt;/Box&gt;&#10;            &lt;Box style={{ width: 44, height: 148, justifyContent: 'center', alignItems: 'center' }}&gt;&lt;Text style={{ fontSize: 26, color: '#26816B' }}&gt;›&lt;/Text&gt;&lt;/Box&gt;&#10;            &lt;Box style={{ width: 330, height: 148, background: '#ECF7F2', borderRadius: 10, padding: '18px 20px', flexDirection: 'column', gap: 8, justifyContent: 'center' }}&gt;&#10;                &lt;Text style={{ fontSize: 20, fontWeight: 'bold', color: '#26816B' }}&gt;协作值不值得留&lt;/Text&gt;&#10;                &lt;Text style={{ fontSize: 14, color: '#546779', lineHeight: 1.6 }}&gt;同一任务集比正确率、漏检、误报、Token 与耗时，小心一致但错误&lt;/Text&gt;&#10;            &lt;/Box&gt;&#10;        &lt;/Box&gt;&#10;&#10;        &lt;Box style={{ flexDirection: 'row', alignItems: 'center', gap: 12 }}&gt;&#10;            &lt;Box style={{ width: 3, height: 26, background: '#26816B' }} /&gt;&#10;            &lt;Text style={{ fontSize: 16, color: '#546779' }}&gt;下一节　2.13　可观测性、评估、可靠性与成本&lt;/Text&gt;&#10;        &lt;/Box&gt;&#10;&#10;    &lt;/Box&gt;&#10;&#10;    &lt;Box style={{ height: 40, flexDirection: 'row', justifyContent: 'space-between', alignItems: 'center' }}&gt;&#10;        &lt;Text style={{ fontSize: 14, color: '#546779' }}&gt;2.12 多 Agent 协作与工作流&lt;/Text&gt;&#10;        &lt;Text style={{ fontSize: 14, color: '#546779' }}&gt;2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734050" y="21050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2.12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4838700" y="2390775"/>
            <a:ext cx="251460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记住三个问题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5753100" y="3133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962025" y="3419475"/>
            <a:ext cx="314325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152525" y="371475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拆分换来了什么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152525" y="4019550"/>
            <a:ext cx="276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减少遗漏、隔离上下文，还是缩短独立等待？都没有就先别拆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4276725" y="3971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4524375" y="3419475"/>
            <a:ext cx="314325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4714875" y="371475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交接带了什么证据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714875" y="4019550"/>
            <a:ext cx="276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结论、来源、适用时段、未解决项跟着走了吗？只有摘要会被放大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839075" y="39719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086725" y="3419475"/>
            <a:ext cx="3143250" cy="1409700"/>
          </a:xfrm>
          <a:prstGeom prst="roundRect">
            <a:avLst>
              <a:gd name="adj" fmla="val 67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277225" y="371475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协作值不值得留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277225" y="4019550"/>
            <a:ext cx="276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同一任务集比正确率、漏检、误报、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与耗时，小心一致但错误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5076825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52475" y="510540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2.13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可观测性、评估、可靠性与成本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协作与工作流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2026-09-29T03:57:09Z</dcterms:created>
  <dcterms:modified xsi:type="dcterms:W3CDTF">2026-09-29T03:57:09Z</dcterms:modified>
</cp:coreProperties>
</file>