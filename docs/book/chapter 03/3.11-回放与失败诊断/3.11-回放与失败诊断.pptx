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27" Type="http://schemas.openxmlformats.org/officeDocument/2006/relationships/slide" Target="slides/slide27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29" Type="http://schemas.openxmlformats.org/officeDocument/2006/relationships/presProps" Target="presProp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8" Type="http://schemas.openxmlformats.org/officeDocument/2006/relationships/notesMaster" Target="notesMasters/notesMaster1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回放里最常见的一幕说起。画面上许安站在手作室附近，看起来像是已经到达。但看到这一幕，其实还分不清两种完全不同的情况：他真的走到了，还是只是路过。公告栏旁边写着「通知已更新」，也一样，文字更新了不代表对象状态真的发生变化，更不代表该知道的人已经知道。</a:t>
            </a:r>
          </a:p>
          <a:p>
            <a:r>
              <a:rPr lang="zh-CN" dirty="0"/>
              <a:t>所以这一节要立一条规矩：画面和活动文字只是线索，不是结论。能证明世界发生改变的，只有提交到持久边界的事实，也就是实际坐标、已执行路径、位置语义，以及对象事件的结构化前后状态。</a:t>
            </a:r>
          </a:p>
          <a:p>
            <a:r>
              <a:rPr lang="zh-CN" dirty="0"/>
              <a:t>带着这条规矩，我们去看一条动作怎样一步步成为可回放的已提交事实。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这一节把回放从「看画面」变成「查证据」。</a:t>
            </a:r>
          </a:p>
          <a:p>
            <a:r>
              <a:rPr lang="zh-CN" dirty="0"/>
              <a:t>第一块讲事实的来源。模型提出行动、校验通过、动作选择被接受，这些都还没有改变世界；真正形成变化的是世界提交，再由 StepResult 统一记录，并由持久边界推进可见状态。</a:t>
            </a:r>
          </a:p>
          <a:p>
            <a:r>
              <a:rPr lang="zh-CN" dirty="0"/>
              <a:t>第二块讲怎么在页面里追。先记下可用 Step 上限和当前 Step，用时间线定位事件，再核对人物、会话和对象状态，始终确认自己看的是哪一个 Run、哪一个 Step。</a:t>
            </a:r>
          </a:p>
          <a:p>
            <a:r>
              <a:rPr lang="zh-CN" dirty="0"/>
              <a:t>第三块把常见问题分成四类：正确的边界处理、行为问题、执行问题、页面展示问题。分类不同，处理方式完全不同。</a:t>
            </a:r>
          </a:p>
          <a:p>
            <a:r>
              <a:rPr lang="zh-CN" dirty="0"/>
              <a:t>第四块讲怎么写下来。一份能复核的异常记录必须有固定的几个要素，缺证据就标「待复现」。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这一块要解决的问题只有一个：凭什么说一件事真的发生过。</a:t>
            </a:r>
          </a:p>
          <a:p>
            <a:r>
              <a:rPr lang="zh-CN" dirty="0"/>
              <a:t>一次行动在系统里其实走了好几段路。模型先提出行动，MCP 校验身份、权限和参数，校验通过以后动作选择被接受，这一步只说明「这个选择被允许」，根 Skill 在这一轮就结束了，世界还没有任何改变。</a:t>
            </a:r>
          </a:p>
          <a:p>
            <a:r>
              <a:rPr lang="zh-CN" dirty="0"/>
              <a:t>真正的变化发生在世界提交之后，由 StepResult 把本步的参与者状态、事件、效果和会话统一记录下来，再由持久边界推进可见状态和 committed_step。</a:t>
            </a:r>
          </a:p>
          <a:p>
            <a:r>
              <a:rPr lang="zh-CN" dirty="0"/>
              <a:t>回放读的就是这条线之后的已提交事实，而不是模型说过什么。记住这个顺序，后面判断一个结论站不站得住，就有了统一的尺子。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顺着这条链往下走，就能确定回放边界。</a:t>
            </a:r>
          </a:p>
          <a:p>
            <a:r>
              <a:rPr lang="zh-CN" dirty="0"/>
              <a:t>最左边是根 Skill 发起世界动作调用，接着 MCP 校验身份、权限和参数。校验通过以后出现 accepted，它只表示动作选择被接受，根 Skill 这一轮就结束了，世界还没有变化。这一步最容易被误读。</a:t>
            </a:r>
          </a:p>
          <a:p>
            <a:r>
              <a:rPr lang="zh-CN" dirty="0"/>
              <a:t>再往下才是世界提交，形成真实变化，然后由 StepResult 统一记录本步的状态、事件、效果和会话。往下的持久提交帧与独立校验记录、检查点或恢复快照，才推进可见状态与 committed_step，回放只读这段边界以内的东西。</a:t>
            </a:r>
          </a:p>
          <a:p>
            <a:r>
              <a:rPr lang="zh-CN" dirty="0"/>
              <a:t>还有一条也要记住：事件配上非空的结构化载荷，才能确定性重建；而 Thought、计划和临时文本不进入回放归约。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模型在结果里写「我已到达手作室」，这句话很自然会被当成结论。但它只是过程文本，它不改变世界，也不记录位移。</a:t>
            </a:r>
          </a:p>
          <a:p>
            <a:r>
              <a:rPr lang="zh-CN" dirty="0"/>
              <a:t>要证明位移，要看提交事实里的实际目标坐标、四层地址和已执行路径，以及目标对应关系。要证明状态改变，要看相应对象事件的对象身份和结构化前后状态，比如公告栏从旧安排变成新安排。要证明回复到达，要看请求 ID、目标对象、回复事实，以及接收者下一轮上下文里到底拿到了什么。</a:t>
            </a:r>
          </a:p>
          <a:p>
            <a:r>
              <a:rPr lang="zh-CN" dirty="0"/>
              <a:t>还有一层容易混：MOVE 本身带活动语义，「前往手作室核实时间」描述的是移动目的，不能当成抵达证据；反过来，坐标变了也不能自动替它补上一条没有提交过的活动目的。两条证据各自独立。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回放归约只接受已提交事实，这一条边界必须守住。</a:t>
            </a:r>
          </a:p>
          <a:p>
            <a:r>
              <a:rPr lang="zh-CN" dirty="0"/>
              <a:t>原因很实际：Thought、计划和临时文本非常有用，它们能解释角色为什么这样选，读起来也最像人话。但它们没有进入持久提交，不能证明角色真的移动过，也不能证明某个对象状态真的变了。如果拿它们当证据，等于把「模型想过什么」当成「世界发生了什么」。</a:t>
            </a:r>
          </a:p>
          <a:p>
            <a:r>
              <a:rPr lang="zh-CN" dirty="0"/>
              <a:t>所以在读一条回放时，先确认自己站在提交边界以内，再用审计材料去解释动机。顺序反了，判断就会跟着文字走，而不是跟着事实走。</a:t>
            </a:r>
          </a:p>
          <a:p>
            <a:r>
              <a:rPr lang="zh-CN" dirty="0"/>
              <a:t>一句话：审计材料帮忙理解，不负责证明。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有人会问：回放的时候，模型是不是又把当时的事情重新想了一遍？不是。回放的任务是解释已经发生的记录，不是重新决策。</a:t>
            </a:r>
          </a:p>
          <a:p>
            <a:r>
              <a:rPr lang="zh-CN" dirty="0"/>
              <a:t>它读取两类输入：一类是 Run 里已经提交的帧，以及提交身份和哈希记录；另一类是 Run 内嵌的地图、素材和空间语义索引。然后校验身份、内嵌实验哈希、帧连续性和提交记录，并且只校验到 committed_step，再把这些既有事实归约成位置、活动、会话和对象外观。</a:t>
            </a:r>
          </a:p>
          <a:p>
            <a:r>
              <a:rPr lang="zh-CN" dirty="0"/>
              <a:t>这里有一个关键：它不会执行 Brain，也不会执行 Skill，更不会重新调用模型。投影缓存是可以丢弃的，丢掉以后重新读取原始输入再校验一次就行，但这条回路不会绕到 Brain 去生成新的决定。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把提交边界写成数字会更清楚。设 status.committed_step 等于 k，回放就只能显示 1 到 k 的已提交事实。就算目录里已经出现了 k+1 的临时帧或日志，也不能把它加进正式时间线。</a:t>
            </a:r>
          </a:p>
          <a:p>
            <a:r>
              <a:rPr lang="zh-CN" dirty="0"/>
              <a:t>第二条口径是缓存。projection.json 这类投影缓存可以随时丢掉再重建，它方便，但它不能成为比原始提交更高的事实来源。丢掉之后重新读取原始输入、重新校验同一批已提交事实就可以了。</a:t>
            </a:r>
          </a:p>
          <a:p>
            <a:r>
              <a:rPr lang="zh-CN" dirty="0"/>
              <a:t>所以判断一条记录能不能用，不看它是不是最新的文件，而看它有没有被提交。文件名里的步数大，并不等于它的地位更高。</a:t>
            </a:r>
          </a:p>
          <a:p>
            <a:r>
              <a:rPr lang="zh-CN" dirty="0"/>
              <a:t>一句话：回放的边界由 committed_step 决定，不由目录里有什么决定。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还有一类情况需要说清楚，因为它最容易被读反。</a:t>
            </a:r>
          </a:p>
          <a:p>
            <a:r>
              <a:rPr lang="zh-CN" dirty="0"/>
              <a:t>当历史事实本身仍然完整，但里面旧的 Skill 执行字段已经不再满足当前的执行校验时，回放仍然只读这些既有事实。这不代表回放要跟着放宽校验，也不代表可以容忍损坏的内容。</a:t>
            </a:r>
          </a:p>
          <a:p>
            <a:r>
              <a:rPr lang="zh-CN" dirty="0"/>
              <a:t>要分清三件事：一是回放读取，二是新跑或恢复时的执行校验，三是包协议与内容完整性。测试专门覆盖的是「历史事实与执行校验分离」，不是协议或内容的容错。</a:t>
            </a:r>
          </a:p>
          <a:p>
            <a:r>
              <a:rPr lang="zh-CN" dirty="0"/>
              <a:t>所以看到「旧字段不满足当前校验」时，正确的处理是把它记下来、说明范围，而不是顺手改掉历史，或者扩大回放权限。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现在把方法落到界面上。这一块讲的是怎么在回放里沿一条事件把证据取出来。</a:t>
            </a:r>
          </a:p>
          <a:p>
            <a:r>
              <a:rPr lang="zh-CN" dirty="0"/>
              <a:t>第一步是定位，不要一上来就翻画面。先用时间线找到那一件事发生在哪一步，同时记下可用的 Step 上限和当前 Step。第二步是核对，去看人物、会话和对象状态，而且始终确认自己看的是哪个 Run、哪个 Step。第三步才是对照，把看到的东西和要证明的结论一项一项对上。</a:t>
            </a:r>
          </a:p>
          <a:p>
            <a:r>
              <a:rPr lang="zh-CN" dirty="0"/>
              <a:t>顺序不能颠倒。先看画面再找解释，很容易被最有说服力的那一帧带偏；先定位再核对，才能让每一个结论都落在具体的身份和具体的步数上。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选择正确的 Run 之后进入仿真回放，先做一件常被跳过的事：记下可用的 Step 上限和当前 Step。后面所有结论都要挂在这个范围上。</a:t>
            </a:r>
          </a:p>
          <a:p>
            <a:r>
              <a:rPr lang="zh-CN" dirty="0"/>
              <a:t>界面上大致分三块。左边是时间线，标记会区分检查点、对话、事件和 Attempt 边界，用它可以快速定位到那件事发生在哪一步。中间是画面和近景，用来核对人物比例、脚底锚点、遮挡和状态图切换。右边是人物、会话和对象状态，用来核对坐标、参与者、实际消息和对象状态前后值。</a:t>
            </a:r>
          </a:p>
          <a:p>
            <a:r>
              <a:rPr lang="zh-CN" dirty="0"/>
              <a:t>左边定位、中间看表现、右边查事实，三个位置各有分工。任何一条结论，都要能说清是在哪一块、哪一个 Run、哪一个 Step 上得到的。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时间线上的标记不是装饰，它们解决的是「这件事属于哪一类」的问题。</a:t>
            </a:r>
          </a:p>
          <a:p>
            <a:r>
              <a:rPr lang="zh-CN" dirty="0"/>
              <a:t>检查点代表一个完整状态边界，从它开始回放，页面才可能带上此前已经提交的状态。对话标记对应的是一段会话和其中的消息轮次。事件标记对应对象状态的变化。Attempt 边界则把重跑和恢复分成不同段落，它提醒我们：同样的一步，在不同尝试里是两件事。</a:t>
            </a:r>
          </a:p>
          <a:p>
            <a:r>
              <a:rPr lang="zh-CN" dirty="0"/>
              <a:t>用标记的时候要有一个意识：它只说明类别，不说明质量。看到一个事件标记，不等于这个事件一定正确，也不等于画面一定同步。它只是告诉我该去哪里找对应的事实。</a:t>
            </a:r>
          </a:p>
          <a:p>
            <a:r>
              <a:rPr lang="zh-CN" dirty="0"/>
              <a:t>所以先用标记定位，再用右侧这些事实去核对。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把画面看成两种视角会更省力：地图概览和近景，它们各管一段。</a:t>
            </a:r>
          </a:p>
          <a:p>
            <a:r>
              <a:rPr lang="zh-CN" dirty="0"/>
              <a:t>地图概览用来看空间关系，也就是谁在哪个区域、彼此是不是相邻、路径大概怎么走。它回答的是「关系对不对」。近景用来看细节，比如人物比例是否正常、脚底锚点有没有落在地上、有没有被遮挡、状态图有没有正确切换。它回答的是「表现对不对」。</a:t>
            </a:r>
          </a:p>
          <a:p>
            <a:r>
              <a:rPr lang="zh-CN" dirty="0"/>
              <a:t>千万不要只保留一张全场截图。全场图既能看关系又能看表现，但两边都不够准。要核对某个对象的状态，就单独截它更新前后的近景；要核对某个人有没有走到，就单独看他的坐标和四层地址。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把常见结论摊开来看，取证要求其实很固定。</a:t>
            </a:r>
          </a:p>
          <a:p>
            <a:r>
              <a:rPr lang="zh-CN" dirty="0"/>
              <a:t>许安是否抵达，要看实际目标坐标、四层地址、已执行路径和目标对应关系；计划路径、导航首格和活动描述都不能单独证明他到了。</a:t>
            </a:r>
          </a:p>
          <a:p>
            <a:r>
              <a:rPr lang="zh-CN" dirty="0"/>
              <a:t>公告是否从旧安排变成新安排，要看对象状态变化事件里的对象身份和结构化前后状态；林岚说一句「已经通知」不算，普通的动作文本也不算。预约查询是否得到回复，要看请求 ID、目标对象、回复事实，以及接收者下一轮的上下文；服务台声称「已回答所有人」同样不算。</a:t>
            </a:r>
          </a:p>
          <a:p>
            <a:r>
              <a:rPr lang="zh-CN" dirty="0"/>
              <a:t>周宁是否完成一次交流，要看稳定的会话标识、参与者和实际消息，而不是两个人看上去站在一起。</a:t>
            </a:r>
          </a:p>
          <a:p>
            <a:r>
              <a:rPr lang="zh-CN" dirty="0"/>
              <a:t>每一项都要落到具体字段，而不是感觉。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再说两个容易出漏洞的地方。</a:t>
            </a:r>
          </a:p>
          <a:p>
            <a:r>
              <a:rPr lang="zh-CN" dirty="0"/>
              <a:t>第一个是 MOVE。移动同时带着坐标和活动语义，比如「前往手作室核实时间」描述的是移动目的。目的话可以解释行为，但不能当成抵达证据；反过来，坐标发生变化也不能自动替它补上一条没有提交过的活动目的。两条信息各有各的来源，谁也不能替谁说话。</a:t>
            </a:r>
          </a:p>
          <a:p>
            <a:r>
              <a:rPr lang="zh-CN" dirty="0"/>
              <a:t>第二个是对象状态。回放可能从中段开始，这时候页面不能从素材目录里的当前状态或默认图片重新开始，而要先带上此前已经提交的对象状态，再应用当前窗口里的更新。</a:t>
            </a:r>
          </a:p>
          <a:p>
            <a:r>
              <a:rPr lang="zh-CN" dirty="0"/>
              <a:t>记住这一点，才能解释为什么同一个对象在两次回放里外观可能不同：差别不在素材，在归约的历史。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这一块是整节最实用的部分：看到异常之后，先判断它属于哪一类。</a:t>
            </a:r>
          </a:p>
          <a:p>
            <a:r>
              <a:rPr lang="zh-CN" dirty="0"/>
              <a:t>很多人一发现问题就直奔「系统有缺陷」。但回放里出现的现象，来源差别很大：可能是边界被正确地处理了，可能是行为策略本身需要调整，可能是执行真的出错，也可能只是页面表现和事实不一致。这四类问题的处理方式完全不同。</a:t>
            </a:r>
          </a:p>
          <a:p>
            <a:r>
              <a:rPr lang="zh-CN" dirty="0"/>
              <a:t>所以在分类之前有两个动作不能省：先核对对应的事实，再把身份定位到具体的 Run、Attempt、Step 和参与者。没有这两步，分类就只是猜测。</a:t>
            </a:r>
          </a:p>
          <a:p>
            <a:r>
              <a:rPr lang="zh-CN" dirty="0"/>
              <a:t>这四类会依次展开，每一类都有明确的处理口径。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分类之前有两个动作不能省。</a:t>
            </a:r>
          </a:p>
          <a:p>
            <a:r>
              <a:rPr lang="zh-CN" dirty="0"/>
              <a:t>第一是核对对应的事实。听到「已经到达」，就去查坐标轨迹；听到「已经更正」，就去查对象状态事件；听到「已经通知」，就去查请求和消息。第二是把身份定位清楚：是哪一个 Run、哪一次 Attempt、哪一步、哪一个参与者。</a:t>
            </a:r>
          </a:p>
          <a:p>
            <a:r>
              <a:rPr lang="zh-CN" dirty="0"/>
              <a:t>为什么身份这么重要？因为同一句话在不同身份下含义完全不同。许安在第一次尝试里说到达，和他在重跑之后的第二次尝试里说到达，是两件互不相干的事。没有身份，证据就没法复核，别人也无法重现你的判断。</a:t>
            </a:r>
          </a:p>
          <a:p>
            <a:r>
              <a:rPr lang="zh-CN" dirty="0"/>
              <a:t>所以观察到的现象只是入口，起点必须落到具体的身份上。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把分类的路径画出来会更清楚：先接到一个观察或声称，再找到对应事实，再把身份定位到 Run、Attempt、Step 和参与者，然后判断属于四类里的哪一类。</a:t>
            </a:r>
          </a:p>
          <a:p>
            <a:r>
              <a:rPr lang="zh-CN" dirty="0"/>
              <a:t>第一类是行为问题：系统可能运行正常，但 SOP、输入或模型决策需要分析，改动应该形成新实验并保留原 Run。第二类是执行问题：模型持续报错、检查点成员哈希不一致、已提交帧出现缺口，要记录错误和最后完整边界。第三类是页面展示问题：已提交位置正确但人物画在错误区域、状态事件存在但图片没切换、切换 Run 后仍显示上一次结果，这需要同时保存帧证据和页面截图。</a:t>
            </a:r>
          </a:p>
          <a:p>
            <a:r>
              <a:rPr lang="zh-CN" dirty="0"/>
              <a:t>四条分支最后都汇到同一件事：保留最小可定位证据。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先看前两类，它们最容易被误判成故障。</a:t>
            </a:r>
          </a:p>
          <a:p>
            <a:r>
              <a:rPr lang="zh-CN" dirty="0"/>
              <a:t>第一类是正确的边界处理。请求超过硬上限的视野时，运行时会把实际半径限制在上限以内；对不可合法交互的对象构造目标，或者在同一个轮次里第二次提交世界动作，可能被明确拒绝。这些拒绝会被记录成质量告警，但不自动等于系统存在缺陷。所以要去看真实的 MCP 输入和返回，把范围裁剪和错误拒绝分开。</a:t>
            </a:r>
          </a:p>
          <a:p>
            <a:r>
              <a:rPr lang="zh-CN" dirty="0"/>
              <a:t>第二类是行为问题。许安已经确认手作改到十点半，却仍在此前按旧安排正式开始；周宁反复检索同样的空记忆；Brain 达到循环上限以后回退到等待。这些情况下系统可能在正常运行，需要分析的是 SOP、输入或模型决策。改动方案要形成新实验，原 Run 保留。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后两类更接近「真的是问题」，但它们的性质仍然不同。</a:t>
            </a:r>
          </a:p>
          <a:p>
            <a:r>
              <a:rPr lang="zh-CN" dirty="0"/>
              <a:t>第三类是执行问题。模型持续报错、检查点成员哈希不一致、已经提交的帧出现缺口，都属于这一类。处理的时候要记录错误和最后完整边界，千万不能把失败之后产生的临时文件继续当成已提交事实来用，否则后面所有结论都会建立在错误的基础上。</a:t>
            </a:r>
          </a:p>
          <a:p>
            <a:r>
              <a:rPr lang="zh-CN" dirty="0"/>
              <a:t>第四类是页面或展示问题。已提交的位置是对的，画面上人物却出现在错误区域；状态事件明确存在，图片却没有切换；切换 Run 之后仍显示上一次的结果。这一类必须同时保存帧证据和页面截图，才能把渲染问题和模型行为问题区分开。</a:t>
            </a:r>
          </a:p>
          <a:p>
            <a:r>
              <a:rPr lang="zh-CN" dirty="0"/>
              <a:t>分类清楚了，才谈得上改哪里、要不要改。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最后一块讲怎么写下来。回放里发现的问题，如果不写成可复核的记录，就没有办法传给下一个人，也没有办法在改动之后验证。</a:t>
            </a:r>
          </a:p>
          <a:p>
            <a:r>
              <a:rPr lang="zh-CN" dirty="0"/>
              <a:t>一份可复核的异常记录至少要说清六件事：从哪个页面入口进入、做了哪个复现动作、预期是什么、实际是什么、这次观察属于哪一个实验、哪一个 Run、哪一次 Attempt、哪一步，以及对应的截图和原始事实。移动类的问题还要补感知范围、导航输入与输出、实际路径和最终坐标；对象类的问题还要补对象键、请求 ID、状态前后值和接收者。</a:t>
            </a:r>
          </a:p>
          <a:p>
            <a:r>
              <a:rPr lang="zh-CN" dirty="0"/>
              <a:t>还有一条纪律最容易被忽略：没有证据就标「待复现」。不能为了叙事读起来连贯，先编一个步骤号填上去。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一份可复核的异常记录，六个要素缺一不可。</a:t>
            </a:r>
          </a:p>
          <a:p>
            <a:r>
              <a:rPr lang="zh-CN" dirty="0"/>
              <a:t>页面入口说明你是从哪儿看到的，别人才能走到同一处。复现动作说明你做了什么，决定这件事能不能被重来一次。预期和实际是两条必须分开写的线：预期是你认为应该发生的，实际是记录里真正发生的，把它们混成一句话，问题就描述不清了。</a:t>
            </a:r>
          </a:p>
          <a:p>
            <a:r>
              <a:rPr lang="zh-CN" dirty="0"/>
              <a:t>身份是最容易被漏掉的一项：实验、Run、Attempt、Step，四个层级都要写到。最后是原始记录，也就是对应的截图和事实文件。</a:t>
            </a:r>
          </a:p>
          <a:p>
            <a:r>
              <a:rPr lang="zh-CN" dirty="0"/>
              <a:t>为什么这么强调身份和原始记录？因为一份没有身份的异常描述，只能被相信，不能被验证。而这一节的整个思路是把判断交给证据，不是交给叙述。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用一句话说明什么叫做「可复核」。像「许安没有到达」这样的描述太含糊，它没有 Step、没有路径、没有画面，别人拿到这句话什么也做不了。</a:t>
            </a:r>
          </a:p>
          <a:p>
            <a:r>
              <a:rPr lang="zh-CN" dirty="0"/>
              <a:t>同样的现象应该写成：在实际的某一步，导航返回的目标是什么；本步执行路径的终点在哪里，剩余路径有多少；画面当时显示的是什么。这些空位都留着，采集之后再填真实值。</a:t>
            </a:r>
          </a:p>
          <a:p>
            <a:r>
              <a:rPr lang="zh-CN" dirty="0"/>
              <a:t>如果问题出在移动上，还要补感知范围、导航输入与输出、实际路径和最终坐标。如果出在对象上，还要补对象键、请求 ID、状态前后值和接收者是谁。</a:t>
            </a:r>
          </a:p>
          <a:p>
            <a:r>
              <a:rPr lang="zh-CN" dirty="0"/>
              <a:t>最后一条纪律：没有证据就写「待复现」。为了读起来流畅而先编一个步骤号，会让整份记录失去价值。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最后一个问题：已有的微案例还能不能用？</a:t>
            </a:r>
          </a:p>
          <a:p>
            <a:r>
              <a:rPr lang="zh-CN" dirty="0"/>
              <a:t>「穿过门口，到阅读角看书」保留着正式八步的历史记录，可以用来学习导航证据和活动证据怎么分开，这是它仍然有价值的地方。</a:t>
            </a:r>
          </a:p>
          <a:p>
            <a:r>
              <a:rPr lang="zh-CN" dirty="0"/>
              <a:t>但另外两条要格外小心。封门对照里的 B02-007，回放和导出核验还没有闭环，不能写成完整通过。晨间案例的历史导出，也不能证明当前的青禾地图、Brain 或模型已经通过。</a:t>
            </a:r>
          </a:p>
          <a:p>
            <a:r>
              <a:rPr lang="zh-CN" dirty="0"/>
              <a:t>读任何历史记录之前，先核对取材日期、Run、精确 Skill 和参数，再判断它到底能支持哪一项结论。历史记录的价值在于它记录过什么，不在于它听起来和我们现在的目标有多接近。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如果后续在浏览器构建或者验收的过程中发现了真实的 bug，按仓库教材的约定，第一件事是停下来。</a:t>
            </a:r>
          </a:p>
          <a:p>
            <a:r>
              <a:rPr lang="zh-CN" dirty="0"/>
              <a:t>具体说：停止该项构建或运行验收，先报告影响和证据。不要在问题还没被确认之前，就继续往下构建。报告时把影响范围说清楚，把手上能定位的证据一并交出来。</a:t>
            </a:r>
          </a:p>
          <a:p>
            <a:r>
              <a:rPr lang="zh-CN" dirty="0"/>
              <a:t>然后有一条很硬的约束：在没有针对这个问题的明确决定之前，不修改产品、不绕过 UI，也不手工去改世界状态。绕过界面直接改状态，会让回放里的证据和实际操作彻底对不上，等于把诊断的依据毁掉。</a:t>
            </a:r>
          </a:p>
          <a:p>
            <a:r>
              <a:rPr lang="zh-CN" dirty="0"/>
              <a:t>这一节讲的是怎么追事实，这条纪律其实是同一件事的另一面：宁可停下报告，也不要制造一个看起来对的画面。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最后做一条练习：为「通知已更正」「许安已知晓」「许安按新安排开始活动」各写一条独立的证据要求。</a:t>
            </a:r>
          </a:p>
          <a:p>
            <a:r>
              <a:rPr lang="zh-CN" dirty="0"/>
              <a:t>为什么强调「独立」？因为这三件事看起来像一条因果链，实际上它们是三个不同的事件。「公告已更正」要的是公告对象的状态事件和前后值；「许安已知晓」要的是到达许安的回复事实和他下一轮上下文里拿到了什么；「许安按新安排开始活动」要的是实际 predicate、时间和执行路径。</a:t>
            </a:r>
          </a:p>
          <a:p>
            <a:r>
              <a:rPr lang="zh-CN" dirty="0"/>
              <a:t>还有一点要留余地：许安也可能从其他可靠渠道获知安排，不一定只走公告栏。所以实际顺序应该由证据来确定，任何一条都不能仅凭另一条成立。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第一，已提交才算发生。动作被接受、模型说过什么、画面停在哪里，都只是过程；能证明世界改变的，是提交到持久边界的事实。</a:t>
            </a:r>
          </a:p>
          <a:p>
            <a:r>
              <a:rPr lang="zh-CN" dirty="0"/>
              <a:t>第二，回放只读边界。它读取已提交帧和包内素材，校验身份、哈希与连续性，不执行 Brain，不重新调用模型，也不会把临时日志补进历史。</a:t>
            </a:r>
          </a:p>
          <a:p>
            <a:r>
              <a:rPr lang="zh-CN" dirty="0"/>
              <a:t>第三，先写缺口。证据不足时标「待复现」，而不是为了叙事顺畅补一个数值。把入口、动作、预期、实际、身份和原始记录写全，判断权就交给了证据。</a:t>
            </a:r>
          </a:p>
          <a:p>
            <a:r>
              <a:rPr lang="zh-CN" dirty="0"/>
              <a:t>带着这三件事，下一节我们去看业务指标、行为质量与 Evaluator，学习怎样定义分母与时间点。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从回放里最常见的一幕说起。画面上许安站在手作室附近，看起来像是已经到达。但看到这一幕，其实还分不清两种完全不同的情况：他真的走到了，还是只是路过。公告栏旁边写着「通知已更新」，也一样，文字更新了不代表对象状态真的发生变化，更不代表该知道的人已经知道。&#10;&#10;所以这一节要立一条规矩：画面和活动文字只是线索，不是结论。能证明世界发生改变的，只有提交到持久边界的事实，也就是实际坐标、已执行路径、位置语义，以及对象事件的结构化前后状态。&#10;&#10;带着这条规矩，我们去看一条动作怎样一步步成为可回放的已提交事实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11&lt;/Text&gt;&#10;    &lt;/Box&gt;&#10;&#10;    &lt;Box style={{ height: 540, flexDirection: 'row', alignItems: 'center', gap: 32 }}&gt;&#10;&#10;        &lt;Box style={{ width: 560, flexDirection: 'column', justifyContent: 'center', gap: 14 }}&gt;&#10;            &lt;Text style={{ fontSize: 52, fontWeight: 'bold', color: '#20344B', lineHeight: 1.2 }}&gt;回放事实与{'\n'}失败诊断&lt;/Text&gt;&#10;            &lt;Box style={{ width: 72, height: 4, background: '#276FBF' }} /&gt;&#10;            &lt;Text style={{ fontSize: 17, color: '#546779', lineHeight: 1.7, width: 560 }}&gt;看到许安站在手作室附近，可能意味着已经到达，也可能只是路过。要解释系统行为，必须把画面、活动文字与已提交事实连接起来。&lt;/Text&gt;&#10;            &lt;Box style={{ flexDirection: 'row', gap: 12, marginTop: 4 }}&gt;&#10;                &lt;Box style={{ width: 128, height: 42, background: '#EDF4FC', borderRadius: 8, justifyContent: 'center', alignItems: 'center' }}&gt;&#10;                    &lt;Text style={{ fontSize: 15, color: '#276FBF' }}&gt;提交事实&lt;/Text&gt;&#10;                &lt;/Box&gt;&#10;                &lt;Box style={{ width: 128, height: 42, background: '#EDF4FC', borderRadius: 8, justifyContent: 'center', alignItems: 'center' }}&gt;&#10;                    &lt;Text style={{ fontSize: 15, color: '#276FBF' }}&gt;只读回放&lt;/Text&gt;&#10;                &lt;/Box&gt;&#10;                &lt;Box style={{ width: 128, height: 42, background: '#ECF7F2', borderRadius: 8, justifyContent: 'center', alignItems: 'center' }}&gt;&#10;                    &lt;Text style={{ fontSize: 15, color: '#26816B' }}&gt;证据口径&lt;/Text&gt;&#10;                &lt;/Box&gt;&#10;                &lt;Box style={{ width: 128, height: 42, background: '#FFF4E6', borderRadius: 8, justifyContent: 'center', alignItems: 'center' }}&gt;&#10;                    &lt;Text style={{ fontSize: 15, color: '#CB6B28' }}&gt;四类诊断&lt;/Text&gt;&#10;                &lt;/Box&gt;&#10;            &lt;/Box&gt;&#10;        &lt;/Box&gt;&#10;&#10;        &lt;Box style={{ width: 560, flexDirection: 'column', justifyContent: 'center' }}&gt;&#10;            &lt;Box style={{ width: 560, height: 140, background: '#F4F7FA', borderRadius: 10, padding: '14px 20px', flexDirection: 'column', gap: 6, justifyContent: 'center' }}&gt;&#10;                &lt;Text style={{ fontSize: 18, fontWeight: 'bold', color: '#20344B' }}&gt;画面上看到的&lt;/Text&gt;&#10;                &lt;Text style={{ fontSize: 15, color: '#546779', lineHeight: 1.5 }}&gt;许安站在手作室附近{'\n'}公告栏旁写着「通知已更新」&lt;/Text&gt;&#10;            &lt;/Box&gt;&#10;&#10;            &lt;Box style={{ width: 560, height: 44, justifyContent: 'center', alignItems: 'center' }}&gt;&#10;                &lt;Text style={{ fontSize: 16, color: '#CB6B28' }}&gt;这些都不能直接当作结论&lt;/Text&gt;&#10;            &lt;/Box&gt;&#10;&#10;            &lt;Box style={{ width: 560, height: 216, background: '#ECF7F2', borderRadius: 10, padding: '14px 20px', flexDirection: 'column', gap: 10, justifyContent: 'center' }}&gt;&#10;                &lt;Text style={{ fontSize: 18, fontWeight: 'bold', color: '#26816B' }}&gt;已提交的事实&lt;/Text&gt;&#10;                &lt;Box style={{ width: 520, height: 40, background: '#FFFFFF', borderRadius: 8, paddingLeft: 14, justifyContent: 'center' }}&gt;&#10;                    &lt;Text style={{ fontSize: 15, color: '#20344B' }}&gt;实际坐标 · 已执行路径 · 位置语义&lt;/Text&gt;&#10;                &lt;/Box&gt;&#10;                &lt;Box style={{ width: 520, height: 40, background: '#FFFFFF', borderRadius: 8, paddingLeft: 14, justifyContent: 'center' }}&gt;&#10;                    &lt;Text style={{ fontSize: 15, color: '#20344B' }}&gt;对象状态事件及结构化前后状态&lt;/Text&gt;&#10;                &lt;/Box&gt;&#10;                &lt;Box style={{ width: 520, height: 40, background: '#FFFFFF', borderRadius: 8, paddingLeft: 14, justifyContent: 'center' }}&gt;&#10;                    &lt;Text style={{ fontSize: 15, color: '#20344B' }}&gt;请求 ID 与回复事实、接收者&lt;/Text&gt;&#10;                &lt;/Box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3.11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5334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回放事实与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失败诊断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看到许安站在手作室附近，可能意味着已经到达，也可能只是路过。要解释系统行为，必须把画面、活动文字与已提交事实连接起来。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提交事实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943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266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只读回放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32766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600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证据口径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610100" y="48006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9339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四类诊断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248400" y="1809750"/>
            <a:ext cx="53340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438900" y="2085975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画面上看到的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2352675"/>
            <a:ext cx="49530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许安站在手作室附近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公告栏旁写着「通知已更新」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077200" y="325755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这些都不能直接当作结论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48400" y="3562350"/>
            <a:ext cx="5334000" cy="2057400"/>
          </a:xfrm>
          <a:prstGeom prst="roundRect">
            <a:avLst>
              <a:gd name="adj" fmla="val 463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37719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已提交的事实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438900" y="40767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572250" y="4181475"/>
            <a:ext cx="481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实际坐标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已执行路径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位置语义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438900" y="455295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572250" y="4657725"/>
            <a:ext cx="481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对象状态事件及结构化前后状态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438900" y="5029200"/>
            <a:ext cx="4953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572250" y="5133975"/>
            <a:ext cx="481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与回复事实、接收者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notes={`这一节把回放从「看画面」变成「查证据」，一共四块内容。&#10;&#10;第一块解决事实的来源。模型提出行动、校验通过、动作选择被接受，这些都还没有改变世界；真正形成变化的是世界提交，再由 StepResult 统一记录，并由持久边界推进可见状态。&#10;&#10;第二块讲怎么在页面里追。先记下可用 Step 上限和当前 Step，用时间线定位事件，再分别去核对人物、会话和对象状态，始终确认自己看的是哪一个 Run、哪一个 Step。&#10;&#10;第三块把常见问题分成四类：正确的边界处理、行为问题、执行问题、页面展示问题。分类不同，处理方式完全不同。&#10;&#10;第四块讲怎么写下来。一份能复核的异常记录必须有固定的几个要素，缺证据就标「待复现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　回放事实与失败诊断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把回放从「看画面」变成「查证据」：先弄清什么算事实，再学会在页面里定位，最后把异常写成可复核的记录。&lt;/Text&gt;&#10;            &lt;Box style={{ width: 300, height: 110, background: '#FFF4E6', borderRadius: 10, padding: '14px 18px', flexDirection: 'column', gap: 4, justifyContent: 'center' }}&gt;&#10;                &lt;Text style={{ fontSize: 16, fontWeight: 'bold', color: '#CB6B28' }}&gt;判断顺序&lt;/Text&gt;&#10;                &lt;Text style={{ fontSize: 14, color: '#546779', lineHeight: 1.5 }}&gt;先核对事实与身份，再判断属于哪一类问题，不加判断地改画面只会丢掉证据。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事实从哪里来&lt;/Text&gt;&#10;                    &lt;Text style={{ fontSize: 14, color: '#546779' }}&gt;动作选择被接受不等于世界已经发生；回放只读已提交边界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在页面里沿一条事件取证&lt;/Text&gt;&#10;                    &lt;Text style={{ fontSize: 14, color: '#546779' }}&gt;先记 Step 上限，用时间线定位事件，再核对人物、会话与对象状态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分清四类问题再处理&lt;/Text&gt;&#10;                    &lt;Text style={{ fontSize: 14, color: '#546779' }}&gt;边界处理、行为问题、执行问题、页面展示问题，处理方式完全不同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用最小证据包描述异常&lt;/Text&gt;&#10;                    &lt;Text style={{ fontSize: 14, color: '#546779' }}&gt;入口、动作、预期、实际、身份与原始记录，缺一不可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回放事实与失败诊断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把回放从「看画面」变成「查证据」：先弄清什么算事实，再学会在页面里定位，最后把异常写成可复核的记录。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379095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判断顺序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先核对事实与身份，再判断属于哪一类问题，不加判断地改画面只会丢掉证据。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3600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事实从哪里来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动作选择被接受不等于世界已经发生；回放只读已提交边界。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在页面里沿一条事件取证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上限，用时间线定位事件，再核对人物、会话与对象状态。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分清四类问题再处理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4133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边界处理、行为问题、执行问题、页面展示问题，处理方式完全不同。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333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用最小证据包描述异常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入口、动作、预期、实际、身份与原始记录，缺一不可。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74" name="" descr="&lt;Slide notes={`这一块要解决的问题只有一个：凭什么说一件事真的发生过。&#10;&#10;一次行动在系统里其实走了好几段路。模型先提出行动，MCP 校验身份、权限和参数，校验通过以后动作选择被接受，这一步只说明「这个选择被允许」，根 Skill 在这一轮就结束了，世界还没有任何改变。&#10;&#10;真正的变化发生在世界提交之后，由 StepResult 把本步的参与者状态、事件、效果和会话统一记录下来，再由持久边界推进可见状态和 committed_step。&#10;&#10;回放读的就是这条线之后的已提交事实，而不是模型说过什么。记住这个顺序，后面判断一个结论站不站得住，就有了统一的尺子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3.11.1 — 3.11.2&lt;/Text&gt;&#10;&#10;        &lt;Text style={{ fontSize: 56, fontWeight: 'bold', color: '#20344B', lineHeight: 1.15 }}&gt;事实从哪里来&lt;/Text&gt;&#10;&#10;        &lt;Box style={{ width: 72, height: 4, background: '#276FBF' }} /&gt;&#10;&#10;        &lt;Text style={{ fontSize: 18, color: '#546779', lineHeight: 1.7, width: 900 }}&gt;画面与活动文字只是过程；能证明世界发生改变的，是提交到持久边界的事实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动作被接受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World Commit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Replay 只读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3.11.1 — 3.11.2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事实从哪里来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画面与活动文字只是过程；能证明世界发生改变的，是提交到持久边界的事实。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6097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动作被接受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714875" y="4257675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World Commit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8124825" y="4257675"/>
            <a:ext cx="942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90" name="" descr="&lt;Slide notes={`顺着这条链往下走，就能确定回放边界在哪里。&#10;&#10;最左边是根 Skill 发起世界动作调用，接着 MCP 校验身份、权限和参数。校验通过以后出现 accepted，它只表示动作选择被接受，根 Skill 这一轮就结束了，世界还没有变化。这是最容易被误读的一步。&#10;&#10;再往下才是世界提交，形成真实变化，然后由 StepResult 统一记录本步的状态、事件、效果和会话。往下的持久提交帧与独立校验记录、检查点或恢复快照，才推进可见状态与 committed_step，回放只读这段边界以内的东西。&#10;&#10;右下角那一条也要记住：事件配上非空的结构化载荷，才能确定性重建；而 Thought、计划和临时文本不进入回放归约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1　一条动作怎样成为可回放事实&lt;/Text&gt;&#10;            &lt;Text style={{ fontSize: 34, fontWeight: 'bold', color: '#20344B' }}&gt;从动作选择到已提交事实&lt;/Text&gt;&#10;        &lt;/Box&gt;&#10;    &lt;/Box&gt;&#10;&#10;    &lt;Box style={{ height: 540, flexDirection: 'column', justifyContent: 'center', gap: 16 }}&gt;&#10;&#10;        &lt;Box style={{ flexDirection: 'row', alignItems: 'center' }}&gt;&#10;            &lt;Box style={{ width: 194, height: 150, background: '#EDF4FC', borderRadius: 8, padding: 12, flexDirection: 'column', gap: 6, justifyContent: 'center', alignItems: 'center' }}&gt;&#10;                &lt;Text style={{ fontSize: 17, fontWeight: 'bold', color: '#276FBF' }}&gt;根 Skill 调用&lt;/Text&gt;&#10;                &lt;Text style={{ fontSize: 13, color: '#546779' }}&gt;world-act&lt;/Text&gt;&#10;            &lt;/Box&gt;&#10;            &lt;Box style={{ width: 44, height: 150, justifyContent: 'center', alignItems: 'center' }}&gt;&#10;                &lt;Text style={{ fontSize: 26, color: '#276FBF' }}&gt;›&lt;/Text&gt;&#10;            &lt;/Box&gt;&#10;            &lt;Box style={{ width: 194, height: 150, background: '#EDF4FC', borderRadius: 8, padding: 12, flexDirection: 'column', gap: 6, justifyContent: 'center', alignItems: 'center' }}&gt;&#10;                &lt;Text style={{ fontSize: 17, fontWeight: 'bold', color: '#276FBF' }}&gt;MCP 校验&lt;/Text&gt;&#10;                &lt;Text style={{ fontSize: 13, color: '#546779' }}&gt;身份 · 权限 · 参数&lt;/Text&gt;&#10;            &lt;/Box&gt;&#10;            &lt;Box style={{ width: 44, height: 150, justifyContent: 'center', alignItems: 'center' }}&gt;&#10;                &lt;Text style={{ fontSize: 26, color: '#276FBF' }}&gt;›&lt;/Text&gt;&#10;            &lt;/Box&gt;&#10;            &lt;Box style={{ width: 194, height: 150, background: '#FFF4E6', borderRadius: 8, padding: 12, flexDirection: 'column', gap: 6, justifyContent: 'center', alignItems: 'center' }}&gt;&#10;                &lt;Text style={{ fontSize: 17, fontWeight: 'bold', color: '#CB6B28' }}&gt;accepted&lt;/Text&gt;&#10;                &lt;Text style={{ fontSize: 13, color: '#546779' }}&gt;动作选择被接受{'\n'}根 Skill 本轮结束&lt;/Text&gt;&#10;            &lt;/Box&gt;&#10;            &lt;Box style={{ width: 44, height: 150, justifyContent: 'center', alignItems: 'center' }}&gt;&#10;                &lt;Text style={{ fontSize: 26, color: '#276FBF' }}&gt;›&lt;/Text&gt;&#10;            &lt;/Box&gt;&#10;            &lt;Box style={{ width: 194, height: 150, background: '#EDF4FC', borderRadius: 8, padding: 12, flexDirection: 'column', gap: 6, justifyContent: 'center', alignItems: 'center' }}&gt;&#10;                &lt;Text style={{ fontSize: 17, fontWeight: 'bold', color: '#276FBF' }}&gt;World Commit&lt;/Text&gt;&#10;                &lt;Text style={{ fontSize: 13, color: '#546779' }}&gt;形成真实变化&lt;/Text&gt;&#10;            &lt;/Box&gt;&#10;            &lt;Box style={{ width: 44, height: 150, justifyContent: 'center', alignItems: 'center' }}&gt;&#10;                &lt;Text style={{ fontSize: 26, color: '#276FBF' }}&gt;›&lt;/Text&gt;&#10;            &lt;/Box&gt;&#10;            &lt;Box style={{ width: 194, height: 150, background: '#ECF7F2', borderRadius: 8, padding: 12, flexDirection: 'column', gap: 6, justifyContent: 'center', alignItems: 'center' }}&gt;&#10;                &lt;Text style={{ fontSize: 17, fontWeight: 'bold', color: '#26816B' }}&gt;StepResult&lt;/Text&gt;&#10;                &lt;Text style={{ fontSize: 13, color: '#546779' }}&gt;统一状态、事件、{'\n'}效果与会话&lt;/Text&gt;&#10;            &lt;/Box&gt;&#10;        &lt;/Box&gt;&#10;&#10;        &lt;Box style={{ height: 34, flexDirection: 'row', alignItems: 'center', gap: 14 }}&gt;&#10;            &lt;Box style={{ width: 40, justifyContent: 'center', alignItems: 'center' }}&gt;&#10;                &lt;Text style={{ fontSize: 20, color: '#276FBF' }}&gt;↓&lt;/Text&gt;&#10;            &lt;/Box&gt;&#10;            &lt;Text style={{ fontSize: 15, color: '#CB6B28' }}&gt;accepted 只是「被接受」；越过持久边界之后的记录，才进入正式回放&lt;/Text&gt;&#10;        &lt;/Box&gt;&#10;&#10;        &lt;Box style={{ flexDirection: 'row', alignItems: 'center' }}&gt;&#10;            &lt;Box style={{ width: 253, height: 116, background: '#F4F7FA', borderRadius: 8, padding: 12, flexDirection: 'column', gap: 6, justifyContent: 'center', alignItems: 'center' }}&gt;&#10;                &lt;Text style={{ fontSize: 16, fontWeight: 'bold', color: '#20344B' }}&gt;持久提交帧&lt;/Text&gt;&#10;                &lt;Text style={{ fontSize: 13, color: '#546779' }}&gt;与独立校验记录&lt;/Text&gt;&#10;            &lt;/Box&gt;&#10;            &lt;Box style={{ width: 44, height: 116, justifyContent: 'center', alignItems: 'center' }}&gt;&#10;                &lt;Text style={{ fontSize: 26, color: '#276FBF' }}&gt;›&lt;/Text&gt;&#10;            &lt;/Box&gt;&#10;            &lt;Box style={{ width: 253, height: 116, background: '#F4F7FA', borderRadius: 8, padding: 12, flexDirection: 'column', gap: 6, justifyContent: 'center', alignItems: 'center' }}&gt;&#10;                &lt;Text style={{ fontSize: 16, fontWeight: 'bold', color: '#20344B' }}&gt;检查点 / 恢复快照&lt;/Text&gt;&#10;                &lt;Text style={{ fontSize: 13, color: '#546779' }}&gt;发布完整状态&lt;/Text&gt;&#10;            &lt;/Box&gt;&#10;            &lt;Box style={{ width: 44, height: 116, justifyContent: 'center', alignItems: 'center' }}&gt;&#10;                &lt;Text style={{ fontSize: 26, color: '#276FBF' }}&gt;›&lt;/Text&gt;&#10;            &lt;/Box&gt;&#10;            &lt;Box style={{ width: 253, height: 116, background: '#F4F7FA', borderRadius: 8, padding: 12, flexDirection: 'column', gap: 6, justifyContent: 'center', alignItems: 'center' }}&gt;&#10;                &lt;Text style={{ fontSize: 16, fontWeight: 'bold', color: '#20344B' }}&gt;推进可见状态&lt;/Text&gt;&#10;                &lt;Text style={{ fontSize: 13, color: '#546779' }}&gt;与 committed_step&lt;/Text&gt;&#10;            &lt;/Box&gt;&#10;            &lt;Box style={{ width: 44, height: 116, justifyContent: 'center', alignItems: 'center' }}&gt;&#10;                &lt;Text style={{ fontSize: 26, color: '#26816B' }}&gt;›&lt;/Text&gt;&#10;            &lt;/Box&gt;&#10;            &lt;Box style={{ width: 253, height: 116, background: '#ECF7F2', borderRadius: 8, padding: 12, flexDirection: 'column', gap: 6, justifyContent: 'center', alignItems: 'center' }}&gt;&#10;                &lt;Text style={{ fontSize: 16, fontWeight: 'bold', color: '#26816B' }}&gt;Replay&lt;/Text&gt;&#10;                &lt;Text style={{ fontSize: 13, color: '#546779' }}&gt;只读已提交边界&lt;/Text&gt;&#10;            &lt;/Box&gt;&#10;        &lt;/Box&gt;&#10;&#10;        &lt;Box style={{ flexDirection: 'row', gap: 24 }}&gt;&#10;            &lt;Box style={{ width: 680, height: 76, background: '#EDF4FC', borderRadius: 10, padding: '0 20px', justifyContent: 'center' }}&gt;&#10;                &lt;Text style={{ fontSize: 15, color: '#20344B', lineHeight: 1.5 }}&gt;Event 加上非空 structured_payload，才支持确定性重建&lt;/Text&gt;&#10;            &lt;/Box&gt;&#10;            &lt;Box style={{ width: 448, height: 76, background: '#FFF4E6', borderRadius: 10, padding: '0 20px', justifyContent: 'center' }}&gt;&#10;                &lt;Text style={{ fontSize: 15, color: '#CB6B28', lineHeight: 1.5 }}&gt;Thought、计划与临时文本：不进入回放归约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一条动作怎样成为可回放事实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从动作选择到已提交事实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1695450"/>
            <a:ext cx="184785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076325" y="2209800"/>
            <a:ext cx="92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根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调用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247775" y="2466975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world-act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2628900" y="2257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2876550" y="1695450"/>
            <a:ext cx="184785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419475" y="2209800"/>
            <a:ext cx="76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324225" y="2466975"/>
            <a:ext cx="95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身份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权限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参数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4895850" y="2257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5143500" y="1695450"/>
            <a:ext cx="1847850" cy="1428750"/>
          </a:xfrm>
          <a:prstGeom prst="roundRect">
            <a:avLst>
              <a:gd name="adj" fmla="val 5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5705475" y="21336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>accepted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600700" y="2390775"/>
            <a:ext cx="9334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动作选择被接受</a:t>
            </a:r>
            <a:endParaRPr/>
          </a:p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本轮结束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162800" y="2257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410450" y="1695450"/>
            <a:ext cx="1847850" cy="1428750"/>
          </a:xfrm>
          <a:prstGeom prst="roundRect">
            <a:avLst>
              <a:gd name="adj" fmla="val 5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734300" y="22098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World Commit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962900" y="24669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形成真实变化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9429750" y="22574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9677400" y="1695450"/>
            <a:ext cx="1847850" cy="1428750"/>
          </a:xfrm>
          <a:prstGeom prst="roundRect">
            <a:avLst>
              <a:gd name="adj" fmla="val 5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10172700" y="2133600"/>
            <a:ext cx="866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StepResult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0106025" y="23907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统一状态、事件、</a:t>
            </a:r>
            <a:endParaRPr/>
          </a:p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效果与会话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52475" y="33242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123950" y="33528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accepted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只是「被接受」；越过持久边界之后的记录，才进入正式回放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3752850"/>
            <a:ext cx="2409825" cy="1104900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1438275" y="41052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持久提交帧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381125" y="43529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与独立校验记录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190875" y="4152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438525" y="3752850"/>
            <a:ext cx="2409825" cy="1104900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4029075" y="4105275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检查点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恢复快照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276725" y="43529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发布完整状态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19800" y="4152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6267450" y="3752850"/>
            <a:ext cx="2409825" cy="1104900"/>
          </a:xfrm>
          <a:prstGeom prst="roundRect">
            <a:avLst>
              <a:gd name="adj" fmla="val 68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019925" y="41052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推进可见状态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915150" y="43529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committed_step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8848725" y="41529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9096375" y="3752850"/>
            <a:ext cx="2409825" cy="1104900"/>
          </a:xfrm>
          <a:prstGeom prst="roundRect">
            <a:avLst>
              <a:gd name="adj" fmla="val 689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0048875" y="4105275"/>
            <a:ext cx="51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Replay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9867900" y="435292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只读已提交边界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09600" y="5010150"/>
            <a:ext cx="6477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Event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加上非空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structured_payload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，才支持确定性重建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7315200" y="5010150"/>
            <a:ext cx="42672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505700" y="52482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Thought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、计划与临时文本：不进入回放归约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37" name="" descr="&lt;Slide notes={`模型在结果里写「我已到达手作室」，这句话很自然会被当成结论。但它只是过程文本，它不改变世界，也不记录位移。&#10;&#10;要证明位移，要看提交事实里的实际目标坐标、四层地址和已执行路径，以及目标对应关系。要证明状态改变，要看相应对象事件的对象身份和结构化前后状态，比如公告栏从旧安排变成新安排。要证明回复到达，要看请求 ID、目标对象、回复事实，以及接收者下一轮上下文里到底拿到了什么。&#10;&#10;还有一层容易混：MOVE 本身带活动语义，「前往手作室核实时间」描述的是移动目的，不能当成抵达证据；反过来，坐标变了也不能自动替它补上一条没有提交过的活动目的。两条证据各自独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1　一条动作怎样成为可回放事实&lt;/Text&gt;&#10;            &lt;Text style={{ fontSize: 34, fontWeight: 'bold', color: '#20344B' }}&gt;过程文本不是世界事实&lt;/Text&gt;&#10;        &lt;/Box&gt;&#10;    &lt;/Box&gt;&#10;&#10;    &lt;Box style={{ height: 540, flexDirection: 'row', alignItems: 'center', gap: 24 }}&gt;&#10;&#10;        &lt;Box style={{ width: 460, flexDirection: 'column', gap: 12 }}&gt;&#10;            &lt;Text style={{ fontSize: 20, fontWeight: 'bold', color: '#20344B' }}&gt;一句话不等于一次位移&lt;/Text&gt;&#10;            &lt;Text style={{ fontSize: 16, color: '#546779', lineHeight: 1.7, width: 460 }}&gt;模型输出「我已到达手作室」，这句话写在结果里，也出现在日志里，但它本身不改变世界，也不记录位移。&lt;/Text&gt;&#10;            &lt;Box style={{ width: 460, height: 56, background: '#F4F7FA', borderRadius: 8, paddingLeft: 14, justifyContent: 'center' }}&gt;&#10;                &lt;Text style={{ fontSize: 15, color: '#20344B' }}&gt;位移要看：实际 to_coord 与已执行路径&lt;/Text&gt;&#10;            &lt;/Box&gt;&#10;            &lt;Box style={{ width: 460, height: 56, background: '#F4F7FA', borderRadius: 8, paddingLeft: 14, justifyContent: 'center' }}&gt;&#10;                &lt;Text style={{ fontSize: 15, color: '#20344B' }}&gt;状态要看：对象事件及结构化前后状态&lt;/Text&gt;&#10;            &lt;/Box&gt;&#10;            &lt;Box style={{ width: 460, height: 56, background: '#F4F7FA', borderRadius: 8, paddingLeft: 14, justifyContent: 'center' }}&gt;&#10;                &lt;Text style={{ fontSize: 15, color: '#20344B' }}&gt;回复要看：请求 ID 与接收者的下一轮上下文&lt;/Text&gt;&#10;            &lt;/Box&gt;&#10;            &lt;Box style={{ width: 460, height: 104, background: '#FFF4E6', borderRadius: 10, padding: '12px 16px', flexDirection: 'column', gap: 4, justifyContent: 'center' }}&gt;&#10;                &lt;Text style={{ fontSize: 15, fontWeight: 'bold', color: '#CB6B28' }}&gt;两类证据各自独立&lt;/Text&gt;&#10;                &lt;Text style={{ fontSize: 14, color: '#546779', lineHeight: 1.5 }}&gt;活动文字描述移动目的，不能当成抵达证据；坐标变化也不能自动补出未提交的活动目的。&lt;/Text&gt;&#10;            &lt;/Box&gt;&#10;        &lt;/Box&gt;&#10;&#10;        &lt;Box style={{ width: 668, background: '#F4F7FA', borderRadius: 10, padding: '18px 20px', flexDirection: 'column', gap: 12 }}&gt;&#10;            &lt;Text style={{ fontSize: 18, fontWeight: 'bold', color: '#20344B' }}&gt;同一句「我已到达」，要分三层看&lt;/Text&gt;&#10;            &lt;Box style={{ width: 628, height: 124, background: '#FFF4E6', borderRadius: 10, padding: '12px 16px', flexDirection: 'column', gap: 6, justifyContent: 'center' }}&gt;&#10;                &lt;Text style={{ fontSize: 16, fontWeight: 'bold', color: '#CB6B28' }}&gt;不能独立作为证明&lt;/Text&gt;&#10;                &lt;Text style={{ fontSize: 14, color: '#20344B' }}&gt;计划路径 · 导航首格 · 活动描述&lt;/Text&gt;&#10;                &lt;Text style={{ fontSize: 13, color: '#546779', lineHeight: 1.45 }}&gt;它们解释选择的原因，不记录已经发生的位移。&lt;/Text&gt;&#10;            &lt;/Box&gt;&#10;            &lt;Box style={{ width: 628, height: 124, background: '#EDF4FC', borderRadius: 10, padding: '12px 16px', flexDirection: 'column', gap: 6, justifyContent: 'center' }}&gt;&#10;                &lt;Text style={{ fontSize: 16, fontWeight: 'bold', color: '#276FBF' }}&gt;可以取证的已提交事实&lt;/Text&gt;&#10;                &lt;Text style={{ fontSize: 14, color: '#20344B' }}&gt;实际 to_coord · 地址 · 已执行路径 · 目标对应关系&lt;/Text&gt;&#10;                &lt;Text style={{ fontSize: 13, color: '#546779', lineHeight: 1.45 }}&gt;对象状态则看状态事件的对象身份与前后值。&lt;/Text&gt;&#10;            &lt;/Box&gt;&#10;            &lt;Box style={{ width: 628, height: 104, background: '#FFFFFF', borderRadius: 10, padding: '12px 16px', flexDirection: 'column', gap: 4, justifyContent: 'center' }}&gt;&#10;                &lt;Text style={{ fontSize: 15, fontWeight: 'bold', color: '#20344B' }}&gt;先问一句：这条证据属于哪一类&lt;/Text&gt;&#10;                &lt;Text style={{ fontSize: 13, color: '#546779', lineHeight: 1.5 }}&gt;位移、状态、回复各有各的事实来源，混着用就会出现看似成立、其实没有依据的结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一条动作怎样成为可回放事实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过程文本不是世界事实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1704975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一句话不等于一次位移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4381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模型输出「我已到达手作室」，这句话写在结果里，也出现在日志里，但它本身不改变世界，也不记录位移。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09600" y="2790825"/>
            <a:ext cx="4381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742950" y="2971800"/>
            <a:ext cx="424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位移要看：实际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to_coord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与已执行路径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609600" y="3438525"/>
            <a:ext cx="4381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742950" y="3619500"/>
            <a:ext cx="424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状态要看：对象事件及结构化前后状态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4086225"/>
            <a:ext cx="43815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42950" y="4267200"/>
            <a:ext cx="4248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回复要看：请求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与接收者的下一轮上下文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09600" y="4733925"/>
            <a:ext cx="4381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62000" y="4886325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两类证据各自独立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62000" y="5095875"/>
            <a:ext cx="4076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活动文字描述移动目的，不能当成抵达证据；坐标变化也不能自动补出未提交的活动目的。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5219700" y="1590675"/>
            <a:ext cx="6362700" cy="4248150"/>
          </a:xfrm>
          <a:prstGeom prst="roundRect">
            <a:avLst>
              <a:gd name="adj" fmla="val 224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5410200" y="1762125"/>
            <a:ext cx="598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同一句「我已到达」，要分三层看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5410200" y="2085975"/>
            <a:ext cx="59817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5562600" y="2333625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不能独立作为证明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5562600" y="25812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计划路径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导航首格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活动描述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5562600" y="2800350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它们解释选择的原因，不记录已经发生的位移。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5410200" y="3381375"/>
            <a:ext cx="5981700" cy="1181100"/>
          </a:xfrm>
          <a:prstGeom prst="roundRect">
            <a:avLst>
              <a:gd name="adj" fmla="val 80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5562600" y="3629025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可以取证的已提交事实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562600" y="38766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实际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to_coord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地址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已执行路径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目标对应关系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5562600" y="4095750"/>
            <a:ext cx="5676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对象状态则看状态事件的对象身份与前后值。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5410200" y="4676775"/>
            <a:ext cx="59817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5562600" y="4953000"/>
            <a:ext cx="567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先问一句：这条证据属于哪一类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5562600" y="5162550"/>
            <a:ext cx="56769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位移、状态、回复各有各的事实来源，混着用就会出现看似成立、其实没有依据的结论。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68" name="" descr="&lt;Slide notes={`回放归约只接受已提交事实，这一条边界必须守住。&#10;&#10;原因很实际：Thought、计划和临时文本非常有用，它们能解释角色为什么这样选，读起来也最像人话。但它们没有进入持久提交，不能证明角色真的移动过，也不能证明某个对象状态真的变了。如果拿它们当证据，等于把「模型想过什么」当成「世界发生了什么」。&#10;&#10;所以在读一条回放时，先确认自己站在提交边界以内，再用审计材料去解释动机。顺序反了，判断就会跟着文字走，而不是跟着事实走。&#10;&#10;一句话：审计材料帮忙理解，不负责证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1　一条动作怎样成为可回放事实&lt;/Text&gt;&#10;            &lt;Text style={{ fontSize: 34, fontWeight: 'bold', color: '#20344B' }}&gt;审计材料不进入回放归约&lt;/Text&gt;&#10;        &lt;/Box&gt;&#10;    &lt;/Box&gt;&#10;&#10;    &lt;Box style={{ height: 540, flexDirection: 'column', justifyContent: 'center', gap: 16 }}&gt;&#10;&#10;        &lt;Box style={{ flexDirection: 'column', gap: 4 }}&gt;&#10;            &lt;Text style={{ fontSize: 20, fontWeight: 'bold', color: '#20344B' }}&gt;回放归约只接受已提交事实&lt;/Text&gt;&#10;            &lt;Text style={{ fontSize: 14, color: '#546779' }}&gt;下面这条通道进入归约；审计材料停在通道之外，只用来解释原因。&lt;/Text&gt;&#10;        &lt;/Box&gt;&#10;&#10;        &lt;Box style={{ width: 1152, background: '#F4F7FA', borderRadius: 10, padding: '16px 20px', flexDirection: 'column', gap: 12 }}&gt;&#10;            &lt;Box style={{ flexDirection: 'row', alignItems: 'center' }}&gt;&#10;                &lt;Box style={{ width: 240, height: 72, background: '#EDF4FC', borderRadius: 8, justifyContent: 'center', alignItems: 'center' }}&gt;&#10;                    &lt;Text style={{ fontSize: 17, fontWeight: 'bold', color: '#276FBF' }}&gt;accepted&lt;/Text&gt;&#10;                &lt;/Box&gt;&#10;                &lt;Box style={{ width: 44, height: 72, justifyContent: 'center', alignItems: 'center' }}&gt;&#10;                    &lt;Text style={{ fontSize: 24, color: '#276FBF' }}&gt;›&lt;/Text&gt;&#10;                &lt;/Box&gt;&#10;                &lt;Box style={{ width: 240, height: 72, background: '#EDF4FC', borderRadius: 8, justifyContent: 'center', alignItems: 'center' }}&gt;&#10;                    &lt;Text style={{ fontSize: 17, fontWeight: 'bold', color: '#276FBF' }}&gt;World Commit&lt;/Text&gt;&#10;                &lt;/Box&gt;&#10;                &lt;Box style={{ width: 44, height: 72, justifyContent: 'center', alignItems: 'center' }}&gt;&#10;                    &lt;Text style={{ fontSize: 24, color: '#276FBF' }}&gt;›&lt;/Text&gt;&#10;                &lt;/Box&gt;&#10;                &lt;Box style={{ width: 240, height: 72, background: '#ECF7F2', borderRadius: 8, justifyContent: 'center', alignItems: 'center' }}&gt;&#10;                    &lt;Text style={{ fontSize: 17, fontWeight: 'bold', color: '#26816B' }}&gt;StepResult&lt;/Text&gt;&#10;                &lt;/Box&gt;&#10;                &lt;Box style={{ width: 44, height: 72, justifyContent: 'center', alignItems: 'center' }}&gt;&#10;                    &lt;Text style={{ fontSize: 24, color: '#26816B' }}&gt;›&lt;/Text&gt;&#10;                &lt;/Box&gt;&#10;                &lt;Box style={{ width: 240, height: 72, background: '#ECF7F2', borderRadius: 8, justifyContent: 'center', alignItems: 'center' }}&gt;&#10;                    &lt;Text style={{ fontSize: 17, fontWeight: 'bold', color: '#26816B' }}&gt;Replay 只读&lt;/Text&gt;&#10;                &lt;/Box&gt;&#10;            &lt;/Box&gt;&#10;&#10;            &lt;Box style={{ width: 1072, height: 64, background: '#FFF4E6', borderRadius: 8, padding: '0 16px', flexDirection: 'row', alignItems: 'center', gap: 12 }}&gt;&#10;                &lt;Text style={{ fontSize: 15, color: '#CB6B28', flex: 1 }}&gt;Thought、计划与临时文本 —— 只解释选择原因，不改变事实&lt;/Text&gt;&#10;                &lt;Box style={{ width: 168, height: 32, background: '#CB6B28', borderRadius: 6, justifyContent: 'center', alignItems: 'center' }}&gt;&#10;                    &lt;Text style={{ fontSize: 13, color: '#FFFFFF' }}&gt;不进入回放归约&lt;/Text&gt;&#10;                &lt;/Box&gt;&#10;            &lt;/Box&gt;&#10;        &lt;/Box&gt;&#10;&#10;        &lt;Box style={{ flexDirection: 'row', gap: 24 }}&gt;&#10;            &lt;Box style={{ width: 368, height: 128, background: '#EDF4FC', borderRadius: 10, padding: '14px 16px', flexDirection: 'column', gap: 6, justifyContent: 'center' }}&gt;&#10;                &lt;Text style={{ fontSize: 16, fontWeight: 'bold', color: '#276FBF' }}&gt;已提交事实&lt;/Text&gt;&#10;                &lt;Text style={{ fontSize: 14, color: '#546779', lineHeight: 1.55 }}&gt;可归约为位置、活动、对话与对象状态，是回放输入的唯一来源。&lt;/Text&gt;&#10;            &lt;/Box&gt;&#10;            &lt;Box style={{ width: 368, height: 128, background: '#FFF4E6', borderRadius: 10, padding: '14px 16px', flexDirection: 'column', gap: 6, justifyContent: 'center' }}&gt;&#10;                &lt;Text style={{ fontSize: 16, fontWeight: 'bold', color: '#CB6B28' }}&gt;审计材料&lt;/Text&gt;&#10;                &lt;Text style={{ fontSize: 14, color: '#546779', lineHeight: 1.55 }}&gt;可以解释选择原因，不能代替已提交事实证明位移与状态。&lt;/Text&gt;&#10;            &lt;/Box&gt;&#10;            &lt;Box style={{ width: 368, height: 128, background: '#F4F7FA', borderRadius: 10, padding: '14px 16px', flexDirection: 'column', gap: 6, justifyContent: 'center' }}&gt;&#10;                &lt;Text style={{ fontSize: 16, fontWeight: 'bold', color: '#20344B' }}&gt;判断顺序&lt;/Text&gt;&#10;                &lt;Text style={{ fontSize: 14, color: '#546779', lineHeight: 1.55 }}&gt;先确认提交边界，再解释行为动机；顺序反了就会被文字带走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一条动作怎样成为可回放事实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审计材料不进入回放归约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回放归约只接受已提交事实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09600" y="215265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下面这条通道进入归约；审计材料停在通道之外，只用来解释原因。</a:t>
            </a:r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609600" y="2466975"/>
            <a:ext cx="10972800" cy="171450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800100" y="2619375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581150" y="2867025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accepted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3257550" y="28289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3505200" y="2619375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4048125" y="28670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World Commit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962650" y="28289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210300" y="2619375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924675" y="2867025"/>
            <a:ext cx="866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>StepResult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667750" y="28289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915400" y="2619375"/>
            <a:ext cx="2286000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9601200" y="2867025"/>
            <a:ext cx="92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只读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800100" y="3419475"/>
            <a:ext cx="102108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52500" y="3638550"/>
            <a:ext cx="819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Thought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、计划与临时文本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只解释选择原因，不改变事实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9258300" y="3571875"/>
            <a:ext cx="1600200" cy="304800"/>
          </a:xfrm>
          <a:prstGeom prst="roundRect">
            <a:avLst>
              <a:gd name="adj" fmla="val 1875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9629775" y="3648075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不进入回放归约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609600" y="4333875"/>
            <a:ext cx="35052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62000" y="45720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已提交事实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762000" y="4819650"/>
            <a:ext cx="3200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可归约为位置、活动、对话与对象状态，是回放输入的唯一来源。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343400" y="4333875"/>
            <a:ext cx="35052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495800" y="45720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审计材料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4495800" y="4819650"/>
            <a:ext cx="3200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可以解释选择原因，不能代替已提交事实证明位移与状态。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8077200" y="4333875"/>
            <a:ext cx="35052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229600" y="4572000"/>
            <a:ext cx="3200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判断顺序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229600" y="4819650"/>
            <a:ext cx="32004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先确认提交边界，再解释行为动机；顺序反了就会被文字带走。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02" name="" descr="&lt;Slide notes={`有人会问：回放的时候，模型是不是又把当时的事情重新想了一遍？不是。回放的任务是解释已经发生的记录，不是重新决策。&#10;&#10;它读取两类输入：一类是 Run 里已经提交的帧，以及提交身份和哈希记录；另一类是 Run 内嵌的地图、素材和空间语义索引。然后校验身份、内嵌实验哈希、帧连续性和提交记录，并且只校验到 committed_step，再把这些既有事实归约成位置、活动、会话和对象外观。&#10;&#10;这里有一个关键：它不会执行 Brain，也不会执行 Skill，更不会重新调用模型。投影缓存是可以丢弃的，丢掉以后重新读取原始输入再校验一次就行，但这条回路不会绕到 Brain 去生成新的决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2　Replay 为什么不重新思考&lt;/Text&gt;&#10;            &lt;Text style={{ fontSize: 34, fontWeight: 'bold', color: '#20344B' }}&gt;回放不重新执行 Brain&lt;/Text&gt;&#10;        &lt;/Box&gt;&#10;    &lt;/Box&gt;&#10;&#10;    &lt;Box style={{ height: 540, flexDirection: 'column', justifyContent: 'center', gap: 10 }}&gt;&#10;&#10;        &lt;Box style={{ flexDirection: 'row', gap: 32 }}&gt;&#10;            &lt;Box style={{ width: 560, height: 88, background: '#F7F3E8', borderRadius: 10, padding: '0 20px', flexDirection: 'column', gap: 4, justifyContent: 'center' }}&gt;&#10;                &lt;Text style={{ fontSize: 17, fontWeight: 'bold', color: '#20344B' }}&gt;Run 已提交帧&lt;/Text&gt;&#10;                &lt;Text style={{ fontSize: 14, color: '#546779' }}&gt;与提交身份、哈希记录&lt;/Text&gt;&#10;            &lt;/Box&gt;&#10;            &lt;Box style={{ width: 560, height: 88, background: '#F7F3E8', borderRadius: 10, padding: '0 20px', flexDirection: 'column', gap: 4, justifyContent: 'center' }}&gt;&#10;                &lt;Text style={{ fontSize: 17, fontWeight: 'bold', color: '#20344B' }}&gt;Run 内嵌地图与素材&lt;/Text&gt;&#10;                &lt;Text style={{ fontSize: 14, color: '#546779' }}&gt;与空间语义索引&lt;/Text&gt;&#10;            &lt;/Box&gt;&#10;        &lt;/Box&gt;&#10;&#10;        &lt;Box style={{ height: 26, justifyContent: 'center', alignItems: 'center' }}&gt;&#10;            &lt;Text style={{ fontSize: 18, color: '#276FBF' }}&gt;↓&lt;/Text&gt;&#10;        &lt;/Box&gt;&#10;&#10;        &lt;Box style={{ width: 1152, height: 76, background: '#EDF4FC', borderRadius: 10, padding: '0 24px', flexDirection: 'row', alignItems: 'center', gap: 16 }}&gt;&#10;            &lt;Text style={{ fontSize: 17, fontWeight: 'bold', color: '#276FBF' }}&gt;校验&lt;/Text&gt;&#10;            &lt;Text style={{ fontSize: 15, color: '#20344B', flex: 1 }}&gt;身份 · 内嵌实验哈希 · 帧连续性 · 提交记录，且只到 committed_step&lt;/Text&gt;&#10;        &lt;/Box&gt;&#10;&#10;        &lt;Box style={{ height: 26, justifyContent: 'center', alignItems: 'center' }}&gt;&#10;            &lt;Text style={{ fontSize: 18, color: '#26816B' }}&gt;↓&lt;/Text&gt;&#10;        &lt;/Box&gt;&#10;&#10;        &lt;Box style={{ width: 1152, height: 76, background: '#ECF7F2', borderRadius: 10, padding: '0 24px', flexDirection: 'row', alignItems: 'center', gap: 16 }}&gt;&#10;            &lt;Text style={{ fontSize: 17, fontWeight: 'bold', color: '#26816B' }}&gt;归约&lt;/Text&gt;&#10;            &lt;Text style={{ fontSize: 15, color: '#20344B', flex: 1 }}&gt;Replay 归约既有事实，不生成任何新的选择&lt;/Text&gt;&#10;        &lt;/Box&gt;&#10;&#10;        &lt;Box style={{ flexDirection: 'row', gap: 24 }}&gt;&#10;            &lt;Box style={{ width: 760, height: 88, background: '#EDF4FC', borderRadius: 10, padding: '0 20px', flexDirection: 'column', gap: 4, justifyContent: 'center' }}&gt;&#10;                &lt;Text style={{ fontSize: 16, fontWeight: 'bold', color: '#276FBF' }}&gt;页面结果&lt;/Text&gt;&#10;                &lt;Text style={{ fontSize: 14, color: '#546779' }}&gt;位置与活动 · 会话与对象外观&lt;/Text&gt;&#10;            &lt;/Box&gt;&#10;            &lt;Box style={{ width: 368, height: 88, background: '#F4F7FA', borderRadius: 10, padding: '0 20px', flexDirection: 'column', gap: 4, justifyContent: 'center' }}&gt;&#10;                &lt;Text style={{ fontSize: 16, fontWeight: 'bold', color: '#20344B' }}&gt;可丢弃投影缓存&lt;/Text&gt;&#10;                &lt;Text style={{ fontSize: 14, color: '#546779' }}&gt;丢弃后重新读取原始输入&lt;/Text&gt;&#10;            &lt;/Box&gt;&#10;        &lt;/Box&gt;&#10;&#10;        &lt;Box style={{ width: 1152, height: 70, background: '#FFF4E6', borderRadius: 10, padding: '0 22px', flexDirection: 'row', alignItems: 'center', gap: 14 }}&gt;&#10;            &lt;Box style={{ width: 4, height: 44, background: '#CB6B28' }} /&gt;&#10;            &lt;Box style={{ flexDirection: 'column', gap: 3 }}&gt;&#10;                &lt;Text style={{ fontSize: 16, fontWeight: 'bold', color: '#CB6B28' }}&gt;不执行 Brain 或 Skill，不重新调用模型&lt;/Text&gt;&#10;                &lt;Text style={{ fontSize: 14, color: '#546779' }}&gt;缓存可以重建，但不能成为比原始提交更高的事实来源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19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为什么不重新思考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19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回放不重新执行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09600" y="128587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00100" y="15049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已提交帧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00100" y="1743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与提交身份、哈希记录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248400" y="1285875"/>
            <a:ext cx="5334000" cy="838200"/>
          </a:xfrm>
          <a:prstGeom prst="roundRect">
            <a:avLst>
              <a:gd name="adj" fmla="val 11364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438900" y="15049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内嵌地图与素材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6438900" y="17430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与空间语义索引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6057900" y="22383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09600" y="25622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28289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1314450" y="2838450"/>
            <a:ext cx="1003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身份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内嵌实验哈希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帧连续性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提交记录，且只到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committed_step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6057900" y="34004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609600" y="37242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38200" y="39909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归约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314450" y="4000500"/>
            <a:ext cx="1003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归约既有事实，不生成任何新的选择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609600" y="4543425"/>
            <a:ext cx="72390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页面结果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800100" y="500062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位置与活动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会话与对象外观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8077200" y="4543425"/>
            <a:ext cx="35052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8267700" y="4772025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可丢弃投影缓存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8267700" y="5000625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丢弃后重新读取原始输入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09600" y="547687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28" name=""/>
          <p:cNvSpPr/>
          <p:nvPr/>
        </p:nvSpPr>
        <p:spPr>
          <a:xfrm rot="0" flipH="0" flipV="0">
            <a:off x="819150" y="56007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990600" y="56197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不执行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或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，不重新调用模型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990600" y="583882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缓存可以重建，但不能成为比原始提交更高的事实来源。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27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733" name="" descr="&lt;Slide notes={`把提交边界写成数字会更清楚。设 status.committed_step 等于 k，回放就只能显示 1 到 k 的已提交事实。就算目录里已经出现了 k+1 的临时帧或日志，也不能把它加进正式时间线。&#10;&#10;第二条口径是缓存。projection.json 这类投影缓存可以随时丢掉再重建，它方便，但它不能成为比原始提交更高的事实来源。丢掉之后重新读取原始输入、重新校验同一批已提交事实就可以了。&#10;&#10;所以判断一条记录能不能用，不看它是不是最新的文件，而看它有没有被提交。文件名里的步数大，并不等于它的地位更高。&#10;&#10;一句话：回放的边界由 committed_step 决定，不由目录里有什么决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2　Replay 为什么不重新思考&lt;/Text&gt;&#10;            &lt;Text style={{ fontSize: 34, fontWeight: 'bold', color: '#20344B' }}&gt;只读边界与可丢弃缓存&lt;/Text&gt;&#10;        &lt;/Box&gt;&#10;    &lt;/Box&gt;&#10;&#10;    &lt;Box style={{ height: 540, flexDirection: 'row', alignItems: 'center', gap: 24 }}&gt;&#10;&#10;        &lt;Box style={{ width: 460, flexDirection: 'column', gap: 12 }}&gt;&#10;            &lt;Text style={{ fontSize: 20, fontWeight: 'bold', color: '#20344B' }}&gt;回放只能显示到 k&lt;/Text&gt;&#10;            &lt;Box style={{ width: 460, background: '#F4F7FA', borderRadius: 10, padding: '16px', flexDirection: 'column', gap: 10 }}&gt;&#10;                &lt;Text style={{ fontSize: 13, color: '#546779' }}&gt;status.committed_step = k&lt;/Text&gt;&#10;                &lt;Box style={{ width: 428, height: 46, background: '#276FBF', borderRadius: 8, justifyContent: 'center', alignItems: 'center' }}&gt;&#10;                    &lt;Text style={{ fontSize: 15, color: '#FFFFFF' }}&gt;已提交：Step 1 …… Step k&lt;/Text&gt;&#10;                &lt;/Box&gt;&#10;                &lt;Box style={{ width: 428, height: 46, background: '#FFF4E6', borderRadius: 8, justifyContent: 'center', alignItems: 'center' }}&gt;&#10;                    &lt;Text style={{ fontSize: 15, color: '#CB6B28' }}&gt;未提交：Step k+1 临时帧或日志&lt;/Text&gt;&#10;                &lt;/Box&gt;&#10;                &lt;Text style={{ fontSize: 13, color: '#546779' }}&gt;橙色部分留在正式时间线之外&lt;/Text&gt;&#10;            &lt;/Box&gt;&#10;            &lt;Box style={{ width: 460, height: 92, background: '#FFF4E6', borderRadius: 10, padding: '12px 16px', flexDirection: 'column', gap: 4, justifyContent: 'center' }}&gt;&#10;                &lt;Text style={{ fontSize: 15, fontWeight: 'bold', color: '#CB6B28' }}&gt;边界由提交决定&lt;/Text&gt;&#10;                &lt;Text style={{ fontSize: 14, color: '#546779', lineHeight: 1.5 }}&gt;目录里有什么，不代表回放可以显示什么。&lt;/Text&gt;&#10;            &lt;/Box&gt;&#10;        &lt;/Box&gt;&#10;&#10;        &lt;Box style={{ width: 668, flexDirection: 'column', gap: 12 }}&gt;&#10;            &lt;Text style={{ fontSize: 20, fontWeight: 'bold', color: '#20344B' }}&gt;三条口径，写进结论里&lt;/Text&gt;&#10;            &lt;Box style={{ width: 668, height: 116, background: '#EDF4FC', borderRadius: 10, padding: '14px 18px', flexDirection: 'column', gap: 6, justifyContent: 'center' }}&gt;&#10;                &lt;Text style={{ fontSize: 17, fontWeight: 'bold', color: '#276FBF' }}&gt;只读边界&lt;/Text&gt;&#10;                &lt;Text style={{ fontSize: 15, color: '#546779', lineHeight: 1.55 }}&gt;即使目录中出现 k+1 的临时帧或日志，也不能将其加入正式时间线。&lt;/Text&gt;&#10;            &lt;/Box&gt;&#10;            &lt;Box style={{ width: 668, height: 116, background: '#F4F7FA', borderRadius: 10, padding: '14px 18px', flexDirection: 'column', gap: 6, justifyContent: 'center' }}&gt;&#10;                &lt;Text style={{ fontSize: 17, fontWeight: 'bold', color: '#20344B' }}&gt;缓存不是事实源&lt;/Text&gt;&#10;                &lt;Text style={{ fontSize: 15, color: '#546779', lineHeight: 1.55 }}&gt;projection.json 或缓存可以丢弃并重建，不能比原始提交更权威。&lt;/Text&gt;&#10;            &lt;/Box&gt;&#10;            &lt;Box style={{ width: 668, height: 116, background: '#ECF7F2', borderRadius: 10, padding: '14px 18px', flexDirection: 'column', gap: 6, justifyContent: 'center' }}&gt;&#10;                &lt;Text style={{ fontSize: 17, fontWeight: 'bold', color: '#26816B' }}&gt;重读要重校验&lt;/Text&gt;&#10;                &lt;Text style={{ fontSize: 15, color: '#546779', lineHeight: 1.55 }}&gt;丢弃缓存后重新读取原始输入，并对同一批已提交事实重新校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为什么不重新思考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只读边界与可丢弃缓存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回放只能显示到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2505075"/>
            <a:ext cx="4381500" cy="1771650"/>
          </a:xfrm>
          <a:prstGeom prst="roundRect">
            <a:avLst>
              <a:gd name="adj" fmla="val 537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62000" y="265747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status.committed_step = k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762000" y="2905125"/>
            <a:ext cx="40767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1933575" y="30384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已提交：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1 …… Step k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762000" y="3438525"/>
            <a:ext cx="4076700" cy="438150"/>
          </a:xfrm>
          <a:prstGeom prst="roundRect">
            <a:avLst>
              <a:gd name="adj" fmla="val 173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762125" y="3571875"/>
            <a:ext cx="2085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未提交：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Step k+1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临时帧或日志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62000" y="3971925"/>
            <a:ext cx="407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橙色部分留在正式时间线之外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4391025"/>
            <a:ext cx="4381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2000" y="4600575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边界由提交决定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62000" y="481012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目录里有什么，不代表回放可以显示什么。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5219700" y="1771650"/>
            <a:ext cx="6362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三条口径，写进结论里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5219700" y="21145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5391150" y="240982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只读边界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5391150" y="2667000"/>
            <a:ext cx="60198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即使目录中出现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k+1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的临时帧或日志，也不能将其加入正式时间线。</a:t>
            </a:r>
            <a:endParaRPr/>
          </a:p>
        </p:txBody>
      </p:sp>
      <p:sp>
        <p:nvSpPr>
          <p:cNvPr id="753" name=""/>
          <p:cNvSpPr/>
          <p:nvPr/>
        </p:nvSpPr>
        <p:spPr>
          <a:xfrm rot="0" flipH="0" flipV="0">
            <a:off x="5219700" y="33337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5391150" y="362902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缓存不是事实源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391150" y="3886200"/>
            <a:ext cx="60198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projection.json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或缓存可以丢弃并重建，不能比原始提交更权威。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5219700" y="4552950"/>
            <a:ext cx="63627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5391150" y="4848225"/>
            <a:ext cx="601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重读要重校验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5391150" y="5105400"/>
            <a:ext cx="60198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丢弃缓存后重新读取原始输入，并对同一批已提交事实重新校验。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27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61" name="" descr="&lt;Slide notes={`还有一类情况需要说清楚，因为它最容易被读反。&#10;&#10;当历史事实本身仍然完整，但里面旧的 Skill 执行字段已经不再满足当前的执行校验时，回放仍然只读这些既有事实。这不代表回放要跟着放宽校验，也不代表可以容忍损坏的内容。&#10;&#10;要分清三件事：一是回放读取，二是新跑或恢复时的执行校验，三是包协议与内容完整性。测试专门覆盖的是「历史事实与执行校验分离」，不是协议或内容的容错。&#10;&#10;所以看到「旧字段不满足当前校验」时，正确的处理是把它记下来、说明范围，而不是顺手改掉历史，或者扩大回放权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2　Replay 为什么不重新思考&lt;/Text&gt;&#10;            &lt;Text style={{ fontSize: 34, fontWeight: 'bold', color: '#20344B' }}&gt;事实仍完整，协议不因此放宽&lt;/Text&gt;&#10;        &lt;/Box&gt;&#10;    &lt;/Box&gt;&#10;&#10;    &lt;Box style={{ height: 540, flexDirection: 'column', justifyContent: 'center', gap: 16 }}&gt;&#10;&#10;        &lt;Box style={{ flexDirection: 'row', padding: '0 20px', gap: 16 }}&gt;&#10;            &lt;Box style={{ width: 4 }} /&gt;&#10;            &lt;Box style={{ width: 300 }}&gt;&lt;Text style={{ fontSize: 14, color: '#546779' }}&gt;情形&lt;/Text&gt;&lt;/Box&gt;&#10;            &lt;Box style={{ width: 320 }}&gt;&lt;Text style={{ fontSize: 14, color: '#546779' }}&gt;应当怎样&lt;/Text&gt;&lt;/Box&gt;&#10;            &lt;Box style={{ width: 420 }}&gt;&lt;Text style={{ fontSize: 14, color: '#546779' }}&gt;不能推论成什么&lt;/Text&gt;&lt;/Box&gt;&#10;        &lt;/Box&gt;&#10;&#10;        &lt;Box style={{ flexDirection: 'row', height: 104, background: '#F4F7FA', borderRadius: 10, padding: '0 20px', alignItems: 'center', gap: 16 }}&gt;&#10;            &lt;Box style={{ width: 4, height: 40, background: '#276FBF' }} /&gt;&#10;            &lt;Box style={{ width: 300 }}&gt;&lt;Text style={{ fontSize: 16, fontWeight: 'bold', color: '#20344B', lineHeight: 1.5 }}&gt;历史事实完整，旧 Skill 执行字段不再满足当前校验&lt;/Text&gt;&lt;/Box&gt;&#10;            &lt;Box style={{ width: 320 }}&gt;&lt;Text style={{ fontSize: 15, color: '#20344B', lineHeight: 1.55 }}&gt;Replay 仍只读既有事实&lt;/Text&gt;&lt;/Box&gt;&#10;            &lt;Box style={{ width: 420 }}&gt;&lt;Text style={{ fontSize: 15, color: '#CB6B28', lineHeight: 1.55 }}&gt;不等于允许读取不受支持的旧版包协议&lt;/Text&gt;&lt;/Box&gt;&#10;        &lt;/Box&gt;&#10;&#10;        &lt;Box style={{ flexDirection: 'row', height: 104, background: '#EDF4FC', borderRadius: 10, padding: '0 20px', alignItems: 'center', gap: 16 }}&gt;&#10;            &lt;Box style={{ width: 4, height: 40, background: '#276FBF' }} /&gt;&#10;            &lt;Box style={{ width: 300 }}&gt;&lt;Text style={{ fontSize: 16, fontWeight: 'bold', color: '#20344B', lineHeight: 1.5 }}&gt;新跑或恢复需要判断执行要求&lt;/Text&gt;&lt;/Box&gt;&#10;            &lt;Box style={{ width: 320 }}&gt;&lt;Text style={{ fontSize: 15, color: '#20344B', lineHeight: 1.55 }}&gt;回放读取与执行校验分开判断&lt;/Text&gt;&lt;/Box&gt;&#10;            &lt;Box style={{ width: 420 }}&gt;&lt;Text style={{ fontSize: 15, color: '#CB6B28', lineHeight: 1.55 }}&gt;不等于回放可以放宽自己的校验&lt;/Text&gt;&lt;/Box&gt;&#10;        &lt;/Box&gt;&#10;&#10;        &lt;Box style={{ flexDirection: 'row', height: 104, background: '#FFF4E6', borderRadius: 10, padding: '0 20px', alignItems: 'center', gap: 16 }}&gt;&#10;            &lt;Box style={{ width: 4, height: 40, background: '#CB6B28' }} /&gt;&#10;            &lt;Box style={{ width: 300 }}&gt;&lt;Text style={{ fontSize: 16, fontWeight: 'bold', color: '#CB6B28', lineHeight: 1.5 }}&gt;内容已经损坏&lt;/Text&gt;&lt;/Box&gt;&#10;            &lt;Box style={{ width: 320 }}&gt;&lt;Text style={{ fontSize: 15, color: '#20344B', lineHeight: 1.55 }}&gt;不因「历史」二字而容忍&lt;/Text&gt;&lt;/Box&gt;&#10;            &lt;Box style={{ width: 420 }}&gt;&lt;Text style={{ fontSize: 15, color: '#CB6B28', lineHeight: 1.55 }}&gt;不等于可以拿公共资源里的同名图片补上缺失素材&lt;/Text&gt;&lt;/Box&gt;&#10;        &lt;/Box&gt;&#10;&#10;        &lt;Box style={{ width: 1152, height: 76, background: '#F4F7FA', borderRadius: 10, padding: '0 22px', flexDirection: 'row', alignItems: 'center', gap: 14 }}&gt;&#10;            &lt;Box style={{ width: 4, height: 40, background: '#276FBF' }} /&gt;&#10;            &lt;Text style={{ fontSize: 15, color: '#20344B', flex: 1 }}&gt;隔离测试覆盖的是「历史事实与执行校验分离」，不是包协议容错，也不是内容容错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0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为什么不重新思考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事实仍完整，协议不因此放宽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990600" y="14859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情形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4000500" y="14859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应当怎样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7200900" y="14859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不能推论成什么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09600" y="18002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70" name=""/>
          <p:cNvSpPr/>
          <p:nvPr/>
        </p:nvSpPr>
        <p:spPr>
          <a:xfrm rot="0" flipH="0" flipV="0">
            <a:off x="800100" y="21050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990600" y="2019300"/>
            <a:ext cx="28575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历史事实完整，旧</a:t>
            </a: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执行字段不再满足当前校验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4000500" y="2162175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Replay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仍只读既有事实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7200900" y="2162175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不等于允许读取不受支持的旧版包协议</a:t>
            </a:r>
            <a:endParaRPr/>
          </a:p>
        </p:txBody>
      </p:sp>
      <p:sp>
        <p:nvSpPr>
          <p:cNvPr id="774" name=""/>
          <p:cNvSpPr/>
          <p:nvPr/>
        </p:nvSpPr>
        <p:spPr>
          <a:xfrm rot="0" flipH="0" flipV="0">
            <a:off x="609600" y="29432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75" name=""/>
          <p:cNvSpPr/>
          <p:nvPr/>
        </p:nvSpPr>
        <p:spPr>
          <a:xfrm rot="0" flipH="0" flipV="0">
            <a:off x="800100" y="324802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990600" y="33051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新跑或恢复需要判断执行要求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4000500" y="3305175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回放读取与执行校验分开判断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200900" y="3305175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不等于回放可以放宽自己的校验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609600" y="40862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800100" y="43910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990600" y="4448175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内容已经损坏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4000500" y="4448175"/>
            <a:ext cx="3048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不因「历史」二字而容忍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200900" y="4448175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不等于可以拿公共资源里的同名图片补上缺失素材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609600" y="52292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819150" y="54006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990600" y="5505450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隔离测试覆盖的是「历史事实与执行校验分离」，不是包协议容错，也不是内容容错。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27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notes={`现在把方法落到界面上。这一块讲的是怎么在回放里沿一条事件把证据取出来。&#10;&#10;第一步是定位，不要一上来就翻画面。先用时间线找到那一件事发生在哪一步，同时记下可用的 Step 上限和当前 Step。第二步是核对，去看人物、会话和对象状态，而且始终确认自己看的是哪个 Run、哪个 Step。第三步才是对照，把看到的东西和要证明的结论一项一项对上。&#10;&#10;顺序不能颠倒。先看画面再找解释，很容易被最有说服力的那一帧带偏；先定位再核对，才能让每一个结论都落在具体的身份和具体的步数上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3.11.3 — 3.11.4&lt;/Text&gt;&#10;&#10;        &lt;Text style={{ fontSize: 56, fontWeight: 'bold', color: '#20344B', lineHeight: 1.15 }}&gt;沿一条事件取证&lt;/Text&gt;&#10;&#10;        &lt;Box style={{ width: 72, height: 4, background: '#276FBF' }} /&gt;&#10;&#10;        &lt;Text style={{ fontSize: 18, color: '#546779', lineHeight: 1.7, width: 940 }}&gt;先用时间线定位事件，再核对人物、会话与对象状态；始终确认所选 Run 与 Step，最后逐项和结论对照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时间线定位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近景核对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结论对照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3.11.3 — 3.11.4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沿一条事件取证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先用时间线定位事件，再核对人物、会话与对象状态；始终确认所选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，最后逐项和结论对照。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6097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时间线定位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近景核对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结论对照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27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notes={`选择正确的 Run 之后进入仿真回放，先做一件常被跳过的事：记下可用的 Step 上限和当前 Step。后面所有结论都要挂在这个范围上。&#10;&#10;界面上大致分三块。左边是时间线，标记会区分检查点、对话、事件和 Attempt 边界，用它可以快速定位到那件事发生在哪一步。中间是画面和近景，用来核对人物比例、脚底锚点、遮挡和状态图切换。右边是人物、会话和对象状态，用来核对坐标、参与者、实际消息和对象状态前后值。&#10;&#10;左边定位、中间看表现、右边查事实，三个位置各有分工。任何一条结论，都要能说清是在哪一块、哪一个 Run、哪一个 Step 上得到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3　在页面中沿一条事件检查&lt;/Text&gt;&#10;            &lt;Text style={{ fontSize: 34, fontWeight: 'bold', color: '#20344B' }}&gt;仿真回放「示意界面」&lt;/Text&gt;&#10;        &lt;/Box&gt;&#10;    &lt;/Box&gt;&#10;&#10;    &lt;Box style={{ height: 540, flexDirection: 'column', justifyContent: 'center', gap: 12 }}&gt;&#10;&#10;        &lt;Box style={{ width: 1152, background: '#F4F7FA', borderRadius: 10, flexDirection: 'column' }}&gt;&#10;            &lt;Box style={{ width: 1152, height: 48, background: '#276FBF', borderTopLeftRadius: 10, borderTopRightRadius: 10, padding: '0 20px', flexDirection: 'row', justifyContent: 'space-between', alignItems: 'center' }}&gt;&#10;                &lt;Text style={{ fontSize: 17, fontWeight: 'bold', color: '#FFFFFF' }}&gt;仿真回放（示意）&lt;/Text&gt;&#10;                &lt;Box style={{ width: 200, height: 30, background: '#FFFFFF', borderRadius: 6, justifyContent: 'center', alignItems: 'center' }}&gt;&#10;                    &lt;Text style={{ fontSize: 13, color: '#276FBF' }}&gt;界面示意 · 不是系统截图&lt;/Text&gt;&#10;                &lt;/Box&gt;&#10;            &lt;/Box&gt;&#10;&#10;            &lt;Box style={{ flexDirection: 'row', gap: 12, padding: 12 }}&gt;&#10;&#10;                &lt;Box style={{ width: 268, height: 398, background: '#FFFFFF', borderRadius: 8, padding: 12, flexDirection: 'column', gap: 8 }}&gt;&#10;                    &lt;Text style={{ fontSize: 14, fontWeight: 'bold', color: '#20344B' }}&gt;时间线&lt;/Text&gt;&#10;                    &lt;Box style={{ width: 244, height: 52, background: '#F4F7FA', borderRadius: 6, paddingLeft: 10, flexDirection: 'row', alignItems: 'center', gap: 10 }}&gt;&#10;                        &lt;Box style={{ width: 4, height: 30, background: '#276FBF' }} /&gt;&#10;                        &lt;Box style={{ flexDirection: 'column', gap: 2 }}&gt;&#10;                            &lt;Text style={{ fontSize: 14, color: '#20344B' }}&gt;检查点&lt;/Text&gt;&#10;                            &lt;Text style={{ fontSize: 12, color: '#546779' }}&gt;完整状态边界&lt;/Text&gt;&#10;                        &lt;/Box&gt;&#10;                    &lt;/Box&gt;&#10;                    &lt;Box style={{ width: 244, height: 52, background: '#F4F7FA', borderRadius: 6, paddingLeft: 10, flexDirection: 'row', alignItems: 'center', gap: 10 }}&gt;&#10;                        &lt;Box style={{ width: 4, height: 30, background: '#276FBF' }} /&gt;&#10;                        &lt;Box style={{ flexDirection: 'column', gap: 2 }}&gt;&#10;                            &lt;Text style={{ fontSize: 14, color: '#20344B' }}&gt;对话&lt;/Text&gt;&#10;                            &lt;Text style={{ fontSize: 12, color: '#546779' }}&gt;会话与消息&lt;/Text&gt;&#10;                        &lt;/Box&gt;&#10;                    &lt;/Box&gt;&#10;                    &lt;Box style={{ width: 244, height: 52, background: '#F4F7FA', borderRadius: 6, paddingLeft: 10, flexDirection: 'row', alignItems: 'center', gap: 10 }}&gt;&#10;                        &lt;Box style={{ width: 4, height: 30, background: '#26816B' }} /&gt;&#10;                        &lt;Box style={{ flexDirection: 'column', gap: 2 }}&gt;&#10;                            &lt;Text style={{ fontSize: 14, color: '#20344B' }}&gt;事件&lt;/Text&gt;&#10;                            &lt;Text style={{ fontSize: 12, color: '#546779' }}&gt;对象状态变化&lt;/Text&gt;&#10;                        &lt;/Box&gt;&#10;                    &lt;/Box&gt;&#10;                    &lt;Box style={{ width: 244, height: 52, background: '#FFF4E6', borderRadius: 6, paddingLeft: 10, flexDirection: 'row', alignItems: 'center', gap: 10 }}&gt;&#10;                        &lt;Box style={{ width: 4, height: 30, background: '#CB6B28' }} /&gt;&#10;                        &lt;Box style={{ flexDirection: 'column', gap: 2 }}&gt;&#10;                            &lt;Text style={{ fontSize: 14, color: '#CB6B28' }}&gt;Attempt 边界&lt;/Text&gt;&#10;                            &lt;Text style={{ fontSize: 12, color: '#546779' }}&gt;重跑与恢复的分段&lt;/Text&gt;&#10;                        &lt;/Box&gt;&#10;                    &lt;/Box&gt;&#10;                    &lt;Box style={{ width: 244, height: 58, background: '#EDF4FC', borderRadius: 6, paddingLeft: 12, flexDirection: 'column', gap: 2, justifyContent: 'center' }}&gt;&#10;                        &lt;Text style={{ fontSize: 13, fontWeight: 'bold', color: '#276FBF' }}&gt;先记录 Step 上限与当前 Step&lt;/Text&gt;&#10;                        &lt;Text style={{ fontSize: 12, color: '#546779' }}&gt;所有结论都挂在这个范围内&lt;/Text&gt;&#10;                    &lt;/Box&gt;&#10;                &lt;/Box&gt;&#10;&#10;                &lt;Box style={{ width: 560, height: 398, background: '#FFFFFF', borderRadius: 8, padding: 12, flexDirection: 'column', gap: 8 }}&gt;&#10;                    &lt;Text style={{ fontSize: 14, fontWeight: 'bold', color: '#20344B' }}&gt;画面与近景（示意）&lt;/Text&gt;&#10;                    &lt;Box style={{ width: 536, height: 220, background: '#ECF7F2', borderRadius: 8, flexDirection: 'column', gap: 10, justifyContent: 'center', alignItems: 'center' }}&gt;&#10;                        &lt;Text style={{ fontSize: 13, color: '#546779' }}&gt;公共大厅 · 手作室 · 阅读角&lt;/Text&gt;&#10;                        &lt;Box style={{ flexDirection: 'row', gap: 14 }}&gt;&#10;                            &lt;Box style={{ width: 170, height: 82, background: '#EDF4FC', borderRadius: 6, justifyContent: 'center', alignItems: 'center' }}&gt;&#10;                                &lt;Text style={{ fontSize: 14, color: '#276FBF' }}&gt;手作室&lt;/Text&gt;&#10;                            &lt;/Box&gt;&#10;                            &lt;Box style={{ width: 170, height: 82, background: '#EDF4FC', borderRadius: 6, justifyContent: 'center', alignItems: 'center' }}&gt;&#10;                                &lt;Text style={{ fontSize: 14, color: '#276FBF' }}&gt;阅读角&lt;/Text&gt;&#10;                            &lt;/Box&gt;&#10;                        &lt;/Box&gt;&#10;                        &lt;Box style={{ flexDirection: 'row', gap: 14 }}&gt;&#10;                            &lt;Box style={{ width: 62, height: 44, background: '#276FBF', borderRadius: 6, justifyContent: 'center', alignItems: 'center' }}&gt;&#10;                                &lt;Text style={{ fontSize: 13, color: '#FFFFFF' }}&gt;许安&lt;/Text&gt;&#10;                            &lt;/Box&gt;&#10;                            &lt;Box style={{ width: 62, height: 44, background: '#26816B', borderRadius: 6, justifyContent: 'center', alignItems: 'center' }}&gt;&#10;                                &lt;Text style={{ fontSize: 13, color: '#FFFFFF' }}&gt;林岚&lt;/Text&gt;&#10;                            &lt;/Box&gt;&#10;                            &lt;Box style={{ width: 62, height: 44, background: '#26816B', borderRadius: 6, justifyContent: 'center', alignItems: 'center' }}&gt;&#10;                                &lt;Text style={{ fontSize: 13, color: '#FFFFFF' }}&gt;周宁&lt;/Text&gt;&#10;                            &lt;/Box&gt;&#10;                            &lt;Box style={{ width: 62, height: 44, background: '#26816B', borderRadius: 6, justifyContent: 'center', alignItems: 'center' }}&gt;&#10;                                &lt;Text style={{ fontSize: 13, color: '#FFFFFF' }}&gt;陈晨&lt;/Text&gt;&#10;                            &lt;/Box&gt;&#10;                        &lt;/Box&gt;&#10;                    &lt;/Box&gt;&#10;                    &lt;Box style={{ width: 536, height: 100, background: '#F4F7FA', borderRadius: 8, padding: '10px 14px', flexDirection: 'column', gap: 4, justifyContent: 'center' }}&gt;&#10;                        &lt;Text style={{ fontSize: 14, fontWeight: 'bold', color: '#20344B' }}&gt;近景要看的四件事&lt;/Text&gt;&#10;                        &lt;Text style={{ fontSize: 13, color: '#546779', lineHeight: 1.5 }}&gt;人物比例 · 脚底锚点 · 遮挡 · 状态图是否正确切换&lt;/Text&gt;&#10;                    &lt;/Box&gt;&#10;                &lt;/Box&gt;&#10;&#10;                &lt;Box style={{ width: 276, height: 398, background: '#FFFFFF', borderRadius: 8, padding: 12, flexDirection: 'column', gap: 8 }}&gt;&#10;                    &lt;Text style={{ fontSize: 14, fontWeight: 'bold', color: '#20344B' }}&gt;人物 / 会话 / 对象&lt;/Text&gt;&#10;                    &lt;Box style={{ width: 252, height: 88, background: '#F4F7FA', borderRadius: 6, padding: 10, flexDirection: 'column', gap: 4, justifyContent: 'center' }}&gt;&#10;                        &lt;Text style={{ fontSize: 14, fontWeight: 'bold', color: '#20344B' }}&gt;人物&lt;/Text&gt;&#10;                        &lt;Text style={{ fontSize: 12, color: '#546779', lineHeight: 1.45 }}&gt;实际坐标与四层地址&lt;/Text&gt;&#10;                    &lt;/Box&gt;&#10;                    &lt;Box style={{ width: 252, height: 88, background: '#F4F7FA', borderRadius: 6, padding: 10, flexDirection: 'column', gap: 4, justifyContent: 'center' }}&gt;&#10;                        &lt;Text style={{ fontSize: 14, fontWeight: 'bold', color: '#20344B' }}&gt;会话&lt;/Text&gt;&#10;                        &lt;Text style={{ fontSize: 12, color: '#546779', lineHeight: 1.45 }}&gt;参与者与实际消息轮次&lt;/Text&gt;&#10;                    &lt;/Box&gt;&#10;                    &lt;Box style={{ width: 252, height: 88, background: '#F4F7FA', borderRadius: 6, padding: 10, flexDirection: 'column', gap: 4, justifyContent: 'center' }}&gt;&#10;                        &lt;Text style={{ fontSize: 14, fontWeight: 'bold', color: '#20344B' }}&gt;对象状态&lt;/Text&gt;&#10;                        &lt;Text style={{ fontSize: 12, color: '#546779', lineHeight: 1.45 }}&gt;状态前后值与请求 ID&lt;/Text&gt;&#10;                    &lt;/Box&gt;&#10;                    &lt;Box style={{ width: 252, height: 62, background: '#FFF4E6', borderRadius: 6, padding: 10, flexDirection: 'column', gap: 3, justifyContent: 'center' }}&gt;&#10;                        &lt;Text style={{ fontSize: 13, fontWeight: 'bold', color: '#CB6B28' }}&gt;回放加载失败时&lt;/Text&gt;&#10;                        &lt;Text style={{ fontSize: 12, color: '#546779' }}&gt;先存页面诊断、Run 与可用边界&lt;/Text&gt;&#10;                    &lt;/Box&gt;&#10;                &lt;/Box&gt;&#10;&#10;            &lt;/Box&gt;&#10;        &lt;/Box&gt;&#10;&#10;        &lt;Text style={{ fontSize: 14, color: '#546779' }}&gt;「示意」全部由原生色块绘制，不使用任何界面截图，也不引用书稿 figures 下的图片。&lt;/Text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在页面中沿一条事件检查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仿真回放「示意界面」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09600" y="1343025"/>
            <a:ext cx="10972800" cy="4476750"/>
          </a:xfrm>
          <a:prstGeom prst="roundRect">
            <a:avLst>
              <a:gd name="adj" fmla="val 212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09600" y="1343025"/>
            <a:ext cx="10972800" cy="457200"/>
          </a:xfrm>
          <a:custGeom>
            <a:pathLst>
              <a:path w="1152" h="48">
                <a:moveTo>
                  <a:pt x="10" y="0"/>
                </a:moveTo>
                <a:lnTo>
                  <a:pt x="1142" y="0"/>
                </a:lnTo>
                <a:cubicBezTo>
                  <a:pt x="1148" y="0"/>
                  <a:pt x="1152" y="4"/>
                  <a:pt x="1152" y="10"/>
                </a:cubicBezTo>
                <a:lnTo>
                  <a:pt x="1152" y="48"/>
                </a:lnTo>
                <a:lnTo>
                  <a:pt x="1152" y="48"/>
                </a:lnTo>
                <a:lnTo>
                  <a:pt x="0" y="48"/>
                </a:lnTo>
                <a:lnTo>
                  <a:pt x="0" y="48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0100" y="14763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仿真回放（示意）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9486900" y="1428750"/>
            <a:ext cx="19050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772650" y="1495425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界面示意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不是系统截图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723900" y="1914525"/>
            <a:ext cx="2552700" cy="379095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2028825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时间线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838200" y="2266950"/>
            <a:ext cx="2324100" cy="495300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933450" y="23717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66800" y="2352675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检查点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66800" y="25336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完整状态边界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38200" y="2838450"/>
            <a:ext cx="2324100" cy="495300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933450" y="2943225"/>
            <a:ext cx="3810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066800" y="29241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对话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66800" y="31051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会话与消息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38200" y="3409950"/>
            <a:ext cx="2324100" cy="495300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933450" y="3514725"/>
            <a:ext cx="38100" cy="2857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66800" y="3495675"/>
            <a:ext cx="68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066800" y="367665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对象状态变化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38200" y="3981450"/>
            <a:ext cx="2324100" cy="495300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933450" y="4086225"/>
            <a:ext cx="3810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66800" y="4067175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66800" y="42481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重跑与恢复的分段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838200" y="4552950"/>
            <a:ext cx="2324100" cy="552450"/>
          </a:xfrm>
          <a:prstGeom prst="roundRect">
            <a:avLst>
              <a:gd name="adj" fmla="val 103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52500" y="4676775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76FBF"/>
                </a:solidFill>
                <a:latin typeface="Microsoft YaHei"/>
                <a:ea typeface="Microsoft YaHei"/>
              </a:rPr>
              <a:t>先记录</a:t>
            </a:r>
            <a:r>
              <a:rPr lang="en-US" sz="9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975" b="1">
                <a:solidFill>
                  <a:srgbClr val="276FBF"/>
                </a:solidFill>
                <a:latin typeface="Microsoft YaHei"/>
                <a:ea typeface="Microsoft YaHei"/>
              </a:rPr>
              <a:t>上限与当前</a:t>
            </a:r>
            <a:r>
              <a:rPr lang="en-US" sz="9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52500" y="48482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所有结论都挂在这个范围内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3390900" y="1914525"/>
            <a:ext cx="5334000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3505200" y="2028825"/>
            <a:ext cx="5105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画面与近景（示意）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505200" y="2266950"/>
            <a:ext cx="5105400" cy="2095500"/>
          </a:xfrm>
          <a:prstGeom prst="roundRect">
            <a:avLst>
              <a:gd name="adj" fmla="val 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334000" y="254317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公共大厅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手作室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阅读角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371975" y="2790825"/>
            <a:ext cx="1619250" cy="781050"/>
          </a:xfrm>
          <a:prstGeom prst="roundRect">
            <a:avLst>
              <a:gd name="adj" fmla="val 73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981575" y="3105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124575" y="2790825"/>
            <a:ext cx="1619250" cy="781050"/>
          </a:xfrm>
          <a:prstGeom prst="roundRect">
            <a:avLst>
              <a:gd name="adj" fmla="val 73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734175" y="31051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阅读角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676775" y="3667125"/>
            <a:ext cx="590550" cy="419100"/>
          </a:xfrm>
          <a:prstGeom prst="roundRect">
            <a:avLst>
              <a:gd name="adj" fmla="val 1363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848225" y="3800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5400675" y="3667125"/>
            <a:ext cx="590550" cy="419100"/>
          </a:xfrm>
          <a:prstGeom prst="roundRect">
            <a:avLst>
              <a:gd name="adj" fmla="val 1363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572125" y="3800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124575" y="3667125"/>
            <a:ext cx="590550" cy="419100"/>
          </a:xfrm>
          <a:prstGeom prst="roundRect">
            <a:avLst>
              <a:gd name="adj" fmla="val 1363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296025" y="3800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48475" y="3667125"/>
            <a:ext cx="590550" cy="419100"/>
          </a:xfrm>
          <a:prstGeom prst="roundRect">
            <a:avLst>
              <a:gd name="adj" fmla="val 1363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019925" y="3800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505200" y="4438650"/>
            <a:ext cx="51054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638550" y="4705350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近景要看的四件事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638550" y="4905375"/>
            <a:ext cx="48387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人物比例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脚底锚点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遮挡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状态图是否正确切换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839200" y="1914525"/>
            <a:ext cx="2628900" cy="379095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953500" y="20288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人物</a:t>
            </a: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会话</a:t>
            </a:r>
            <a:r>
              <a:rPr lang="en-US" sz="10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953500" y="2266950"/>
            <a:ext cx="2400300" cy="838200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048750" y="24860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048750" y="2686050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实际坐标与四层地址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953500" y="3181350"/>
            <a:ext cx="2400300" cy="838200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048750" y="34004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会话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048750" y="3600450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参与者与实际消息轮次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953500" y="4095750"/>
            <a:ext cx="2400300" cy="838200"/>
          </a:xfrm>
          <a:prstGeom prst="roundRect">
            <a:avLst>
              <a:gd name="adj" fmla="val 681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048750" y="4314825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0344B"/>
                </a:solidFill>
                <a:latin typeface="Microsoft YaHei"/>
                <a:ea typeface="Microsoft YaHei"/>
              </a:rPr>
              <a:t>对象状态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9048750" y="4514850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状态前后值与请求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8953500" y="5010150"/>
            <a:ext cx="2400300" cy="590550"/>
          </a:xfrm>
          <a:prstGeom prst="roundRect">
            <a:avLst>
              <a:gd name="adj" fmla="val 967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9048750" y="5143500"/>
            <a:ext cx="2209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B6B28"/>
                </a:solidFill>
                <a:latin typeface="Microsoft YaHei"/>
                <a:ea typeface="Microsoft YaHei"/>
              </a:rPr>
              <a:t>回放加载失败时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9048750" y="53244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先存页面诊断、</a:t>
            </a:r>
            <a:r>
              <a:rPr lang="en-US" sz="90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与可用边界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「示意」全部由原生色块绘制，不使用任何界面截图，也不引用书稿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figures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下的图片。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27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1" name="" descr="&lt;Slide notes={`时间线上的标记不是装饰，它们解决的是「这件事属于哪一类」的问题。&#10;&#10;检查点代表一个完整状态边界，从它开始回放，页面才可能带上此前已经提交的状态。对话标记对应的是一段会话和其中的消息轮次。事件标记对应对象状态的变化。Attempt 边界则把重跑和恢复分成不同段落，它提醒我们：同样的一步，在不同尝试里是两件事。&#10;&#10;用标记的时候要有一个意识：它只说明类别，不说明质量。看到一个事件标记，不等于这个事件一定正确，也不等于画面一定同步。它只是告诉我该去哪里找对应的事实。&#10;&#10;所以先用标记定位，再用右侧这些事实去核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3　在页面中沿一条事件检查&lt;/Text&gt;&#10;            &lt;Text style={{ fontSize: 34, fontWeight: 'bold', color: '#20344B' }}&gt;标记用来定位，不用来判断&lt;/Text&gt;&#10;        &lt;/Box&gt;&#10;    &lt;/Box&gt;&#10;&#10;    &lt;Box style={{ height: 540, flexDirection: 'row', alignItems: 'center', gap: 24 }}&gt;&#10;&#10;        &lt;Box style={{ width: 400, flexDirection: 'column', gap: 14 }}&gt;&#10;            &lt;Text style={{ fontSize: 20, fontWeight: 'bold', color: '#20344B' }}&gt;先把事件落到某一步&lt;/Text&gt;&#10;            &lt;Text style={{ fontSize: 15, color: '#546779', lineHeight: 1.7, width: 400 }}&gt;时间线标记会区分检查点、对话、事件和 Attempt 边界。它们回答的是「属于哪一类」，不回答「对不对」。&lt;/Text&gt;&#10;            &lt;Box style={{ width: 400, height: 132, background: '#FFF4E6', borderRadius: 10, padding: '14px 18px', flexDirection: 'column', gap: 6, justifyContent: 'center' }}&gt;&#10;                &lt;Text style={{ fontSize: 16, fontWeight: 'bold', color: '#CB6B28' }}&gt;类别不等于结论&lt;/Text&gt;&#10;                &lt;Text style={{ fontSize: 14, color: '#546779', lineHeight: 1.55 }}&gt;标记只告诉我该去哪里找对应的事实，画面和标记都不能互相作证。&lt;/Text&gt;&#10;            &lt;/Box&gt;&#10;            &lt;Box style={{ width: 400, height: 108, background: '#F4F7FA', borderRadius: 10, padding: '14px 18px', flexDirection: 'column', gap: 4, justifyContent: 'center' }}&gt;&#10;                &lt;Text style={{ fontSize: 15, fontWeight: 'bold', color: '#20344B' }}&gt;一次只追一件事&lt;/Text&gt;&#10;                &lt;Text style={{ fontSize: 14, color: '#546779', lineHeight: 1.5 }}&gt;同时追多个对象，很容易把两个 Step 的证据混在一起。&lt;/Text&gt;&#10;            &lt;/Box&gt;&#10;        &lt;/Box&gt;&#10;&#10;        &lt;Box style={{ width: 728, flexDirection: 'column', gap: 12 }}&gt;&#10;            &lt;Box style={{ width: 728, height: 104, background: '#F4F7FA', borderRadius: 10, padding: '0 18px', flexDirection: 'row', alignItems: 'center', gap: 16 }}&gt;&#10;                &lt;Box style={{ width: 4, height: 40, background: '#276FBF' }} /&gt;&#10;                &lt;Box style={{ flexDirection: 'column', gap: 4 }}&gt;&#10;                    &lt;Text style={{ fontSize: 17, fontWeight: 'bold', color: '#20344B' }}&gt;检查点&lt;/Text&gt;&#10;                    &lt;Text style={{ fontSize: 14, color: '#546779', lineHeight: 1.5 }}&gt;完整状态边界；从中段起播时，页面应带上此前已提交的状态。&lt;/Text&gt;&#10;                &lt;/Box&gt;&#10;            &lt;/Box&gt;&#10;            &lt;Box style={{ width: 728, height: 104, background: '#F4F7FA', borderRadius: 10, padding: '0 18px', flexDirection: 'row', alignItems: 'center', gap: 16 }}&gt;&#10;                &lt;Box style={{ width: 4, height: 40, background: '#276FBF' }} /&gt;&#10;                &lt;Box style={{ flexDirection: 'column', gap: 4 }}&gt;&#10;                    &lt;Text style={{ fontSize: 17, fontWeight: 'bold', color: '#20344B' }}&gt;对话&lt;/Text&gt;&#10;                    &lt;Text style={{ fontSize: 14, color: '#546779', lineHeight: 1.5 }}&gt;会话与消息轮次；用于核对参与者、实际消息和回复的到达。&lt;/Text&gt;&#10;                &lt;/Box&gt;&#10;            &lt;/Box&gt;&#10;            &lt;Box style={{ width: 728, height: 104, background: '#F4F7FA', borderRadius: 10, padding: '0 18px', flexDirection: 'row', alignItems: 'center', gap: 16 }}&gt;&#10;                &lt;Box style={{ width: 4, height: 40, background: '#26816B' }} /&gt;&#10;                &lt;Box style={{ flexDirection: 'column', gap: 4 }}&gt;&#10;                    &lt;Text style={{ fontSize: 17, fontWeight: 'bold', color: '#20344B' }}&gt;事件&lt;/Text&gt;&#10;                    &lt;Text style={{ fontSize: 14, color: '#546779', lineHeight: 1.5 }}&gt;对象状态变化；用于核对对象身份与结构化前后值。&lt;/Text&gt;&#10;                &lt;/Box&gt;&#10;            &lt;/Box&gt;&#10;            &lt;Box style={{ width: 728, height: 104, background: '#FFF4E6', borderRadius: 10, padding: '0 18px', flexDirection: 'row', alignItems: 'center', gap: 16 }}&gt;&#10;                &lt;Box style={{ width: 4, height: 40, background: '#CB6B28' }} /&gt;&#10;                &lt;Box style={{ flexDirection: 'column', gap: 4 }}&gt;&#10;                    &lt;Text style={{ fontSize: 17, fontWeight: 'bold', color: '#CB6B28' }}&gt;Attempt 边界&lt;/Text&gt;&#10;                    &lt;Text style={{ fontSize: 14, color: '#546779', lineHeight: 1.5 }}&gt;重跑与恢复的分段；同样一步在不同尝试里是两件事。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在页面中沿一条事件检查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标记用来定位，不用来判断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先把事件落到某一步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2324100"/>
            <a:ext cx="3810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时间线标记会区分检查点、对话、事件和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边界。它们回答的是「属于哪一类」，不回答「对不对」。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3048000"/>
            <a:ext cx="38100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81050" y="3305175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类别不等于结论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1050" y="3552825"/>
            <a:ext cx="3467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标记只告诉我该去哪里找对应的事实，画面和标记都不能互相作证。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4438650"/>
            <a:ext cx="38100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4724400"/>
            <a:ext cx="346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一次只追一件事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81050" y="4933950"/>
            <a:ext cx="34671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同时追多个对象，很容易把两个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的证据混在一起。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648200" y="1562100"/>
            <a:ext cx="69342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4819650" y="18669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010150" y="18192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检查点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010150" y="2057400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完整状态边界；从中段起播时，页面应带上此前已提交的状态。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4648200" y="2667000"/>
            <a:ext cx="69342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4819650" y="297180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010150" y="2924175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对话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010150" y="316230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会话与消息轮次；用于核对参与者、实际消息和回复的到达。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4648200" y="3771900"/>
            <a:ext cx="693420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4819650" y="407670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010150" y="4029075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010150" y="426720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对象状态变化；用于核对对象身份与结构化前后值。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648200" y="4876800"/>
            <a:ext cx="69342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4819650" y="51816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10150" y="5133975"/>
            <a:ext cx="3200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010150" y="5372100"/>
            <a:ext cx="3200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重跑与恢复的分段；同样一步在不同尝试里是两件事。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27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notes={`把画面看成两种视角会更省力：地图概览和近景，它们各管一段。&#10;&#10;地图概览用来看空间关系，也就是谁在哪个区域、彼此是不是相邻、路径大概怎么走。它回答的是「关系对不对」。近景用来看细节，比如人物比例是否正常、脚底锚点有没有落在地上、有没有被遮挡、状态图有没有正确切换。它回答的是「表现对不对」。&#10;&#10;千万不要只保留一张全场截图。全场图既能看关系又能看表现，但两边都不够准。要核对某个对象的状态，就单独截它更新前后的近景；要核对某个人有没有走到，就单独看他的坐标和四层地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3　在页面中沿一条事件检查&lt;/Text&gt;&#10;            &lt;Text style={{ fontSize: 34, fontWeight: 'bold', color: '#20344B' }}&gt;概览看关系，近景看细节&lt;/Text&gt;&#10;        &lt;/Box&gt;&#10;    &lt;/Box&gt;&#10;&#10;    &lt;Box style={{ height: 540, flexDirection: 'row', alignItems: 'center', gap: 24 }}&gt;&#10;&#10;        &lt;Box style={{ width: 496, flexDirection: 'column', gap: 14 }}&gt;&#10;            &lt;Text style={{ fontSize: 20, fontWeight: 'bold', color: '#20344B' }}&gt;两种视角，各管一段&lt;/Text&gt;&#10;            &lt;Box style={{ width: 496, height: 152, background: '#EDF4FC', borderRadius: 10, padding: '14px 18px', flexDirection: 'column', gap: 6, justifyContent: 'center' }}&gt;&#10;                &lt;Text style={{ fontSize: 17, fontWeight: 'bold', color: '#276FBF' }}&gt;地图概览 —— 看关系&lt;/Text&gt;&#10;                &lt;Text style={{ fontSize: 14, color: '#546779', lineHeight: 1.6 }}&gt;解释空间关系：谁在哪个区域、彼此是否相邻、路径大概怎样走。它回答「关系对不对」。&lt;/Text&gt;&#10;            &lt;/Box&gt;&#10;            &lt;Box style={{ width: 496, height: 152, background: '#ECF7F2', borderRadius: 10, padding: '14px 18px', flexDirection: 'column', gap: 6, justifyContent: 'center' }}&gt;&#10;                &lt;Text style={{ fontSize: 17, fontWeight: 'bold', color: '#26816B' }}&gt;近景 —— 看细节&lt;/Text&gt;&#10;                &lt;Text style={{ fontSize: 14, color: '#546779', lineHeight: 1.6 }}&gt;核对人物比例、脚底锚点、遮挡，以及状态图是否随事实正确切换。它回答「表现对不对」。&lt;/Text&gt;&#10;            &lt;/Box&gt;&#10;            &lt;Box style={{ width: 496, height: 92, background: '#FFF4E6', borderRadius: 10, padding: '14px 18px', flexDirection: 'column', gap: 4, justifyContent: 'center' }}&gt;&#10;                &lt;Text style={{ fontSize: 15, fontWeight: 'bold', color: '#CB6B28' }}&gt;不要只保留全场截图&lt;/Text&gt;&#10;                &lt;Text style={{ fontSize: 14, color: '#546779', lineHeight: 1.5 }}&gt;一张全图两边都不够准，分开取景才能复核。&lt;/Text&gt;&#10;            &lt;/Box&gt;&#10;        &lt;/Box&gt;&#10;&#10;        &lt;Box style={{ width: 632, flexDirection: 'column', gap: 12 }}&gt;&#10;            &lt;Box style={{ width: 632, height: 96, background: '#F4F7FA', borderRadius: 10, padding: '0 18px', flexDirection: 'column', gap: 4, justifyContent: 'center' }}&gt;&#10;                &lt;Text style={{ fontSize: 16, fontWeight: 'bold', color: '#20344B' }}&gt;公告栏状态更新前后的近景&lt;/Text&gt;&#10;                &lt;Text style={{ fontSize: 14, color: '#546779' }}&gt;对象外观有没有跟着状态事件切换&lt;/Text&gt;&#10;            &lt;/Box&gt;&#10;            &lt;Box style={{ width: 632, height: 96, background: '#F4F7FA', borderRadius: 10, padding: '0 18px', flexDirection: 'column', gap: 4, justifyContent: 'center' }}&gt;&#10;                &lt;Text style={{ fontSize: 16, fontWeight: 'bold', color: '#20344B' }}&gt;许安移动前后的坐标与四层地址&lt;/Text&gt;&#10;                &lt;Text style={{ fontSize: 14, color: '#546779' }}&gt;位移事实是否与画面表现一致&lt;/Text&gt;&#10;            &lt;/Box&gt;&#10;            &lt;Box style={{ width: 632, height: 96, background: '#F4F7FA', borderRadius: 10, padding: '0 18px', flexDirection: 'column', gap: 4, justifyContent: 'center' }}&gt;&#10;                &lt;Text style={{ fontSize: 16, fontWeight: 'bold', color: '#20344B' }}&gt;林岚与周宁的相关会话&lt;/Text&gt;&#10;                &lt;Text style={{ fontSize: 14, color: '#546779' }}&gt;参与者、实际消息与对话轮次&lt;/Text&gt;&#10;            &lt;/Box&gt;&#10;            &lt;Box style={{ width: 632, height: 96, background: '#EDF4FC', borderRadius: 10, padding: '0 18px', flexDirection: 'column', gap: 4, justifyContent: 'center' }}&gt;&#10;                &lt;Text style={{ fontSize: 16, fontWeight: 'bold', color: '#276FBF' }}&gt;对象回复到达目标人物的轮次&lt;/Text&gt;&#10;                &lt;Text style={{ fontSize: 14, color: '#546779' }}&gt;谁在下一轮真的拿到了这条回复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在页面中沿一条事件检查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概览看关系，近景看细节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472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两种视角，各管一段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609600" y="1876425"/>
            <a:ext cx="472440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81050" y="22193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地图概览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看关系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81050" y="2476500"/>
            <a:ext cx="4381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解释空间关系：谁在哪个区域、彼此是否相邻、路径大概怎样走。它回答「关系对不对」。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3457575"/>
            <a:ext cx="47244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81050" y="38004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近景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看细节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81050" y="4057650"/>
            <a:ext cx="4381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核对人物比例、脚底锚点、遮挡，以及状态图是否随事实正确切换。它回答「表现对不对」。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5038725"/>
            <a:ext cx="47244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81050" y="5248275"/>
            <a:ext cx="438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不要只保留全场截图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81050" y="5457825"/>
            <a:ext cx="4381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一张全图两边都不够准，分开取景才能复核。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562600" y="1714500"/>
            <a:ext cx="6019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34050" y="19812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公告栏状态更新前后的近景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34050" y="22098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对象外观有没有跟着状态事件切换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562600" y="2743200"/>
            <a:ext cx="6019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34050" y="30099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许安移动前后的坐标与四层地址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34050" y="32385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位移事实是否与画面表现一致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5562600" y="3771900"/>
            <a:ext cx="6019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734050" y="40386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林岚与周宁的相关会话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734050" y="42672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参与者、实际消息与对话轮次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5562600" y="4800600"/>
            <a:ext cx="6019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734050" y="5067300"/>
            <a:ext cx="5676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对象回复到达目标人物的轮次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34050" y="529590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谁在下一轮真的拿到了这条回复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27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notes={`把常见结论摊开来看，取证要求其实很固定。&#10;&#10;许安是否抵达，要看实际目标坐标、四层地址、已执行路径和目标对应关系；计划路径、导航首格和活动描述都不能单独证明他到了。&#10;&#10;公告是否从旧安排变成新安排，要看对象状态变化事件里的对象身份和结构化前后状态；林岚说一句「已经通知」不算，普通的动作文本也不算。预约查询是否得到回复，要看请求 ID、目标对象、回复事实，以及接收者下一轮的上下文；服务台声称「已回答所有人」同样不算。&#10;&#10;周宁是否完成一次交流，要看稳定的会话标识、参与者和实际消息，而不是两个人看上去站在一起。&#10;&#10;每一项都要落到具体字段，而不是感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4　对 MOVE、公告更新和回复分别取证&lt;/Text&gt;&#10;            &lt;Text style={{ fontSize: 34, fontWeight: 'bold', color: '#20344B' }}&gt;每一条结论都要落到具体字段&lt;/Text&gt;&#10;        &lt;/Box&gt;&#10;    &lt;/Box&gt;&#10;&#10;    &lt;Box style={{ height: 540, flexDirection: 'column', justifyContent: 'center', gap: 10 }}&gt;&#10;&#10;        &lt;Box style={{ flexDirection: 'row', padding: '0 20px', gap: 16 }}&gt;&#10;            &lt;Box style={{ width: 4 }} /&gt;&#10;            &lt;Box style={{ width: 260 }}&gt;&lt;Text style={{ fontSize: 14, color: '#546779' }}&gt;要证明的结论&lt;/Text&gt;&lt;/Box&gt;&#10;            &lt;Box style={{ width: 380 }}&gt;&lt;Text style={{ fontSize: 14, color: '#546779' }}&gt;必须查看的事实&lt;/Text&gt;&lt;/Box&gt;&#10;            &lt;Box style={{ width: 380 }}&gt;&lt;Text style={{ fontSize: 14, color: '#CB6B28' }}&gt;不能独立作为证明的内容&lt;/Text&gt;&lt;/Box&gt;&#10;        &lt;/Box&gt;&#10;&#10;        &lt;Box style={{ flexDirection: 'row', height: 98, background: '#F4F7FA', borderRadius: 10, padding: '0 20px', alignItems: 'center', gap: 16 }}&gt;&#10;            &lt;Box style={{ width: 4, height: 40, background: '#276FBF' }} /&gt;&#10;            &lt;Box style={{ width: 260 }}&gt;&lt;Text style={{ fontSize: 16, fontWeight: 'bold', color: '#20344B', lineHeight: 1.5 }}&gt;许安已经抵达&lt;/Text&gt;&lt;/Box&gt;&#10;            &lt;Box style={{ width: 380 }}&gt;&lt;Text style={{ fontSize: 14, color: '#20344B', lineHeight: 1.55 }}&gt;实际 to_coord、地址、已执行路径、目标对应关系&lt;/Text&gt;&lt;/Box&gt;&#10;            &lt;Box style={{ width: 380 }}&gt;&lt;Text style={{ fontSize: 14, color: '#CB6B28', lineHeight: 1.55 }}&gt;计划路径、导航首格、活动描述&lt;/Text&gt;&lt;/Box&gt;&#10;        &lt;/Box&gt;&#10;&#10;        &lt;Box style={{ flexDirection: 'row', height: 98, background: '#EDF4FC', borderRadius: 10, padding: '0 20px', alignItems: 'center', gap: 16 }}&gt;&#10;            &lt;Box style={{ width: 4, height: 40, background: '#276FBF' }} /&gt;&#10;            &lt;Box style={{ width: 260 }}&gt;&lt;Text style={{ fontSize: 16, fontWeight: 'bold', color: '#20344B', lineHeight: 1.5 }}&gt;公告从旧安排变成新安排&lt;/Text&gt;&lt;/Box&gt;&#10;            &lt;Box style={{ width: 380 }}&gt;&lt;Text style={{ fontSize: 14, color: '#20344B', lineHeight: 1.55 }}&gt;状态变化事件的对象身份与结构化前后状态&lt;/Text&gt;&lt;/Box&gt;&#10;            &lt;Box style={{ width: 380 }}&gt;&lt;Text style={{ fontSize: 14, color: '#CB6B28', lineHeight: 1.55 }}&gt;林岚说「已经通知」、普通 ACT 文本&lt;/Text&gt;&lt;/Box&gt;&#10;        &lt;/Box&gt;&#10;&#10;        &lt;Box style={{ flexDirection: 'row', height: 98, background: '#F4F7FA', borderRadius: 10, padding: '0 20px', alignItems: 'center', gap: 16 }}&gt;&#10;            &lt;Box style={{ width: 4, height: 40, background: '#26816B' }} /&gt;&#10;            &lt;Box style={{ width: 260 }}&gt;&lt;Text style={{ fontSize: 16, fontWeight: 'bold', color: '#20344B', lineHeight: 1.5 }}&gt;预约查询得到回复&lt;/Text&gt;&lt;/Box&gt;&#10;            &lt;Box style={{ width: 380 }}&gt;&lt;Text style={{ fontSize: 14, color: '#20344B', lineHeight: 1.55 }}&gt;请求 ID、目标对象、回复事实、接收者下一轮上下文&lt;/Text&gt;&lt;/Box&gt;&#10;            &lt;Box style={{ width: 380 }}&gt;&lt;Text style={{ fontSize: 14, color: '#CB6B28', lineHeight: 1.55 }}&gt;服务台声称「已回答所有人」&lt;/Text&gt;&lt;/Box&gt;&#10;        &lt;/Box&gt;&#10;&#10;        &lt;Box style={{ flexDirection: 'row', height: 98, background: '#ECF7F2', borderRadius: 10, padding: '0 20px', alignItems: 'center', gap: 16 }}&gt;&#10;            &lt;Box style={{ width: 4, height: 40, background: '#26816B' }} /&gt;&#10;            &lt;Box style={{ width: 260 }}&gt;&lt;Text style={{ fontSize: 16, fontWeight: 'bold', color: '#20344B', lineHeight: 1.5 }}&gt;周宁完成一次交流&lt;/Text&gt;&lt;/Box&gt;&#10;            &lt;Box style={{ width: 380 }}&gt;&lt;Text style={{ fontSize: 14, color: '#20344B', lineHeight: 1.55 }}&gt;稳定的会话标识、参与者与实际消息&lt;/Text&gt;&lt;/Box&gt;&#10;            &lt;Box style={{ width: 380 }}&gt;&lt;Text style={{ fontSize: 14, color: '#CB6B28', lineHeight: 1.55 }}&gt;两个人物看上去站在一起&lt;/Text&gt;&lt;/Box&gt;&#10;        &lt;/Box&gt;&#10;&#10;        &lt;Box style={{ width: 1152, height: 76, background: '#FFF4E6', borderRadius: 10, padding: '0 22px', flexDirection: 'row', alignItems: 'center', gap: 14 }}&gt;&#10;            &lt;Box style={{ width: 4, height: 40, background: '#CB6B28' }} /&gt;&#10;            &lt;Text style={{ fontSize: 15, color: '#20344B', flex: 1 }}&gt;取证要求固定：先找到对应事实，再回到页面核对表现；顺序不能反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、公告更新和回复分别取证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每一条结论都要落到具体字段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90600" y="117157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要证明的结论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619500" y="1171575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必须查看的事实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391400" y="1171575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不能独立作为证明的内容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1428750"/>
            <a:ext cx="1097280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800100" y="17049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90600" y="1762125"/>
            <a:ext cx="247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许安已经抵达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619500" y="17716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实际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to_coord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、地址、已执行路径、目标对应关系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391400" y="17716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计划路径、导航首格、活动描述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609600" y="2457450"/>
            <a:ext cx="10972800" cy="933450"/>
          </a:xfrm>
          <a:prstGeom prst="roundRect">
            <a:avLst>
              <a:gd name="adj" fmla="val 1020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800100" y="2733675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990600" y="2790825"/>
            <a:ext cx="247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公告从旧安排变成新安排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619500" y="28003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状态变化事件的对象身份与结构化前后状态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391400" y="28003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林岚说「已经通知」、普通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ACT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文本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3486150"/>
            <a:ext cx="10972800" cy="933450"/>
          </a:xfrm>
          <a:prstGeom prst="roundRect">
            <a:avLst>
              <a:gd name="adj" fmla="val 1020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800100" y="37623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90600" y="3819525"/>
            <a:ext cx="247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预约查询得到回复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619500" y="38290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请求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、目标对象、回复事实、接收者下一轮上下文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391400" y="38290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服务台声称「已回答所有人」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609600" y="4514850"/>
            <a:ext cx="10972800" cy="933450"/>
          </a:xfrm>
          <a:prstGeom prst="roundRect">
            <a:avLst>
              <a:gd name="adj" fmla="val 1020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800100" y="4791075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90600" y="4848225"/>
            <a:ext cx="2476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周宁完成一次交流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稳定的会话标识、参与者与实际消息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391400" y="4857750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两个人物看上去站在一起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55435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19150" y="57150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90600" y="5819775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取证要求固定：先找到对应事实，再回到页面核对表现；顺序不能反。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27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 notes={`再说两个容易出漏洞的地方。&#10;&#10;第一个是 MOVE。移动同时带着坐标和活动语义，比如「前往手作室核实时间」描述的是移动目的。目的话可以解释行为，但不能当成抵达证据；反过来，坐标发生变化也不能自动替它补上一条没有提交过的活动目的。两条信息各有各的来源，谁也不能替谁说话。&#10;&#10;第二个是对象状态。回放可能从中段开始，这时候页面不能从素材目录里的当前状态或默认图片重新开始，而要先带上此前已经提交的对象状态，再应用当前窗口里的更新。&#10;&#10;记住这一点，才能解释为什么同一个对象在两次回放里外观可能不同：差别不在素材，在归约的历史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4　对 MOVE、公告更新和回复分别取证&lt;/Text&gt;&#10;            &lt;Text style={{ fontSize: 34, fontWeight: 'bold', color: '#20344B' }}&gt;移动语义与对象状态归约&lt;/Text&gt;&#10;        &lt;/Box&gt;&#10;    &lt;/Box&gt;&#10;&#10;    &lt;Box style={{ height: 540, flexDirection: 'column', justifyContent: 'center', gap: 16 }}&gt;&#10;&#10;        &lt;Box style={{ flexDirection: 'row', gap: 24 }}&gt;&#10;&#10;            &lt;Box style={{ width: 564, flexDirection: 'column', gap: 10 }}&gt;&#10;                &lt;Text style={{ fontSize: 18, fontWeight: 'bold', color: '#276FBF' }}&gt;MOVE：坐标与活动各说一半&lt;/Text&gt;&#10;                &lt;Box style={{ width: 564, height: 92, background: '#EDF4FC', borderRadius: 10, padding: '0 18px', flexDirection: 'row', alignItems: 'center', gap: 14 }}&gt;&#10;                    &lt;Box style={{ width: 4, height: 40, background: '#276FBF' }} /&gt;&#10;                    &lt;Text style={{ fontSize: 15, color: '#20344B', lineHeight: 1.5 }}&gt;「前往手作室核实时间」描述的是移动目的&lt;/Text&gt;&#10;                &lt;/Box&gt;&#10;                &lt;Box style={{ width: 564, height: 92, background: '#F4F7FA', borderRadius: 10, padding: '0 18px', flexDirection: 'row', alignItems: 'center', gap: 14 }}&gt;&#10;                    &lt;Box style={{ width: 4, height: 40, background: '#546779' }} /&gt;&#10;                    &lt;Text style={{ fontSize: 15, color: '#20344B', lineHeight: 1.5 }}&gt;活动文字可以解释行为，不能当成抵达证据&lt;/Text&gt;&#10;                &lt;/Box&gt;&#10;                &lt;Box style={{ width: 564, height: 92, background: '#FFF4E6', borderRadius: 10, padding: '0 18px', flexDirection: 'row', alignItems: 'center', gap: 14 }}&gt;&#10;                    &lt;Box style={{ width: 4, height: 40, background: '#CB6B28' }} /&gt;&#10;                    &lt;Text style={{ fontSize: 15, color: '#CB6B28', lineHeight: 1.5 }}&gt;坐标变了，也不能自动补出未提交的活动目的&lt;/Text&gt;&#10;                &lt;/Box&gt;&#10;            &lt;/Box&gt;&#10;&#10;            &lt;Box style={{ width: 564, flexDirection: 'column', gap: 10 }}&gt;&#10;                &lt;Text style={{ fontSize: 18, fontWeight: 'bold', color: '#26816B' }}&gt;对象状态：按历史归约&lt;/Text&gt;&#10;                &lt;Box style={{ width: 564, height: 92, background: '#ECF7F2', borderRadius: 10, padding: '0 18px', flexDirection: 'row', alignItems: 'center', gap: 14 }}&gt;&#10;                    &lt;Box style={{ width: 4, height: 40, background: '#26816B' }} /&gt;&#10;                    &lt;Text style={{ fontSize: 15, color: '#20344B', lineHeight: 1.5 }}&gt;从时间线中段开始播放时，页面要带上此前的已提交状态&lt;/Text&gt;&#10;                &lt;/Box&gt;&#10;                &lt;Box style={{ width: 564, height: 92, background: '#F4F7FA', borderRadius: 10, padding: '0 18px', flexDirection: 'row', alignItems: 'center', gap: 14 }}&gt;&#10;                    &lt;Box style={{ width: 4, height: 40, background: '#546779' }} /&gt;&#10;                    &lt;Text style={{ fontSize: 15, color: '#20344B', lineHeight: 1.5 }}&gt;再应用当前窗口中的更新，而不是从默认外观重新开始&lt;/Text&gt;&#10;                &lt;/Box&gt;&#10;                &lt;Box style={{ width: 564, height: 92, background: '#FFF4E6', borderRadius: 10, padding: '0 18px', flexDirection: 'row', alignItems: 'center', gap: 14 }}&gt;&#10;                    &lt;Box style={{ width: 4, height: 40, background: '#CB6B28' }} /&gt;&#10;                    &lt;Text style={{ fontSize: 15, color: '#CB6B28', lineHeight: 1.5 }}&gt;不能每次都用公共资源里的当前状态或默认图片&lt;/Text&gt;&#10;                &lt;/Box&gt;&#10;            &lt;/Box&gt;&#10;&#10;        &lt;/Box&gt;&#10;&#10;        &lt;Box style={{ width: 1152, height: 76, background: '#F4F7FA', borderRadius: 10, padding: '0 22px', flexDirection: 'row', alignItems: 'center', gap: 14 }}&gt;&#10;            &lt;Box style={{ width: 4, height: 40, background: '#276FBF' }} /&gt;&#10;            &lt;Text style={{ fontSize: 15, color: '#20344B', flex: 1 }}&gt;归约的输入是已提交历史，不是素材目录里当前的那份文件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MOVE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、公告更新和回复分别取证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移动语义与对象状态归约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MOVE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：坐标与活动各说一半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201930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781050" y="22669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52500" y="2333625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「前往手作室核实时间」描述的是移动目的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299085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781050" y="3238500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952500" y="3305175"/>
            <a:ext cx="2714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活动文字可以解释行为，不能当成抵达证据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396240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781050" y="42100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52500" y="4276725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坐标变了，也不能自动补出未提交的活动目的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210300" y="1714500"/>
            <a:ext cx="537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对象状态：按历史归约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210300" y="201930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6381750" y="2266950"/>
            <a:ext cx="38100" cy="381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553200" y="2333625"/>
            <a:ext cx="357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从时间线中段开始播放时，页面要带上此前的已提交状态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210300" y="299085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6381750" y="3238500"/>
            <a:ext cx="38100" cy="3810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553200" y="330517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再应用当前窗口中的更新，而不是从默认外观重新开始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210300" y="3962400"/>
            <a:ext cx="53721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6381750" y="42100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553200" y="42767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不能每次都用公共资源里的当前状态或默认图片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49911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819150" y="51625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90600" y="5267325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归约的输入是已提交历史，不是素材目录里当前的那份文件。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27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notes={`这一块是整节最实用的部分：看到异常之后，先判断它属于哪一类。&#10;&#10;很多人一发现问题就直奔「系统有缺陷」。但回放里出现的现象，来源差别很大：可能是边界被正确地处理了，可能是行为策略本身需要调整，可能是执行真的出错，也可能只是页面表现和事实不一致。这四类问题的处理方式完全不同。&#10;&#10;所以在分类之前有两个动作不能省：先核对对应的事实，再把身份定位到具体的 Run、Attempt、Step 和参与者。没有这两步，分类就只是猜测。&#10;&#10;接下来我会依次看这四类，并且给每一类一个明确的处理口径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3.11.5&lt;/Text&gt;&#10;&#10;        &lt;Text style={{ fontSize: 56, fontWeight: 'bold', color: '#20344B', lineHeight: 1.15 }}&gt;分清四类问题&lt;/Text&gt;&#10;&#10;        &lt;Box style={{ width: 72, height: 4, background: '#276FBF' }} /&gt;&#10;&#10;        &lt;Text style={{ fontSize: 18, color: '#546779', lineHeight: 1.7, width: 940 }}&gt;不因模型文字或画面停留直接判定系统缺陷：先核对事实，再定位身份，最后判断它属于哪一类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核对事实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定位身份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分类处理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3.11.5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分清四类问题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不因模型文字或画面停留直接判定系统缺陷：先核对事实，再定位身份，最后判断它属于哪一类。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核对事实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定位身份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分类处理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27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50" name="" descr="&lt;Slide notes={`分类之前有两个动作不能省。&#10;&#10;第一是核对对应的事实。听到「已经到达」，就去查坐标轨迹；听到「已经更正」，就去查对象状态事件；听到「已经通知」，就去查请求和消息。第二是把身份定位清楚：是哪一个 Run、哪一次 Attempt、哪一步、哪一个参与者。&#10;&#10;为什么身份这么重要？因为同一句话在不同身份下含义完全不同。许安在第一次尝试里说到达，和他在重跑之后的第二次尝试里说到达，是两件互不相干的事。没有身份，证据就没法复核，别人也无法重现你的判断。&#10;&#10;所以观察到的现象只是入口，起点必须落到具体的身份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5　分清四类问题再处理&lt;/Text&gt;&#10;            &lt;Text style={{ fontSize: 34, fontWeight: 'bold', color: '#20344B' }}&gt;先核对事实，再定位身份&lt;/Text&gt;&#10;        &lt;/Box&gt;&#10;    &lt;/Box&gt;&#10;&#10;    &lt;Box style={{ height: 540, flexDirection: 'column', justifyContent: 'center', gap: 14 }}&gt;&#10;&#10;        &lt;Text style={{ fontSize: 18, fontWeight: 'bold', color: '#20344B' }}&gt;观察只是入口，身份才让证据可定位&lt;/Text&gt;&#10;&#10;        &lt;Box style={{ flexDirection: 'row', alignItems: 'center' }}&gt;&#10;            &lt;Box style={{ width: 354, height: 110, background: '#F4F7FA', borderRadius: 10, padding: '12px 16px', flexDirection: 'column', gap: 6, justifyContent: 'center' }}&gt;&#10;                &lt;Text style={{ fontSize: 17, fontWeight: 'bold', color: '#20344B' }}&gt;观察或声称&lt;/Text&gt;&#10;                &lt;Text style={{ fontSize: 14, color: '#546779', lineHeight: 1.5 }}&gt;已到达 · 已更正 · 已通知&lt;/Text&gt;&#10;            &lt;/Box&gt;&#10;            &lt;Box style={{ width: 44, height: 110, justifyContent: 'center', alignItems: 'center' }}&gt;&#10;                &lt;Text style={{ fontSize: 24, color: '#276FBF' }}&gt;›&lt;/Text&gt;&#10;            &lt;/Box&gt;&#10;            &lt;Box style={{ width: 354, height: 110, background: '#EDF4FC', borderRadius: 10, padding: '12px 16px', flexDirection: 'column', gap: 6, justifyContent: 'center' }}&gt;&#10;                &lt;Text style={{ fontSize: 17, fontWeight: 'bold', color: '#276FBF' }}&gt;核对对应事实&lt;/Text&gt;&#10;                &lt;Text style={{ fontSize: 14, color: '#546779', lineHeight: 1.5 }}&gt;坐标轨迹 · 状态事件 · 请求与消息&lt;/Text&gt;&#10;            &lt;/Box&gt;&#10;            &lt;Box style={{ width: 44, height: 110, justifyContent: 'center', alignItems: 'center' }}&gt;&#10;                &lt;Text style={{ fontSize: 24, color: '#276FBF' }}&gt;›&lt;/Text&gt;&#10;            &lt;/Box&gt;&#10;            &lt;Box style={{ width: 354, height: 110, background: '#ECF7F2', borderRadius: 10, padding: '12px 16px', flexDirection: 'column', gap: 6, justifyContent: 'center' }}&gt;&#10;                &lt;Text style={{ fontSize: 17, fontWeight: 'bold', color: '#26816B' }}&gt;定位身份&lt;/Text&gt;&#10;                &lt;Text style={{ fontSize: 14, color: '#546779', lineHeight: 1.5 }}&gt;Run → Attempt → Step → 参与者&lt;/Text&gt;&#10;            &lt;/Box&gt;&#10;        &lt;/Box&gt;&#10;&#10;        &lt;Box style={{ width: 1152, background: '#F4F7FA', borderRadius: 10, padding: '14px 20px', flexDirection: 'column', gap: 10 }}&gt;&#10;            &lt;Text style={{ fontSize: 15, fontWeight: 'bold', color: '#20344B' }}&gt;身份要一层一层收窄&lt;/Text&gt;&#10;            &lt;Box style={{ flexDirection: 'row', alignItems: 'center' }}&gt;&#10;                &lt;Box style={{ width: 245, height: 72, background: '#EDF4FC', borderRadius: 8, justifyContent: 'center', alignItems: 'center' }}&gt;&#10;                    &lt;Text style={{ fontSize: 16, fontWeight: 'bold', color: '#276FBF' }}&gt;Run&lt;/Text&gt;&#10;                &lt;/Box&gt;&#10;                &lt;Box style={{ width: 44, height: 72, justifyContent: 'center', alignItems: 'center' }}&gt;&#10;                    &lt;Text style={{ fontSize: 24, color: '#276FBF' }}&gt;›&lt;/Text&gt;&#10;                &lt;/Box&gt;&#10;                &lt;Box style={{ width: 245, height: 72, background: '#EDF4FC', borderRadius: 8, justifyContent: 'center', alignItems: 'center' }}&gt;&#10;                    &lt;Text style={{ fontSize: 16, fontWeight: 'bold', color: '#276FBF' }}&gt;Attempt&lt;/Text&gt;&#10;                &lt;/Box&gt;&#10;                &lt;Box style={{ width: 44, height: 72, justifyContent: 'center', alignItems: 'center' }}&gt;&#10;                    &lt;Text style={{ fontSize: 24, color: '#276FBF' }}&gt;›&lt;/Text&gt;&#10;                &lt;/Box&gt;&#10;                &lt;Box style={{ width: 245, height: 72, background: '#EDF4FC', borderRadius: 8, justifyContent: 'center', alignItems: 'center' }}&gt;&#10;                    &lt;Text style={{ fontSize: 16, fontWeight: 'bold', color: '#276FBF' }}&gt;Step&lt;/Text&gt;&#10;                &lt;/Box&gt;&#10;                &lt;Box style={{ width: 44, height: 72, justifyContent: 'center', alignItems: 'center' }}&gt;&#10;                    &lt;Text style={{ fontSize: 24, color: '#26816B' }}&gt;›&lt;/Text&gt;&#10;                &lt;/Box&gt;&#10;                &lt;Box style={{ width: 245, height: 72, background: '#ECF7F2', borderRadius: 8, justifyContent: 'center', alignItems: 'center' }}&gt;&#10;                    &lt;Text style={{ fontSize: 16, fontWeight: 'bold', color: '#26816B' }}&gt;参与者&lt;/Text&gt;&#10;                &lt;/Box&gt;&#10;            &lt;/Box&gt;&#10;        &lt;/Box&gt;&#10;&#10;        &lt;Box style={{ width: 1152, height: 76, background: '#FFF4E6', borderRadius: 10, padding: '0 22px', flexDirection: 'row', alignItems: 'center', gap: 14 }}&gt;&#10;            &lt;Box style={{ width: 4, height: 40, background: '#CB6B28' }} /&gt;&#10;            &lt;Text style={{ fontSize: 15, color: '#20344B', flex: 1 }}&gt;同一句话在不同身份下是两件事；没有身份，证据就无法复核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7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分清四类问题再处理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先核对事实，再定位身份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观察只是入口，身份才让证据可定位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225742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62000" y="253365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观察或声称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62000" y="2790825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已到达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已更正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已通知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152900" y="26479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400550" y="225742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552950" y="253365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核对对应事实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552950" y="2790825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坐标轨迹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状态事件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请求与消息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943850" y="26479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8191500" y="2257425"/>
            <a:ext cx="337185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343900" y="2533650"/>
            <a:ext cx="3067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定位身份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43900" y="2790825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→ Attempt → Step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3438525"/>
            <a:ext cx="109728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00100" y="357187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身份要一层一层收窄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800100" y="383857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819275" y="40862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Run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3305175" y="40481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552825" y="383857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400550" y="4086225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Attempt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57900" y="40481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305550" y="383857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305675" y="40862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Step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810625" y="40481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058275" y="3838575"/>
            <a:ext cx="2333625" cy="685800"/>
          </a:xfrm>
          <a:prstGeom prst="roundRect">
            <a:avLst>
              <a:gd name="adj" fmla="val 1111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001250" y="40862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09600" y="47910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819150" y="49625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90600" y="5067300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同一句话在不同身份下是两件事；没有身份，证据就无法复核。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27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85" name="" descr="&lt;Slide notes={`把分类的路径画出来会更清楚：先接到一个观察或声称，再找到对应事实，再把身份定位到 Run、Attempt、Step 和参与者，然后判断属于四类里的哪一类。&#10;&#10;第一类是行为问题：系统可能运行正常，但 SOP、输入或模型决策需要分析，改动应该形成新实验并保留原 Run。第二类是执行问题：模型持续报错、检查点成员哈希不一致、已提交帧出现缺口，要记录错误和最后完整边界。第三类是页面展示问题：已提交位置正确但人物画在错误区域、状态事件存在但图片没切换、切换 Run 后仍显示上一次结果，这需要同时保存帧证据和页面截图。&#10;&#10;四条分支最后都汇到同一件事：保留最小可定位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5　分清四类问题再处理&lt;/Text&gt;&#10;            &lt;Text style={{ fontSize: 34, fontWeight: 'bold', color: '#20344B' }}&gt;从观察到最小可定位证据&lt;/Text&gt;&#10;        &lt;/Box&gt;&#10;    &lt;/Box&gt;&#10;&#10;    &lt;Box style={{ height: 540, flexDirection: 'column', justifyContent: 'center', gap: 10 }}&gt;&#10;&#10;        &lt;Box style={{ width: 1152, height: 76, background: '#F4F7FA', borderRadius: 10, padding: '0 22px', flexDirection: 'row', alignItems: 'center', gap: 16 }}&gt;&#10;            &lt;Text style={{ fontSize: 17, fontWeight: 'bold', color: '#20344B' }}&gt;观察或声称&lt;/Text&gt;&#10;            &lt;Text style={{ fontSize: 15, color: '#546779' }}&gt;已到达 · 已更正 · 已通知&lt;/Text&gt;&#10;        &lt;/Box&gt;&#10;&#10;        &lt;Box style={{ height: 26, justifyContent: 'center', alignItems: 'center' }}&gt;&#10;            &lt;Text style={{ fontSize: 18, color: '#276FBF' }}&gt;↓&lt;/Text&gt;&#10;        &lt;/Box&gt;&#10;&#10;        &lt;Box style={{ flexDirection: 'row', alignItems: 'center' }}&gt;&#10;            &lt;Box style={{ width: 554, height: 88, background: '#EDF4FC', borderRadius: 10, padding: '0 20px', flexDirection: 'column', gap: 4, justifyContent: 'center' }}&gt;&#10;                &lt;Text style={{ fontSize: 16, fontWeight: 'bold', color: '#276FBF' }}&gt;核对对应事实&lt;/Text&gt;&#10;                &lt;Text style={{ fontSize: 14, color: '#546779' }}&gt;坐标轨迹 · 状态事件 · 请求与消息&lt;/Text&gt;&#10;            &lt;/Box&gt;&#10;            &lt;Box style={{ width: 44, height: 88, justifyContent: 'center', alignItems: 'center' }}&gt;&#10;                &lt;Text style={{ fontSize: 24, color: '#276FBF' }}&gt;›&lt;/Text&gt;&#10;            &lt;/Box&gt;&#10;            &lt;Box style={{ width: 554, height: 88, background: '#ECF7F2', borderRadius: 10, padding: '0 20px', flexDirection: 'column', gap: 4, justifyContent: 'center' }}&gt;&#10;                &lt;Text style={{ fontSize: 16, fontWeight: 'bold', color: '#26816B' }}&gt;定位身份&lt;/Text&gt;&#10;                &lt;Text style={{ fontSize: 14, color: '#546779' }}&gt;Run → Attempt → Step → 参与者&lt;/Text&gt;&#10;            &lt;/Box&gt;&#10;        &lt;/Box&gt;&#10;&#10;        &lt;Box style={{ height: 26, justifyContent: 'center', alignItems: 'center' }}&gt;&#10;            &lt;Text style={{ fontSize: 18, color: '#276FBF' }}&gt;↓&lt;/Text&gt;&#10;        &lt;/Box&gt;&#10;&#10;        &lt;Box style={{ flexDirection: 'row', gap: 24 }}&gt;&#10;            &lt;Box style={{ width: 270, height: 108, background: '#ECF7F2', borderRadius: 10, padding: '12px 14px', flexDirection: 'column', gap: 6, justifyContent: 'center' }}&gt;&#10;                &lt;Text style={{ fontSize: 16, fontWeight: 'bold', color: '#26816B' }}&gt;正确的边界处理&lt;/Text&gt;&#10;                &lt;Text style={{ fontSize: 13, color: '#546779', lineHeight: 1.45 }}&gt;范围裁剪或合法拒绝，被记录为质量告警&lt;/Text&gt;&#10;            &lt;/Box&gt;&#10;            &lt;Box style={{ width: 270, height: 108, background: '#EDF4FC', borderRadius: 10, padding: '12px 14px', flexDirection: 'column', gap: 6, justifyContent: 'center' }}&gt;&#10;                &lt;Text style={{ fontSize: 16, fontWeight: 'bold', color: '#276FBF' }}&gt;行为问题&lt;/Text&gt;&#10;                &lt;Text style={{ fontSize: 13, color: '#546779', lineHeight: 1.45 }}&gt;SOP、输入或模型决策需要分析&lt;/Text&gt;&#10;            &lt;/Box&gt;&#10;            &lt;Box style={{ width: 270, height: 108, background: '#F4F7FA', borderRadius: 10, padding: '12px 14px', flexDirection: 'column', gap: 6, justifyContent: 'center' }}&gt;&#10;                &lt;Text style={{ fontSize: 16, fontWeight: 'bold', color: '#20344B' }}&gt;执行问题&lt;/Text&gt;&#10;                &lt;Text style={{ fontSize: 13, color: '#546779', lineHeight: 1.45 }}&gt;模型报错、帧或快照出现异常&lt;/Text&gt;&#10;            &lt;/Box&gt;&#10;            &lt;Box style={{ width: 270, height: 108, background: '#FFF4E6', borderRadius: 10, padding: '12px 14px', flexDirection: 'column', gap: 6, justifyContent: 'center' }}&gt;&#10;                &lt;Text style={{ fontSize: 16, fontWeight: 'bold', color: '#CB6B28' }}&gt;页面展示问题&lt;/Text&gt;&#10;                &lt;Text style={{ fontSize: 13, color: '#546779', lineHeight: 1.45 }}&gt;事实正确，但画面与事实不一致&lt;/Text&gt;&#10;            &lt;/Box&gt;&#10;        &lt;/Box&gt;&#10;&#10;        &lt;Box style={{ height: 26, justifyContent: 'center', alignItems: 'center' }}&gt;&#10;            &lt;Text style={{ fontSize: 18, color: '#26816B' }}&gt;↓&lt;/Text&gt;&#10;        &lt;/Box&gt;&#10;&#10;        &lt;Box style={{ width: 1152, height: 84, background: '#ECF7F2', borderRadius: 10, padding: '0 22px', flexDirection: 'row', alignItems: 'center', gap: 16 }}&gt;&#10;            &lt;Text style={{ fontSize: 17, fontWeight: 'bold', color: '#26816B' }}&gt;保留证据&lt;/Text&gt;&#10;            &lt;Text style={{ fontSize: 15, color: '#20344B', flex: 1 }}&gt;入口、动作、预期、实际、身份与原始记录——四类分支都汇到这里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8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分清四类问题再处理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从观察到最小可定位证据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136207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19150" y="162877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观察或声称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1781175" y="1638300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已到达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已更正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已通知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57900" y="2200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609600" y="2524125"/>
            <a:ext cx="527685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0100" y="2752725"/>
            <a:ext cx="489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核对对应事实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0100" y="298132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坐标轨迹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状态事件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请求与消息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57900" y="280987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305550" y="2524125"/>
            <a:ext cx="527685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496050" y="2752725"/>
            <a:ext cx="489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定位身份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496050" y="2981325"/>
            <a:ext cx="489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→ Attempt → Step →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57900" y="34766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09600" y="3800475"/>
            <a:ext cx="257175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42950" y="40862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正确的边界处理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42950" y="4333875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范围裁剪或合法拒绝，被记录为质量告警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409950" y="3800475"/>
            <a:ext cx="257175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543300" y="40862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行为问题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543300" y="4333875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SOP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、输入或模型决策需要分析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210300" y="3800475"/>
            <a:ext cx="257175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343650" y="40862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执行问题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343650" y="4333875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模型报错、帧或快照出现异常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9010650" y="3800475"/>
            <a:ext cx="257175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144000" y="4086225"/>
            <a:ext cx="2305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页面展示问题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144000" y="4333875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事实正确，但画面与事实不一致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57900" y="49434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09600" y="52673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保留证据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619250" y="5581650"/>
            <a:ext cx="975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入口、动作、预期、实际、身份与原始记录——四类分支都汇到这里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27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20" name="" descr="&lt;Slide notes={`先看前两类，它们最容易被误判成故障。&#10;&#10;第一类是正确的边界处理。请求超过硬上限的视野时，运行时会把实际半径限制在上限以内；对不可合法交互的对象构造目标，或者在同一个轮次里第二次提交世界动作，可能被明确拒绝。这些拒绝会被记录成质量告警，但不自动等于系统存在缺陷。所以要去看真实的 MCP 输入和返回，把范围裁剪和错误拒绝分开。&#10;&#10;第二类是行为问题。许安已经确认手作改到十点半，却仍在此前按旧安排正式开始；周宁反复检索同样的空记忆；Brain 达到循环上限以后回退到等待。这些情况下系统可能在正常运行，需要分析的是 SOP、输入或模型决策。改动方案要形成新实验，原 Run 保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5　分清四类问题再处理&lt;/Text&gt;&#10;            &lt;Text style={{ fontSize: 34, fontWeight: 'bold', color: '#20344B' }}&gt;边界处理与行为问题&lt;/Text&gt;&#10;        &lt;/Box&gt;&#10;    &lt;/Box&gt;&#10;&#10;    &lt;Box style={{ height: 540, flexDirection: 'column', justifyContent: 'center', gap: 12 }}&gt;&#10;&#10;        &lt;Box style={{ flexDirection: 'row', padding: '0 20px', gap: 16 }}&gt;&#10;            &lt;Box style={{ width: 4 }} /&gt;&#10;            &lt;Box style={{ width: 240 }}&gt;&lt;Text style={{ fontSize: 14, color: '#546779' }}&gt;这类问题&lt;/Text&gt;&lt;/Box&gt;&#10;            &lt;Box style={{ width: 430 }}&gt;&lt;Text style={{ fontSize: 14, color: '#546779' }}&gt;典型情形&lt;/Text&gt;&lt;/Box&gt;&#10;            &lt;Box style={{ width: 380 }}&gt;&lt;Text style={{ fontSize: 14, color: '#546779' }}&gt;处理口径&lt;/Text&gt;&lt;/Box&gt;&#10;        &lt;/Box&gt;&#10;&#10;        &lt;Box style={{ flexDirection: 'row', height: 186, background: '#ECF7F2', borderRadius: 10, padding: '0 20px', alignItems: 'center', gap: 16 }}&gt;&#10;            &lt;Box style={{ width: 4, height: 120, background: '#26816B' }} /&gt;&#10;            &lt;Box style={{ width: 240 }}&gt;&#10;                &lt;Text style={{ fontSize: 17, fontWeight: 'bold', color: '#26816B', lineHeight: 1.45 }}&gt;正确的边界处理&lt;/Text&gt;&#10;            &lt;/Box&gt;&#10;            &lt;Box style={{ width: 430 }}&gt;&#10;                &lt;Text style={{ fontSize: 14, color: '#20344B', lineHeight: 1.6 }}&gt;视野超过硬上限时运行时把半径限制在上限以内；对不可合法交互的对象构造目标、同一轮第二次提交世界动作，可能被明确拒绝。&lt;/Text&gt;&#10;            &lt;/Box&gt;&#10;            &lt;Box style={{ width: 380 }}&gt;&#10;                &lt;Text style={{ fontSize: 14, color: '#546779', lineHeight: 1.6 }}&gt;拒绝被记录为质量告警，不自动等于系统缺陷；要检查真实 MCP 输入与返回，区分范围裁剪和错误拒绝。&lt;/Text&gt;&#10;            &lt;/Box&gt;&#10;        &lt;/Box&gt;&#10;&#10;        &lt;Box style={{ flexDirection: 'row', height: 186, background: '#EDF4FC', borderRadius: 10, padding: '0 20px', alignItems: 'center', gap: 16 }}&gt;&#10;            &lt;Box style={{ width: 4, height: 120, background: '#276FBF' }} /&gt;&#10;            &lt;Box style={{ width: 240 }}&gt;&#10;                &lt;Text style={{ fontSize: 17, fontWeight: 'bold', color: '#276FBF', lineHeight: 1.45 }}&gt;行为问题&lt;/Text&gt;&#10;            &lt;/Box&gt;&#10;            &lt;Box style={{ width: 430 }}&gt;&#10;                &lt;Text style={{ fontSize: 14, color: '#20344B', lineHeight: 1.6 }}&gt;许安已确认手作改为 10:30，仍在此前按旧安排正式开始；周宁反复检索同样的空记忆；Brain 达到循环上限后回退等待。&lt;/Text&gt;&#10;            &lt;/Box&gt;&#10;            &lt;Box style={{ width: 380 }}&gt;&#10;                &lt;Text style={{ fontSize: 14, color: '#546779', lineHeight: 1.6 }}&gt;系统可能正常运行，需要分析 SOP、输入或模型决策；修改方案应形成新实验，保留原 Run。&lt;/Text&gt;&#10;            &lt;/Box&gt;&#10;        &lt;/Box&gt;&#10;&#10;        &lt;Box style={{ width: 1152, height: 76, background: '#FFF4E6', borderRadius: 10, padding: '0 22px', flexDirection: 'row', alignItems: 'center', gap: 14 }}&gt;&#10;            &lt;Box style={{ width: 4, height: 40, background: '#CB6B28' }} /&gt;&#10;            &lt;Text style={{ fontSize: 15, color: '#20344B', flex: 1 }}&gt;本例没有改变手作地点：提前到场或准备，都不等于按旧时间开始活动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19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分清四类问题再处理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边界处理与行为问题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90600" y="1333500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这类问题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3429000" y="1333500"/>
            <a:ext cx="409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典型情形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7677150" y="133350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处理口径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1609725"/>
            <a:ext cx="10972800" cy="1771650"/>
          </a:xfrm>
          <a:prstGeom prst="roundRect">
            <a:avLst>
              <a:gd name="adj" fmla="val 53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800100" y="1924050"/>
            <a:ext cx="38100" cy="1143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90600" y="2352675"/>
            <a:ext cx="2286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正确的边界处理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429000" y="2238375"/>
            <a:ext cx="4095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视野超过硬上限时运行时把半径限制在上限以内；对不可合法交互的对象构造目标、同一轮第二次提交世界动作，可能被明确拒绝。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677150" y="2238375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拒绝被记录为质量告警，不自动等于系统缺陷；要检查真实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输入与返回，区分范围裁剪和错误拒绝。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09600" y="3495675"/>
            <a:ext cx="10972800" cy="1771650"/>
          </a:xfrm>
          <a:prstGeom prst="roundRect">
            <a:avLst>
              <a:gd name="adj" fmla="val 53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800100" y="3810000"/>
            <a:ext cx="38100" cy="1143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90600" y="4238625"/>
            <a:ext cx="22860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行为问题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3429000" y="4124325"/>
            <a:ext cx="40957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许安已确认手作改为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10:30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，仍在此前按旧安排正式开始；周宁反复检索同样的空记忆；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达到循环上限后回退等待。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677150" y="4124325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系统可能正常运行，需要分析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、输入或模型决策；修改方案应形成新实验，保留原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53816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819150" y="55530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90600" y="5657850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本例没有改变手作地点：提前到场或准备，都不等于按旧时间开始活动。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27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74" name="" descr="&lt;Slide notes={`后两类更接近「真的是问题」，但它们的性质仍然不同。&#10;&#10;第三类是执行问题。模型持续报错、检查点成员哈希不一致、已经提交的帧出现缺口，都属于这一类。处理的时候要记录错误和最后完整边界，千万不能把失败之后产生的临时文件继续当成已提交事实来用，否则后面所有结论都会建立在错误的基础上。&#10;&#10;第四类是页面或展示问题。已提交的位置是对的，画面上人物却出现在错误区域；状态事件明确存在，图片却没有切换；切换 Run 之后仍显示上一次的结果。这一类必须同时保存帧证据和页面截图，才能把渲染问题和模型行为问题区分开。&#10;&#10;分类清楚了，才谈得上改哪里、要不要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5　分清四类问题再处理&lt;/Text&gt;&#10;            &lt;Text style={{ fontSize: 34, fontWeight: 'bold', color: '#20344B' }}&gt;执行问题与展示问题&lt;/Text&gt;&#10;        &lt;/Box&gt;&#10;    &lt;/Box&gt;&#10;&#10;    &lt;Box style={{ height: 540, flexDirection: 'column', justifyContent: 'center', gap: 14 }}&gt;&#10;&#10;        &lt;Box style={{ width: 1152, height: 210, background: '#F4F7FA', borderRadius: 10, padding: '16px 20px', flexDirection: 'column', gap: 10, justifyContent: 'center' }}&gt;&#10;            &lt;Text style={{ fontSize: 18, fontWeight: 'bold', color: '#20344B' }}&gt;第三类 · 执行问题&lt;/Text&gt;&#10;            &lt;Box style={{ flexDirection: 'row', gap: 12 }}&gt;&#10;                &lt;Box style={{ width: 362, height: 56, background: '#FFFFFF', borderRadius: 8, justifyContent: 'center', alignItems: 'center' }}&gt;&#10;                    &lt;Text style={{ fontSize: 14, color: '#20344B' }}&gt;模型持续报错&lt;/Text&gt;&#10;                &lt;/Box&gt;&#10;                &lt;Box style={{ width: 362, height: 56, background: '#FFFFFF', borderRadius: 8, justifyContent: 'center', alignItems: 'center' }}&gt;&#10;                    &lt;Text style={{ fontSize: 14, color: '#20344B' }}&gt;检查点成员哈希不一致&lt;/Text&gt;&#10;                &lt;/Box&gt;&#10;                &lt;Box style={{ width: 362, height: 56, background: '#FFFFFF', borderRadius: 8, justifyContent: 'center', alignItems: 'center' }}&gt;&#10;                    &lt;Text style={{ fontSize: 14, color: '#20344B' }}&gt;已提交帧出现缺口&lt;/Text&gt;&#10;                &lt;/Box&gt;&#10;            &lt;/Box&gt;&#10;            &lt;Text style={{ fontSize: 14, color: '#546779', lineHeight: 1.5 }}&gt;记录错误与最后完整边界；不把失败之后的临时文件继续当作已提交事实。&lt;/Text&gt;&#10;        &lt;/Box&gt;&#10;&#10;        &lt;Box style={{ width: 1152, height: 210, background: '#FFF4E6', borderRadius: 10, padding: '16px 20px', flexDirection: 'column', gap: 10, justifyContent: 'center' }}&gt;&#10;            &lt;Text style={{ fontSize: 18, fontWeight: 'bold', color: '#CB6B28' }}&gt;第四类 · 页面或展示问题&lt;/Text&gt;&#10;            &lt;Box style={{ flexDirection: 'row', gap: 12 }}&gt;&#10;                &lt;Box style={{ width: 362, height: 56, background: '#FFFFFF', borderRadius: 8, justifyContent: 'center', alignItems: 'center' }}&gt;&#10;                    &lt;Text style={{ fontSize: 14, color: '#CB6B28' }}&gt;位置正确，人物却在错误区域&lt;/Text&gt;&#10;                &lt;/Box&gt;&#10;                &lt;Box style={{ width: 362, height: 56, background: '#FFFFFF', borderRadius: 8, justifyContent: 'center', alignItems: 'center' }}&gt;&#10;                    &lt;Text style={{ fontSize: 14, color: '#CB6B28' }}&gt;状态事件存在，图片没有切换&lt;/Text&gt;&#10;                &lt;/Box&gt;&#10;                &lt;Box style={{ width: 362, height: 56, background: '#FFFFFF', borderRadius: 8, justifyContent: 'center', alignItems: 'center' }}&gt;&#10;                    &lt;Text style={{ fontSize: 14, color: '#CB6B28' }}&gt;切换 Run 后仍显示前一次结果&lt;/Text&gt;&#10;                &lt;/Box&gt;&#10;            &lt;/Box&gt;&#10;            &lt;Text style={{ fontSize: 14, color: '#546779', lineHeight: 1.5 }}&gt;同时保存帧证据与页面截图，才能区分渲染问题与模型行为问题。&lt;/Text&gt;&#10;        &lt;/Box&gt;&#10;&#10;        &lt;Box style={{ width: 1152, height: 76, background: '#EDF4FC', borderRadius: 10, padding: '0 22px', flexDirection: 'row', alignItems: 'center', gap: 14 }}&gt;&#10;            &lt;Box style={{ width: 4, height: 40, background: '#276FBF' }} /&gt;&#10;            &lt;Text style={{ fontSize: 15, color: '#20344B', flex: 1 }}&gt;四类问题处理方式不同：先分类，再决定要不要改动、改在哪里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0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分清四类问题再处理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执行问题与展示问题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09600" y="1219200"/>
            <a:ext cx="10972800" cy="200025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00100" y="16287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第三类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执行问题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00100" y="19335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2124075" y="2124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模型持续报错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4362450" y="19335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419725" y="21240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检查点成员哈希不一致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7924800" y="19335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115425" y="21240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已提交帧出现缺口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1059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记录错误与最后完整边界；不把失败之后的临时文件继续当作已提交事实。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3352800"/>
            <a:ext cx="109728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00100" y="3762375"/>
            <a:ext cx="1059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第四类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页面或展示问题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800100" y="40671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657350" y="42576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位置正确，人物却在错误区域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362450" y="40671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219700" y="425767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状态事件存在，图片没有切换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7924800" y="4067175"/>
            <a:ext cx="34480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753475" y="4257675"/>
            <a:ext cx="1800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切换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后仍显示前一次结果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00100" y="4695825"/>
            <a:ext cx="10591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同时保存帧证据与页面截图，才能区分渲染问题与模型行为问题。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548640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8" name=""/>
          <p:cNvSpPr/>
          <p:nvPr/>
        </p:nvSpPr>
        <p:spPr>
          <a:xfrm rot="0" flipH="0" flipV="0">
            <a:off x="819150" y="5657850"/>
            <a:ext cx="38100" cy="3810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990600" y="5762625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四类问题处理方式不同：先分类，再决定要不要改动、改在哪里。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27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notes={`最后一块讲怎么写下来。回放里发现的问题，如果不写成可复核的记录，就没有办法传给下一个人，也没有办法在改动之后验证。&#10;&#10;一份可复核的异常记录至少要说清六件事：从哪个页面入口进入、做了哪个复现动作、预期是什么、实际是什么、这次观察属于哪一个实验、哪一个 Run、哪一次 Attempt、哪一步，以及对应的截图和原始事实。移动类的问题还要补感知范围、导航输入与输出、实际路径和最终坐标；对象类的问题还要补对象键、请求 ID、状态前后值和接收者。&#10;&#10;还有一条纪律最容易被忽略：没有证据就标「待复现」。不能为了叙事读起来连贯，先编一个步骤号填上去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3.11.6 — 3.11.7&lt;/Text&gt;&#10;&#10;        &lt;Text style={{ fontSize: 56, fontWeight: 'bold', color: '#20344B', lineHeight: 1.15 }}&gt;写成可复核的记录&lt;/Text&gt;&#10;&#10;        &lt;Box style={{ width: 72, height: 4, background: '#276FBF' }} /&gt;&#10;&#10;        &lt;Text style={{ fontSize: 18, color: '#546779', lineHeight: 1.7, width: 940 }}&gt;入口、动作、预期、实际、身份与原始记录；没有证据就标「待复现」，不为叙事连贯补一个步骤号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采集要素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描述异常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标出缺口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1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3.11.6 — 3.11.7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写成可复核的记录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953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入口、动作、预期、实际、身份与原始记录；没有证据就标「待复现」，不为叙事连贯补一个步骤号。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采集要素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49720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描述异常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2486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标出缺口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27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8" name="" descr="&lt;Slide notes={`一份可复核的异常记录，六个要素缺一不可。&#10;&#10;页面入口说明你是从哪儿看到的，别人才能走到同一处。复现动作说明你做了什么，决定这件事能不能被重来一次。预期和实际是两条必须分开写的线：预期是你认为应该发生的，实际是记录里真正发生的，把它们混成一句话，问题就描述不清了。&#10;&#10;身份是最容易被漏掉的一项：实验、Run、Attempt、Step，四个层级都要写到。最后是原始记录，也就是对应的截图和事实文件。&#10;&#10;为什么这么强调身份和原始记录？因为一份没有身份的异常描述，只能被相信，不能被验证。而这一节的整个思路是把判断交给证据，不是交给叙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6　用最小证据包描述异常&lt;/Text&gt;&#10;            &lt;Text style={{ fontSize: 34, fontWeight: 'bold', color: '#20344B' }}&gt;一份可复核的异常记录&lt;/Text&gt;&#10;        &lt;/Box&gt;&#10;    &lt;/Box&gt;&#10;&#10;    &lt;Box style={{ height: 540, flexDirection: 'row', alignItems: 'center', gap: 24 }}&gt;&#10;&#10;        &lt;Box style={{ width: 380, flexDirection: 'column', gap: 14 }}&gt;&#10;            &lt;Text style={{ fontSize: 20, fontWeight: 'bold', color: '#20344B' }}&gt;六个要素，缺一不可&lt;/Text&gt;&#10;            &lt;Text style={{ fontSize: 15, color: '#546779', lineHeight: 1.7, width: 380 }}&gt;一份可复核的异常记录，至少包括页面入口、复现动作、预期、实际、身份，以及对应截图和原始事实。&lt;/Text&gt;&#10;            &lt;Box style={{ width: 380, height: 168, background: '#FFF4E6', borderRadius: 10, padding: '16px 18px', flexDirection: 'column', gap: 8, justifyContent: 'center' }}&gt;&#10;                &lt;Text style={{ fontSize: 16, fontWeight: 'bold', color: '#CB6B28' }}&gt;没有身份，就只能被相信&lt;/Text&gt;&#10;                &lt;Text style={{ fontSize: 14, color: '#546779', lineHeight: 1.6 }}&gt;实验、Run、Attempt、Step 四个层级都要落到具体值，别人才能复核你的判断。&lt;/Text&gt;&#10;            &lt;/Box&gt;&#10;        &lt;/Box&gt;&#10;&#10;        &lt;Box style={{ width: 748, flexDirection: 'column', gap: 14 }}&gt;&#10;            &lt;Box style={{ flexDirection: 'row', gap: 20 }}&gt;&#10;                &lt;Box style={{ width: 364, height: 108, background: '#F4F7FA', borderRadius: 10, padding: '12px 14px', flexDirection: 'row', alignItems: 'center', gap: 12 }}&gt;&#10;                    &lt;Box style={{ width: 36, height: 36, background: '#276FBF', borderRadius: 6, justifyContent: 'center', alignItems: 'center' }}&gt;&#10;                        &lt;Text style={{ fontSize: 16, fontWeight: 'bold', color: '#FFFFFF' }}&gt;1&lt;/Text&gt;&#10;                    &lt;/Box&gt;&#10;                    &lt;Box style={{ width: 288, flexDirection: 'column', gap: 4 }}&gt;&#10;                        &lt;Text style={{ fontSize: 16, fontWeight: 'bold', color: '#20344B' }}&gt;页面入口&lt;/Text&gt;&#10;                        &lt;Text style={{ fontSize: 13, color: '#546779', lineHeight: 1.4 }}&gt;从哪个页面、哪个 Run 看到&lt;/Text&gt;&#10;                    &lt;/Box&gt;&#10;                &lt;/Box&gt;&#10;                &lt;Box style={{ width: 364, height: 108, background: '#F4F7FA', borderRadius: 10, padding: '12px 14px', flexDirection: 'row', alignItems: 'center', gap: 12 }}&gt;&#10;                    &lt;Box style={{ width: 36, height: 36, background: '#276FBF', borderRadius: 6, justifyContent: 'center', alignItems: 'center' }}&gt;&#10;                        &lt;Text style={{ fontSize: 16, fontWeight: 'bold', color: '#FFFFFF' }}&gt;2&lt;/Text&gt;&#10;                    &lt;/Box&gt;&#10;                    &lt;Box style={{ width: 288, flexDirection: 'column', gap: 4 }}&gt;&#10;                        &lt;Text style={{ fontSize: 16, fontWeight: 'bold', color: '#20344B' }}&gt;复现动作&lt;/Text&gt;&#10;                        &lt;Text style={{ fontSize: 13, color: '#546779', lineHeight: 1.4 }}&gt;你具体做了什么操作&lt;/Text&gt;&#10;                    &lt;/Box&gt;&#10;                &lt;/Box&gt;&#10;            &lt;/Box&gt;&#10;            &lt;Box style={{ flexDirection: 'row', gap: 20 }}&gt;&#10;                &lt;Box style={{ width: 364, height: 108, background: '#F4F7FA', borderRadius: 10, padding: '12px 14px', flexDirection: 'row', alignItems: 'center', gap: 12 }}&gt;&#10;                    &lt;Box style={{ width: 36, height: 36, background: '#276FBF', borderRadius: 6, justifyContent: 'center', alignItems: 'center' }}&gt;&#10;                        &lt;Text style={{ fontSize: 16, fontWeight: 'bold', color: '#FFFFFF' }}&gt;3&lt;/Text&gt;&#10;                    &lt;/Box&gt;&#10;                    &lt;Box style={{ width: 288, flexDirection: 'column', gap: 4 }}&gt;&#10;                        &lt;Text style={{ fontSize: 16, fontWeight: 'bold', color: '#20344B' }}&gt;预期&lt;/Text&gt;&#10;                        &lt;Text style={{ fontSize: 13, color: '#546779', lineHeight: 1.4 }}&gt;本应发生什么&lt;/Text&gt;&#10;                    &lt;/Box&gt;&#10;                &lt;/Box&gt;&#10;                &lt;Box style={{ width: 364, height: 108, background: '#F4F7FA', borderRadius: 10, padding: '12px 14px', flexDirection: 'row', alignItems: 'center', gap: 12 }}&gt;&#10;                    &lt;Box style={{ width: 36, height: 36, background: '#546779', borderRadius: 6, justifyContent: 'center', alignItems: 'center' }}&gt;&#10;                        &lt;Text style={{ fontSize: 16, fontWeight: 'bold', color: '#FFFFFF' }}&gt;4&lt;/Text&gt;&#10;                    &lt;/Box&gt;&#10;                    &lt;Box style={{ width: 288, flexDirection: 'column', gap: 4 }}&gt;&#10;                        &lt;Text style={{ fontSize: 16, fontWeight: 'bold', color: '#20344B' }}&gt;实际&lt;/Text&gt;&#10;                        &lt;Text style={{ fontSize: 13, color: '#546779', lineHeight: 1.4 }}&gt;记录里真正发生了什么&lt;/Text&gt;&#10;                    &lt;/Box&gt;&#10;                &lt;/Box&gt;&#10;            &lt;/Box&gt;&#10;            &lt;Box style={{ flexDirection: 'row', gap: 20 }}&gt;&#10;                &lt;Box style={{ width: 364, height: 108, background: '#EDF4FC', borderRadius: 10, padding: '12px 14px', flexDirection: 'row', alignItems: 'center', gap: 12 }}&gt;&#10;                    &lt;Box style={{ width: 36, height: 36, background: '#276FBF', borderRadius: 6, justifyContent: 'center', alignItems: 'center' }}&gt;&#10;                        &lt;Text style={{ fontSize: 16, fontWeight: 'bold', color: '#FFFFFF' }}&gt;5&lt;/Text&gt;&#10;                    &lt;/Box&gt;&#10;                    &lt;Box style={{ width: 288, flexDirection: 'column', gap: 4 }}&gt;&#10;                        &lt;Text style={{ fontSize: 16, fontWeight: 'bold', color: '#276FBF' }}&gt;身份&lt;/Text&gt;&#10;                        &lt;Text style={{ fontSize: 13, color: '#546779', lineHeight: 1.4 }}&gt;实验 · Run · Attempt · Step&lt;/Text&gt;&#10;                    &lt;/Box&gt;&#10;                &lt;/Box&gt;&#10;                &lt;Box style={{ width: 364, height: 108, background: '#ECF7F2', borderRadius: 10, padding: '12px 14px', flexDirection: 'row', alignItems: 'center', gap: 12 }}&gt;&#10;                    &lt;Box style={{ width: 36, height: 36, background: '#26816B', borderRadius: 6, justifyContent: 'center', alignItems: 'center' }}&gt;&#10;                        &lt;Text style={{ fontSize: 16, fontWeight: 'bold', color: '#FFFFFF' }}&gt;6&lt;/Text&gt;&#10;                    &lt;/Box&gt;&#10;                    &lt;Box style={{ width: 288, flexDirection: 'column', gap: 4 }}&gt;&#10;                        &lt;Text style={{ fontSize: 16, fontWeight: 'bold', color: '#26816B' }}&gt;原始记录&lt;/Text&gt;&#10;                        &lt;Text style={{ fontSize: 13, color: '#546779', lineHeight: 1.4 }}&gt;对应截图与原始事实&lt;/Text&gt;&#10;                    &lt;/Box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2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用最小证据包描述异常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一份可复核的异常记录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23717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六个要素，缺一不可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2733675"/>
            <a:ext cx="3619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一份可复核的异常记录，至少包括页面入口、复现动作、预期、实际、身份，以及对应截图和原始事实。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3457575"/>
            <a:ext cx="36195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81050" y="38671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没有身份，就只能被相信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81050" y="4133850"/>
            <a:ext cx="3276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实验、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四个层级都要落到具体值，别人才能复核你的判断。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4457700" y="203835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9" name=""/>
          <p:cNvSpPr/>
          <p:nvPr/>
        </p:nvSpPr>
        <p:spPr>
          <a:xfrm rot="0" flipH="0" flipV="0">
            <a:off x="4591050" y="23812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4714875" y="2457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页面入口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048250" y="256222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从哪个页面、哪个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看到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8115300" y="203835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8248650" y="23812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72475" y="2457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705850" y="23336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复现动作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705850" y="256222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你具体做了什么操作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457700" y="320040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4591050" y="35433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714875" y="3619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048250" y="34956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预期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048250" y="372427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本应发生什么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8115300" y="320040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4" name=""/>
          <p:cNvSpPr/>
          <p:nvPr/>
        </p:nvSpPr>
        <p:spPr>
          <a:xfrm rot="0" flipH="0" flipV="0">
            <a:off x="8248650" y="354330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72475" y="3619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8705850" y="34956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实际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705850" y="372427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记录里真正发生了什么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4457700" y="436245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4591050" y="47053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714875" y="4781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048250" y="46577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5048250" y="488632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Run · Attempt · Step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8115300" y="4362450"/>
            <a:ext cx="34671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8248650" y="4705350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72475" y="4781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705850" y="46577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原始记录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705850" y="488632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对应截图与原始事实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27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60" name="" descr="&lt;Slide notes={`用一句话说明什么叫做「可复核」。像「许安没有到达」这样的描述太含糊，它没有 Step、没有路径、没有画面，别人拿到这句话什么也做不了。&#10;&#10;同样的现象应该写成：在实际的某一步，导航返回的目标是什么；本步执行路径的终点在哪里，剩余路径有多少；画面当时显示的是什么。这些空位都留着，采集之后再填真实值。&#10;&#10;如果问题出在移动上，还要补感知范围、导航输入与输出、实际路径和最终坐标。如果出在对象上，还要补对象键、请求 ID、状态前后值和接收者是谁。&#10;&#10;最后一条纪律：没有证据就写「待复现」。为了读起来流畅而先编一个步骤号，会让整份记录失去价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6　用最小证据包描述异常&lt;/Text&gt;&#10;            &lt;Text style={{ fontSize: 34, fontWeight: 'bold', color: '#20344B' }}&gt;把含糊描述改成可复核记录&lt;/Text&gt;&#10;        &lt;/Box&gt;&#10;    &lt;/Box&gt;&#10;&#10;    &lt;Box style={{ height: 540, flexDirection: 'column', justifyContent: 'center', gap: 12 }}&gt;&#10;&#10;        &lt;Box style={{ width: 1152, height: 84, background: '#FFF4E6', borderRadius: 10, padding: '0 22px', flexDirection: 'row', alignItems: 'center', gap: 16 }}&gt;&#10;            &lt;Text style={{ fontSize: 17, fontWeight: 'bold', color: '#CB6B28' }}&gt;反例&lt;/Text&gt;&#10;            &lt;Box style={{ flexDirection: 'column', gap: 3 }}&gt;&#10;                &lt;Text style={{ fontSize: 16, fontWeight: 'bold', color: '#20344B' }}&gt;「许安没有到达」&lt;/Text&gt;&#10;                &lt;Text style={{ fontSize: 14, color: '#546779' }}&gt;没有 Step、没有路径、没有画面，别人无法复核。&lt;/Text&gt;&#10;            &lt;/Box&gt;&#10;        &lt;/Box&gt;&#10;&#10;        &lt;Box style={{ height: 34, justifyContent: 'center', alignItems: 'center' }}&gt;&#10;            &lt;Text style={{ fontSize: 18, color: '#276FBF' }}&gt;↓&lt;/Text&gt;&#10;        &lt;/Box&gt;&#10;&#10;        &lt;Box style={{ width: 1152, height: 150, background: '#EDF4FC', borderRadius: 10, padding: '16px 22px', flexDirection: 'column', gap: 8, justifyContent: 'center' }}&gt;&#10;            &lt;Text style={{ fontSize: 15, fontWeight: 'bold', color: '#276FBF' }}&gt;改写：留下空位，采集后填真实值&lt;/Text&gt;&#10;            &lt;Text style={{ fontSize: 15, color: '#20344B', lineHeight: 1.75 }}&gt;「在实际 Step ……，导航返回目标 ……；本步执行路径终点 ……，剩余路径 ……；画面显示 ……。」&lt;/Text&gt;&#10;        &lt;/Box&gt;&#10;&#10;        &lt;Box style={{ width: 1152, height: 110, background: '#F4F7FA', borderRadius: 10, padding: '14px 22px', flexDirection: 'column', gap: 6, justifyContent: 'center' }}&gt;&#10;            &lt;Text style={{ fontSize: 16, fontWeight: 'bold', color: '#20344B' }}&gt;按问题类型再补充&lt;/Text&gt;&#10;            &lt;Text style={{ fontSize: 14, color: '#546779', lineHeight: 1.6 }}&gt;移动问题：感知范围、导航输入与输出、实际路径与最终坐标。对象问题：对象键、请求 ID、状态前后值与接收者。&lt;/Text&gt;&#10;        &lt;/Box&gt;&#10;&#10;        &lt;Box style={{ width: 1152, height: 76, background: '#FFF4E6', borderRadius: 10, padding: '0 22px', flexDirection: 'row', alignItems: 'center', gap: 14 }}&gt;&#10;            &lt;Box style={{ width: 4, height: 40, background: '#CB6B28' }} /&gt;&#10;            &lt;Text style={{ fontSize: 15, color: '#20344B', flex: 1 }}&gt;没有证据时标「待复现」，不能为了叙事连贯补出一个步骤号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3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用最小证据包描述异常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把含糊描述改成可复核记录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132397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19150" y="16287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反例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295400" y="1533525"/>
            <a:ext cx="2990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「许安没有到达」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295400" y="1752600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、没有路径、没有画面，别人无法复核。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57900" y="229552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2676525"/>
            <a:ext cx="109728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819150" y="3114675"/>
            <a:ext cx="10553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改写：留下空位，采集后填真实值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9150" y="3362325"/>
            <a:ext cx="10553700" cy="304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「在实际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 ……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，导航返回目标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……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；本步执行路径终点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……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，剩余路径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……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；画面显示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……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。」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421957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19150" y="4495800"/>
            <a:ext cx="10553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按问题类型再补充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19150" y="4743450"/>
            <a:ext cx="105537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移动问题：感知范围、导航输入与输出、实际路径与最终坐标。对象问题：对象键、请求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、状态前后值与接收者。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53816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819150" y="555307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990600" y="5657850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没有证据时标「待复现」，不能为了叙事连贯补出一个步骤号。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27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81" name="" descr="&lt;Slide notes={`最后一个问题：已有的微案例还能不能用？&#10;&#10;「穿过门口，到阅读角看书」保留着正式八步的历史记录，可以用来学习导航证据和活动证据怎么分开，这是它仍然有价值的地方。&#10;&#10;但另外两条要格外小心。封门对照里的 B02-007，回放和导出核验还没有闭环，不能写成完整通过。晨间案例的历史导出，也不能证明当前的青禾地图、Brain 或模型已经通过。&#10;&#10;读任何历史记录之前，先核对取材日期、Run、精确 Skill 和参数，再判断它到底能支持哪一项结论。历史记录的价值在于它记录过什么，不在于它听起来和我们现在的目标有多接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7　如何使用已有微案例&lt;/Text&gt;&#10;            &lt;Text style={{ fontSize: 34, fontWeight: 'bold', color: '#20344B' }}&gt;历史案例只保留历史含义&lt;/Text&gt;&#10;        &lt;/Box&gt;&#10;    &lt;/Box&gt;&#10;&#10;    &lt;Box style={{ height: 540, flexDirection: 'column', justifyContent: 'center', gap: 14 }}&gt;&#10;&#10;        &lt;Box style={{ flexDirection: 'row', gap: 24 }}&gt;&#10;            &lt;Box style={{ width: 564, height: 190, background: '#EDF4FC', borderRadius: 10, padding: '16px 20px', flexDirection: 'column', gap: 8, justifyContent: 'center' }}&gt;&#10;                &lt;Text style={{ fontSize: 18, fontWeight: 'bold', color: '#276FBF' }}&gt;穿过门口，到阅读角看书&lt;/Text&gt;&#10;                &lt;Text style={{ fontSize: 14, color: '#546779', lineHeight: 1.65 }}&gt;保留正式八步的历史记录，可用于学习导航证据与活动证据如何分开。&lt;/Text&gt;&#10;                &lt;Text style={{ fontSize: 13, color: '#276FBF' }}&gt;可用：当教学材料&lt;/Text&gt;&#10;            &lt;/Box&gt;&#10;            &lt;Box style={{ width: 564, height: 190, background: '#FFF4E6', borderRadius: 10, padding: '16px 20px', flexDirection: 'column', gap: 8, justifyContent: 'center' }}&gt;&#10;                &lt;Text style={{ fontSize: 18, fontWeight: 'bold', color: '#CB6B28' }}&gt;封门对照 · B02-007&lt;/Text&gt;&#10;                &lt;Text style={{ fontSize: 14, color: '#546779', lineHeight: 1.65 }}&gt;回放和导出核验尚未闭环，不能写成完整通过。&lt;/Text&gt;&#10;                &lt;Text style={{ fontSize: 13, color: '#CB6B28' }}&gt;不可用：不能当作已通过的证据&lt;/Text&gt;&#10;            &lt;/Box&gt;&#10;        &lt;/Box&gt;&#10;&#10;        &lt;Box style={{ width: 1152, height: 110, background: '#F7F3E8', borderRadius: 10, padding: '16px 20px', flexDirection: 'column', gap: 6, justifyContent: 'center' }}&gt;&#10;            &lt;Text style={{ fontSize: 17, fontWeight: 'bold', color: '#20344B' }}&gt;晨间案例的历史导出&lt;/Text&gt;&#10;            &lt;Text style={{ fontSize: 14, color: '#546779', lineHeight: 1.6 }}&gt;不能证明当前青禾地图、Brain 或模型已经通过；它记录的是它自己那一次运行。&lt;/Text&gt;&#10;        &lt;/Box&gt;&#10;&#10;        &lt;Box style={{ width: 1152, height: 84, background: '#FFF4E6', borderRadius: 10, padding: '0 22px', flexDirection: 'row', alignItems: 'center', gap: 14 }}&gt;&#10;            &lt;Box style={{ width: 4, height: 44, background: '#CB6B28' }} /&gt;&#10;            &lt;Box style={{ flexDirection: 'column', gap: 3 }}&gt;&#10;                &lt;Text style={{ fontSize: 16, fontWeight: 'bold', color: '#CB6B28' }}&gt;先核对取材日期、Run、精确 Skill 和参数&lt;/Text&gt;&#10;                &lt;Text style={{ fontSize: 14, color: '#546779' }}&gt;再判断这条历史记录支持哪一项结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4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如何使用已有微案例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历史案例只保留历史含义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1752600"/>
            <a:ext cx="537210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00100" y="22669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穿过门口，到阅读角看书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00100" y="2552700"/>
            <a:ext cx="49911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保留正式八步的历史记录，可用于学习导航证据与活动证据如何分开。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可用：当教学材料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210300" y="1752600"/>
            <a:ext cx="5372100" cy="1809750"/>
          </a:xfrm>
          <a:prstGeom prst="roundRect">
            <a:avLst>
              <a:gd name="adj" fmla="val 526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400800" y="2266950"/>
            <a:ext cx="499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封门对照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B02-007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400800" y="2552700"/>
            <a:ext cx="49911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回放和导出核验尚未闭环，不能写成完整通过。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400800" y="2895600"/>
            <a:ext cx="4991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不可用：不能当作已通过的证据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36957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00100" y="3962400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晨间案例的历史导出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10591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不能证明当前青禾地图、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或模型已经通过；它记录的是它自己那一次运行。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48768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819150" y="50673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990600" y="50863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先核对取材日期、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>Run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、精确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和参数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990600" y="5305425"/>
            <a:ext cx="2847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再判断这条历史记录支持哪一项结论。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27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503" name="" descr="&lt;Slide notes={`如果后续在浏览器构建或者验收的过程中发现了真实的 bug，按仓库教材的约定，第一件事是停下来。&#10;&#10;具体说：停止该项构建或运行验收，先报告影响和证据。不要在问题还没被确认之前，就继续往下构建。报告时把影响范围说清楚，把手上能定位的证据一并交出来。&#10;&#10;然后有一条很硬的约束：在没有针对这个问题的明确决定之前，不修改产品、不绕过 UI，也不手工去改世界状态。绕过界面直接改状态，会让回放里的证据和实际操作彻底对不上，等于把诊断的依据毁掉。&#10;&#10;这一节讲的是怎么追事实，这条纪律其实是同一件事的另一面：宁可停下报告，也不要制造一个看起来对的画面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6 — 3.11.7　诊断之后怎么处理&lt;/Text&gt;&#10;            &lt;Text style={{ fontSize: 34, fontWeight: 'bold', color: '#20344B' }}&gt;发现真实 bug 时先停下&lt;/Text&gt;&#10;        &lt;/Box&gt;&#10;    &lt;/Box&gt;&#10;&#10;    &lt;Box style={{ height: 540, flexDirection: 'row', alignItems: 'center', gap: 24 }}&gt;&#10;&#10;        &lt;Box style={{ width: 648, flexDirection: 'column', gap: 12 }}&gt;&#10;            &lt;Box style={{ width: 648, height: 104, background: '#EDF4FC', borderRadius: 10, padding: '0 18px', flexDirection: 'row', alignItems: 'center', gap: 16 }}&gt;&#10;                &lt;Box style={{ width: 40, height: 40, background: '#276FBF', borderRadius: 8, justifyContent: 'center', alignItems: 'center' }}&gt;&#10;                    &lt;Text style={{ fontSize: 18, fontWeight: 'bold', color: '#FFFFFF' }}&gt;1&lt;/Text&gt;&#10;                &lt;/Box&gt;&#10;                &lt;Box style={{ flexDirection: 'column', gap: 4 }}&gt;&#10;                    &lt;Text style={{ fontSize: 17, fontWeight: 'bold', color: '#20344B' }}&gt;停止构建或运行验收&lt;/Text&gt;&#10;                    &lt;Text style={{ fontSize: 14, color: '#546779' }}&gt;在问题确认之前不继续推进&lt;/Text&gt;&#10;                &lt;/Box&gt;&#10;            &lt;/Box&gt;&#10;            &lt;Box style={{ width: 648, height: 104, background: '#EDF4FC', borderRadius: 10, padding: '0 18px', flexDirection: 'row', alignItems: 'center', gap: 16 }}&gt;&#10;                &lt;Box style={{ width: 40, height: 40, background: '#276FBF', borderRadius: 8, justifyContent: 'center', alignItems: 'center' }}&gt;&#10;                    &lt;Text style={{ fontSize: 18, fontWeight: 'bold', color: '#FFFFFF' }}&gt;2&lt;/Text&gt;&#10;                &lt;/Box&gt;&#10;                &lt;Box style={{ flexDirection: 'column', gap: 4 }}&gt;&#10;                    &lt;Text style={{ fontSize: 17, fontWeight: 'bold', color: '#20344B' }}&gt;先报告影响与证据&lt;/Text&gt;&#10;                    &lt;Text style={{ fontSize: 14, color: '#546779' }}&gt;说清影响范围，附上可定位的记录&lt;/Text&gt;&#10;                &lt;/Box&gt;&#10;            &lt;/Box&gt;&#10;            &lt;Box style={{ width: 648, height: 104, background: '#FFF4E6', borderRadius: 10, padding: '0 18px', flexDirection: 'row', alignItems: 'center', gap: 16 }}&gt;&#10;                &lt;Box style={{ width: 40, height: 40, background: '#CB6B28', borderRadius: 8, justifyContent: 'center', alignItems: 'center' }}&gt;&#10;                    &lt;Text style={{ fontSize: 18, fontWeight: 'bold', color: '#FFFFFF' }}&gt;3&lt;/Text&gt;&#10;                &lt;/Box&gt;&#10;                &lt;Box style={{ flexDirection: 'column', gap: 4 }}&gt;&#10;                    &lt;Text style={{ fontSize: 17, fontWeight: 'bold', color: '#CB6B28' }}&gt;未经明确决定不动手&lt;/Text&gt;&#10;                    &lt;Text style={{ fontSize: 14, color: '#546779' }}&gt;不改产品、不绕过 UI、不手改世界状态&lt;/Text&gt;&#10;                &lt;/Box&gt;&#10;            &lt;/Box&gt;&#10;        &lt;/Box&gt;&#10;&#10;        &lt;Box style={{ width: 480, flexDirection: 'column', gap: 14 }}&gt;&#10;            &lt;Box style={{ width: 480, height: 200, background: '#F7F3E8', borderRadius: 10, padding: '16px 20px', flexDirection: 'column', gap: 6, justifyContent: 'center' }}&gt;&#10;                &lt;Text style={{ fontSize: 16, fontWeight: 'bold', color: '#20344B' }}&gt;规则来源&lt;/Text&gt;&#10;                &lt;Text style={{ fontSize: 14, color: '#546779', lineHeight: 1.6 }}&gt;仓库教材约定；本节只负责回放与诊断，验收纪律按该约定执行。&lt;/Text&gt;&#10;            &lt;/Box&gt;&#10;            &lt;Box style={{ width: 480, height: 136, background: '#F4F7FA', borderRadius: 10, padding: '16px 20px', flexDirection: 'column', gap: 6, justifyContent: 'center' }}&gt;&#10;                &lt;Text style={{ fontSize: 16, fontWeight: 'bold', color: '#20344B' }}&gt;为什么这么严&lt;/Text&gt;&#10;                &lt;Text style={{ fontSize: 14, color: '#546779', lineHeight: 1.6 }}&gt;绕过界面直接改状态，会让回放证据与实际操作对不上，诊断依据就被毁掉了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5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3.11.6 — 3.11.7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诊断之后怎么处理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42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发现真实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bug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时先停下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2114550"/>
            <a:ext cx="61722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781050" y="24193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914400" y="25050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314450" y="2409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停止构建或运行验收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314450" y="26479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在问题确认之前不继续推进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09600" y="3219450"/>
            <a:ext cx="61722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781050" y="3524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14400" y="36099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314450" y="3514725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先报告影响与证据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314450" y="37528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说清影响范围，附上可定位的记录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609600" y="4324350"/>
            <a:ext cx="61722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781050" y="4629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14400" y="47148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314450" y="4619625"/>
            <a:ext cx="23145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未经明确决定不动手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314450" y="4857750"/>
            <a:ext cx="2314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不改产品、不绕过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、不手改世界状态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7010400" y="2047875"/>
            <a:ext cx="45720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200900" y="275272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规则来源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200900" y="3000375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仓库教材约定；本节只负责回放与诊断，验收纪律按该约定执行。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010400" y="4086225"/>
            <a:ext cx="4572000" cy="1295400"/>
          </a:xfrm>
          <a:prstGeom prst="roundRect">
            <a:avLst>
              <a:gd name="adj" fmla="val 735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200900" y="4352925"/>
            <a:ext cx="4191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为什么这么严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200900" y="4600575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绕过界面直接改状态，会让回放证据与实际操作对不上，诊断依据就被毁掉了。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25 / 27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531" name="" descr="&lt;Slide notes={`最后做一条练习：为「通知已更正」「许安已知晓」「许安按新安排开始活动」各写一条独立的证据要求。&#10;&#10;为什么强调「独立」？因为这三件事看起来像一条因果链，实际上它们是三个不同的事件。「公告已更正」要的是公告对象的状态事件和前后值；「许安已知晓」要的是到达许安的回复事实和他下一轮上下文里拿到了什么；「许安按新安排开始活动」要的是实际 predicate、时间和执行路径。&#10;&#10;还有一点要留余地：许安也可能从其他可靠渠道获知安排，不一定只走公告栏。所以实际顺序应该由证据来确定，任何一条都不能仅凭另一条成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1.7　如何使用已有微案例&lt;/Text&gt;&#10;            &lt;Text style={{ fontSize: 34, fontWeight: 'bold', color: '#20344B' }}&gt;三条独立证据的练习&lt;/Text&gt;&#10;        &lt;/Box&gt;&#10;    &lt;/Box&gt;&#10;&#10;    &lt;Box style={{ height: 540, flexDirection: 'column', justifyContent: 'center', gap: 12 }}&gt;&#10;&#10;        &lt;Box style={{ flexDirection: 'row', padding: '0 20px', gap: 16 }}&gt;&#10;            &lt;Box style={{ width: 4 }} /&gt;&#10;            &lt;Box style={{ width: 240 }}&gt;&lt;Text style={{ fontSize: 14, color: '#546779' }}&gt;事件&lt;/Text&gt;&lt;/Box&gt;&#10;            &lt;Box style={{ width: 470 }}&gt;&lt;Text style={{ fontSize: 14, color: '#546779' }}&gt;需要的独立证据&lt;/Text&gt;&lt;/Box&gt;&#10;            &lt;Box style={{ width: 350 }}&gt;&lt;Text style={{ fontSize: 14, color: '#CB6B28' }}&gt;不能互相代替&lt;/Text&gt;&lt;/Box&gt;&#10;        &lt;/Box&gt;&#10;&#10;        &lt;Box style={{ flexDirection: 'row', height: 110, background: '#EDF4FC', borderRadius: 10, padding: '0 20px', alignItems: 'center', gap: 16 }}&gt;&#10;            &lt;Box style={{ width: 4, height: 56, background: '#276FBF' }} /&gt;&#10;            &lt;Box style={{ width: 240 }}&gt;&lt;Text style={{ fontSize: 16, fontWeight: 'bold', color: '#20344B', lineHeight: 1.5 }}&gt;通知已更正&lt;/Text&gt;&lt;/Box&gt;&#10;            &lt;Box style={{ width: 470 }}&gt;&lt;Text style={{ fontSize: 14, color: '#20344B', lineHeight: 1.6 }}&gt;公告栏对象状态事件的对象身份与结构化前后状态&lt;/Text&gt;&lt;/Box&gt;&#10;            &lt;Box style={{ width: 350 }}&gt;&lt;Text style={{ fontSize: 14, color: '#CB6B28', lineHeight: 1.6 }}&gt;不能由「许安已知晓」推出&lt;/Text&gt;&lt;/Box&gt;&#10;        &lt;/Box&gt;&#10;&#10;        &lt;Box style={{ flexDirection: 'row', height: 110, background: '#F4F7FA', borderRadius: 10, padding: '0 20px', alignItems: 'center', gap: 16 }}&gt;&#10;            &lt;Box style={{ width: 4, height: 56, background: '#276FBF' }} /&gt;&#10;            &lt;Box style={{ width: 240 }}&gt;&lt;Text style={{ fontSize: 16, fontWeight: 'bold', color: '#20344B', lineHeight: 1.5 }}&gt;许安已知晓&lt;/Text&gt;&lt;/Box&gt;&#10;            &lt;Box style={{ width: 470 }}&gt;&lt;Text style={{ fontSize: 14, color: '#20344B', lineHeight: 1.6 }}&gt;到达许安的回复事实与接收者下一轮上下文；渠道可能不止公告栏&lt;/Text&gt;&lt;/Box&gt;&#10;            &lt;Box style={{ width: 350 }}&gt;&lt;Text style={{ fontSize: 14, color: '#CB6B28', lineHeight: 1.6 }}&gt;不能由「公告已更新」推出&lt;/Text&gt;&lt;/Box&gt;&#10;        &lt;/Box&gt;&#10;&#10;        &lt;Box style={{ flexDirection: 'row', height: 110, background: '#ECF7F2', borderRadius: 10, padding: '0 20px', alignItems: 'center', gap: 16 }}&gt;&#10;            &lt;Box style={{ width: 4, height: 56, background: '#26816B' }} /&gt;&#10;            &lt;Box style={{ width: 240 }}&gt;&lt;Text style={{ fontSize: 16, fontWeight: 'bold', color: '#20344B', lineHeight: 1.5 }}&gt;按新安排开始活动&lt;/Text&gt;&lt;/Box&gt;&#10;            &lt;Box style={{ width: 470 }}&gt;&lt;Text style={{ fontSize: 14, color: '#20344B', lineHeight: 1.6 }}&gt;实际 predicate、时间与已执行路径&lt;/Text&gt;&lt;/Box&gt;&#10;            &lt;Box style={{ width: 350 }}&gt;&lt;Text style={{ fontSize: 14, color: '#CB6B28', lineHeight: 1.6 }}&gt;不能由「已知晓」推出&lt;/Text&gt;&lt;/Box&gt;&#10;        &lt;/Box&gt;&#10;&#10;        &lt;Box style={{ width: 1152, height: 76, background: '#FFF4E6', borderRadius: 10, padding: '0 22px', flexDirection: 'row', alignItems: 'center', gap: 14 }}&gt;&#10;            &lt;Box style={{ width: 4, height: 40, background: '#CB6B28' }} /&gt;&#10;            &lt;Text style={{ fontSize: 15, color: '#20344B', flex: 1 }}&gt;三者是不同的事件；实际顺序由证据确定，任何一条都不能仅凭另一条成立。&lt;/Text&gt;&#10;        &lt;/Box&gt;&#10;&#10;    &lt;/Box&gt;&#10;&#10;    &lt;Box style={{ height: 40, flexDirection: 'row', justifyContent: 'space-between', alignItems: 'center' }}&gt;&#10;        &lt;Text style={{ fontSize: 14, color: '#546779' }}&gt;3.11 回放事实与失败诊断&lt;/Text&gt;&#10;        &lt;Text style={{ fontSize: 14, color: '#546779' }}&gt;26 / 27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3.11.7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如何使用已有微案例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三条独立证据的练习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990600" y="1476375"/>
            <a:ext cx="228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事件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3429000" y="1476375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需要的独立证据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058150" y="14763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不能互相代替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17526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800100" y="20097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90600" y="21431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通知已更正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3429000" y="21526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公告栏对象状态事件的对象身份与结构化前后状态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058150" y="215265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不能由「许安已知晓」推出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291465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800100" y="317182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90600" y="330517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许安已知晓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429000" y="331470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到达许安的回复事实与接收者下一轮上下文；渠道可能不止公告栏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058150" y="331470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不能由「公告已更新」推出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09600" y="40767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0" name=""/>
          <p:cNvSpPr/>
          <p:nvPr/>
        </p:nvSpPr>
        <p:spPr>
          <a:xfrm rot="0" flipH="0" flipV="0">
            <a:off x="800100" y="43338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90600" y="44672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按新安排开始活动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429000" y="4476750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实际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predicate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、时间与已执行路径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8058150" y="447675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不能由「已知晓」推出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5238750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819150" y="541020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90600" y="5514975"/>
            <a:ext cx="1038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三者是不同的事件；实际顺序由证据确定，任何一条都不能仅凭另一条成立。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回放事实与失败诊断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26 / 27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559" name="" descr="&lt;Slide notes={`把这一节收一收，记住三件事。&#10;&#10;第一，已提交才算发生。动作被接受、模型说过什么、画面停在哪里，都只是过程；能证明世界改变的，是提交到持久边界的事实。&#10;&#10;第二，回放只读边界。它读取已提交帧和包内素材，校验身份、哈希与连续性，不执行 Brain，不重新调用模型，也不会把临时日志补进历史。&#10;&#10;第三，先写缺口。证据不足时标「待复现」，而不是为了叙事顺畅补一个数值。把入口、动作、预期、实际、身份和原始记录写全，判断权就交给了证据。&#10;&#10;带着这三件事，下一节我们去看业务指标、行为质量与 Evaluator，学习怎样定义分母与时间点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11　回放事实与失败诊断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已提交才算发生&lt;/Text&gt;&#10;            &lt;Text style={{ fontSize: 16, color: '#546779', flex: 1 }}&gt;画面与文字只是线索；坐标、路径、状态事件与回复事实才是证明。&lt;/Text&gt;&#10;        &lt;/Box&gt;&#10;&#10;        &lt;Box style={{ flexDirection: 'row', gap: 20 }}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回放只读边界&lt;/Text&gt;&#10;                &lt;Text style={{ fontSize: 15, color: '#546779' }}&gt;读既有帧与包内素材，不执行 Brain，不重新调用模型。&lt;/Text&gt;&#10;            &lt;/Box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先把缺口写出来&lt;/Text&gt;&#10;                &lt;Text style={{ fontSize: 15, color: '#546779' }}&gt;证据不足就标「待复现」，不用补出来的数值凑叙事。&lt;/Text&gt;&#10;            &lt;/Box&gt;&#10;        &lt;/Box&gt;&#10;&#10;        &lt;Text style={{ fontSize: 15, color: '#546779', marginTop: 8 }}&gt;下一节：业务指标、行为质量与 Evaluator —— 定义分母与时间点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回放事实与失败诊断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已提交才算发生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2457450" y="3124200"/>
            <a:ext cx="891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画面与文字只是线索；坐标、路径、状态事件与回复事实才是证明。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回放只读边界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读既有帧与包内素材，不执行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，不重新调用模型。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先把缺口写出来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证据不足就标「待复现」，不用补出来的数值凑叙事。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下一节：业务指标、行为质量与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定义分母与时间点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2026-09-29T09:07:58Z</dcterms:created>
  <dcterms:modified xsi:type="dcterms:W3CDTF">2026-09-29T09:07:58Z</dcterms:modified>
</cp:coreProperties>
</file>