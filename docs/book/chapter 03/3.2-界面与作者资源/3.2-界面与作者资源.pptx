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4" Type="http://schemas.openxmlformats.org/officeDocument/2006/relationships/slide" Target="slides/slide4.xml" /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notesMaster" Target="notesMasters/notesMaster1.xml" /><Relationship Id="rId24" Type="http://schemas.openxmlformats.org/officeDocument/2006/relationships/presProps" Target="presProps.xml" /><Relationship Id="rId8" Type="http://schemas.openxmlformats.org/officeDocument/2006/relationships/slide" Target="slides/slide8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这一节我们第一次打开作者工作台。开场先建立一个判断习惯：看清楚自己正在改的是哪一份内容，比急着点按钮重要得多。</a:t>
            </a:r>
          </a:p>
          <a:p>
            <a:r>
              <a:rPr lang="zh-CN" dirty="0"/>
              <a:t>工作台里的作者材料有四类：地图描述场地，Agent 描述人物，Skill 描述方法，模型配置提供推理服务。Studio 要做的事，就是把这些材料组织成一个可以单独运行的实验。</a:t>
            </a:r>
          </a:p>
          <a:p>
            <a:r>
              <a:rPr lang="zh-CN" dirty="0"/>
              <a:t>这里有两条范围要分清。基础配置里放的是公共作者资源，是各个实验共用的原材料；打开某个实验以后，看到的是这个实验自己的副本。名字可能一模一样，保存却落在不同地方。</a:t>
            </a:r>
          </a:p>
          <a:p>
            <a:r>
              <a:rPr lang="zh-CN" dirty="0"/>
              <a:t>所以进入编辑器之前，先读一眼实验名称和范围提示；改完保存，再从同一个入口重开核对。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这一节有六个知识块，它们串成一条准备资源的路线。</a:t>
            </a:r>
          </a:p>
          <a:p>
            <a:r>
              <a:rPr lang="zh-CN" dirty="0"/>
              <a:t>第一个知识块先解决最容易出错的问题：我正在改的到底是公共材料，还是这个实验的副本。同名资源可以出现在两边，保存的落点完全不同。</a:t>
            </a:r>
          </a:p>
          <a:p>
            <a:r>
              <a:rPr lang="zh-CN" dirty="0"/>
              <a:t>第二个知识块认识七类作者资源，同时记住一条边界：能保存一份资源，不等于运行链已经用上了它。Embedding 和 Evaluator 这两项尤其容易看错。</a:t>
            </a:r>
          </a:p>
          <a:p>
            <a:r>
              <a:rPr lang="zh-CN" dirty="0"/>
              <a:t>接下来三个知识块做具体准备：写四位人物的资料，把人组织成一次选择，再配一份模型服务。</a:t>
            </a:r>
          </a:p>
          <a:p>
            <a:r>
              <a:rPr lang="zh-CN" dirty="0"/>
              <a:t>最后一个知识块给出一套收尾的核对方式，身份、内容、实验装配要分别确认，并留下交付清单。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这一节从最容易出错的地方讲起。很多人打开作者界面，看到「地图」两个字就点进去改，改完保存，以为改的是公共材料，其实动的是某个实验里的副本。</a:t>
            </a:r>
          </a:p>
          <a:p>
            <a:r>
              <a:rPr lang="zh-CN" dirty="0"/>
              <a:t>要建立的是定位习惯：动手之前先确认自己站在哪一层范围。基础配置下面是公共作者资源，是各个实验共用的原材料；打开某个实验之后，看到的是这个实验自己的一份副本。</a:t>
            </a:r>
          </a:p>
          <a:p>
            <a:r>
              <a:rPr lang="zh-CN" dirty="0"/>
              <a:t>两条范围的关系可以概括成一句话：选入实验的时候递归复制完整内容，之后各改各的，公共配置的修改不会自动同步到已经建好的实验。</a:t>
            </a:r>
          </a:p>
          <a:p>
            <a:r>
              <a:rPr lang="zh-CN" dirty="0"/>
              <a:t>所以判断依据不是按钮上的字，而是页面所在的范围和实验名称。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选入实验的时候，系统会把公共作者资源递归复制一份。地图、智能体、技能，内容完整地复制过去，形成这个实验自己的副本。</a:t>
            </a:r>
          </a:p>
          <a:p>
            <a:r>
              <a:rPr lang="zh-CN" dirty="0"/>
              <a:t>复制这件事带来一个很实际的后果：从这一步开始，两边各改各的。你在公共地图上调整一个区块，已经建好的实验里的地图副本不会跟着变；反过来也一样。想让两边一致，只能各自改一遍。</a:t>
            </a:r>
          </a:p>
          <a:p>
            <a:r>
              <a:rPr lang="zh-CN" dirty="0"/>
              <a:t>还有一点要提醒：两边可以出现完全相同的资源名称。所以只看名字判断不了自己在改哪一份，必须看当前实验名称和范围提示。</a:t>
            </a:r>
          </a:p>
          <a:p>
            <a:r>
              <a:rPr lang="zh-CN" dirty="0"/>
              <a:t>编辑之前先确认范围，保存之后再从同一个入口重新打开，核对一遍是不是真的落在想改的那一边。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首页侧栏把「实验」和「基础配置」分成两组。基础配置下面有地图、智能体、技能和模型；打开某个实验之后，侧栏变成「当前实验」，里面是实验概览、实验结果，以及这个实验自己的资源入口。</a:t>
            </a:r>
          </a:p>
          <a:p>
            <a:r>
              <a:rPr lang="zh-CN" dirty="0"/>
              <a:t>实验页还会显示一行范围提示，写着「实验独立副本」。这行提示不是装饰，它告诉你现在动的是副本，不是公共材料。</a:t>
            </a:r>
          </a:p>
          <a:p>
            <a:r>
              <a:rPr lang="zh-CN" dirty="0"/>
              <a:t>最容易踩的坑是同一个「地图」按钮。它有可能打开公共地图，也有可能打开当前实验里的地图。判断依据不是按钮上的字，而是页面所在的范围和实验名称。</a:t>
            </a:r>
          </a:p>
          <a:p>
            <a:r>
              <a:rPr lang="zh-CN" dirty="0"/>
              <a:t>所以改之前先确认范围，保存以后从同一个入口重新打开，再核对一遍。这一节里的界面名称，都依据当前页面和前端源码，入口能看到不等于已经完成上传、保存或运行。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有三个地方只看名字会认错，我一个个说。</a:t>
            </a:r>
          </a:p>
          <a:p>
            <a:r>
              <a:rPr lang="zh-CN" dirty="0"/>
              <a:t>第一个是「地图」按钮。同一个按钮文字，可能打开公共地图，也可能打开当前实验里的地图。判断依据是页面所在的范围和实验名称，不能只看按钮上的字；改完保存之后，从同一个入口重新打开，才能确认改对了地方。</a:t>
            </a:r>
          </a:p>
          <a:p>
            <a:r>
              <a:rPr lang="zh-CN" dirty="0"/>
              <a:t>第二个和第三个是「人群」和「大脑」。它们并不是另外两个一级菜单。进入「智能体」以后可以切换「智能体／人群」，进入「技能」以后可以切换「技能／大脑」。这种分组有它的道理：人群组织人物，大脑本身也是一种 Skill。</a:t>
            </a:r>
          </a:p>
          <a:p>
            <a:r>
              <a:rPr lang="zh-CN" dirty="0"/>
              <a:t>最后提醒一句，不要根据旧截图去找已经变动的导航位置，界面对不上是常事。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系统的作者资源有七项：Map 描述场地，图像与 Spatial Asset 提供背景和物件外观，Agent 是人物，Crowd 把人物组织成一次选择集，Skill 和 Brain 描述方法与决策，Model Preset 是聊天和 Embedding 的服务配置，Evaluator 负责业务评价。</a:t>
            </a:r>
          </a:p>
          <a:p>
            <a:r>
              <a:rPr lang="zh-CN" dirty="0"/>
              <a:t>这里要建立一条纪律：能保存一份资源，不等于运行链已经用上了它。</a:t>
            </a:r>
          </a:p>
          <a:p>
            <a:r>
              <a:rPr lang="zh-CN" dirty="0"/>
              <a:t>有两项尤其容易被看成已经生效。Embedding 配置保存成功，不证明这次记忆检索已经用了向量；Evaluator 能作为资源复制，也不证明运行时已经调用它。</a:t>
            </a:r>
          </a:p>
          <a:p>
            <a:r>
              <a:rPr lang="zh-CN" dirty="0"/>
              <a:t>后面还要继续检查实际消费的位置和质量结果。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这七类作者资源，每一类都要找到可以核对的入口。</a:t>
            </a:r>
          </a:p>
          <a:p>
            <a:r>
              <a:rPr lang="zh-CN" dirty="0"/>
              <a:t>Map 是本案例的场地，管图像、四层语义和通路。图像和 Spatial Asset 提供背景、物件外观和可复用空间内容，入口是当前地图编辑器的「素材」。</a:t>
            </a:r>
          </a:p>
          <a:p>
            <a:r>
              <a:rPr lang="zh-CN" dirty="0"/>
              <a:t>Agent 是四位人物，在「智能体」页新建和直接编辑。Crowd 把四人组织成一次选择集，入口在「智能体 → 人群」。Skill 和 Brain 管理子任务方法、对象行为和决策。Model Preset 是聊天和 Embedding 的服务配置。</a:t>
            </a:r>
          </a:p>
          <a:p>
            <a:r>
              <a:rPr lang="zh-CN" dirty="0"/>
              <a:t>最后一项特别说明：Evaluator 在后端有资源和入包合同，但当前导航没有专门的编辑页，所以不虚构点击流程。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这里有两项能力特别容易看错。</a:t>
            </a:r>
          </a:p>
          <a:p>
            <a:r>
              <a:rPr lang="zh-CN" dirty="0"/>
              <a:t>第一项是 Embedding。你可以把 Embedding 配置保存下来，表单也会告诉你保存成功。但这不证明这一次记忆检索已经用了向量。配置在那儿，和运行时真的走这条路，是两件事。</a:t>
            </a:r>
          </a:p>
          <a:p>
            <a:r>
              <a:rPr lang="zh-CN" dirty="0"/>
              <a:t>第二项是 Evaluator。它可以作为一种资源被复制、被带进包里，但复制成功不证明运行链已经调用它。</a:t>
            </a:r>
          </a:p>
          <a:p>
            <a:r>
              <a:rPr lang="zh-CN" dirty="0"/>
              <a:t>要特别小心「配置存在」和「实际生效」这两种说法。写笔记、写结论的时候，应该分开记录：资源准备好了是一件事，运行时用没用到是另一件事。</a:t>
            </a:r>
          </a:p>
          <a:p>
            <a:r>
              <a:rPr lang="zh-CN" dirty="0"/>
              <a:t>第三章后面的内容会分别去查实际消费的位置和质量结果，先把这条区分记住。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第三个知识块开始准备人物。青禾这个案例有四位：林岚是组织者，周宁是志愿者，陈晨是阅读访客，许安是手作访客。</a:t>
            </a:r>
          </a:p>
          <a:p>
            <a:r>
              <a:rPr lang="zh-CN" dirty="0"/>
              <a:t>这里有一条写作原则，比字段怎么填更重要：描述动机，不要写死剧情。</a:t>
            </a:r>
          </a:p>
          <a:p>
            <a:r>
              <a:rPr lang="zh-CN" dirty="0"/>
              <a:t>人物的资料会向 Brain 提供背景和目标，但它不会直接绕过世界校验。举个书里的例子，「组织者」这个身份文字，并不赋予他任意修改服务台内部状态的权限。同样，「日常计划」也不是由内核机械执行的固定程序，它更像是人物自己的安排。</a:t>
            </a:r>
          </a:p>
          <a:p>
            <a:r>
              <a:rPr lang="zh-CN" dirty="0"/>
              <a:t>所以写的时候，应该写他关心什么、想做什么、依据什么做判断；而不是写他第几步一定完成什么。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新建智能体在基础配置的「智能体」页，按钮是「＋ 新建智能体」。表单分成两个页签。</a:t>
            </a:r>
          </a:p>
          <a:p>
            <a:r>
              <a:rPr lang="zh-CN" dirty="0"/>
              <a:t>第一个是身份页：显示名称、年龄、当前目标，还要选择头像和行走图。第二个是「特质与计划」页：天生特质、背景经历、生活方式、日常计划和长程目标。</a:t>
            </a:r>
          </a:p>
          <a:p>
            <a:r>
              <a:rPr lang="zh-CN" dirty="0"/>
              <a:t>这两页的字段合起来，就是这个人物的全部资料。四位人物的写作方向，应该和角色资料一起保存下来，不要只留在聊天记录里。</a:t>
            </a:r>
          </a:p>
          <a:p>
            <a:r>
              <a:rPr lang="zh-CN" dirty="0"/>
              <a:t>有一点要提前说：公共 Agent 不保存出生位置。当前的公共编辑器会隐藏「初始位置与空间」这个页签，等进入实验以后，再给人物副本装配空间。</a:t>
            </a:r>
          </a:p>
          <a:p>
            <a:r>
              <a:rPr lang="zh-CN" dirty="0"/>
              <a:t>所以顺序是：先上传图片、保存公共人物、重开确认，然后才加入人群。不要因为本地有素材文件，就当成已经上传。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四位人物怎么写，书里给了明确的方向。</a:t>
            </a:r>
          </a:p>
          <a:p>
            <a:r>
              <a:rPr lang="zh-CN" dirty="0"/>
              <a:t>林岚是组织者，要核对开放信息，再和服务台确认调整；不要写成「第 5 步一定宣布完成」，那是把剧情当成事实。周宁是志愿者，了解公开安排，帮访客找到合适的场所；不要默认他知道所有人的私有记忆。陈晨是阅读访客，查明阅读活动的位置和当前安排；不要在他还没移动时就写「已经坐在阅读桌旁」。许安是手作访客，核实场地信息后前往手作区域；不要让他无条件相信过期通知。</a:t>
            </a:r>
          </a:p>
          <a:p>
            <a:r>
              <a:rPr lang="zh-CN" dirty="0"/>
              <a:t>这些内容向 Brain 提供背景和目标，不会直接绕过世界校验。身份文字不等于权限，日常计划也不是内核机械执行的固定程序。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人物还有三个参数，容易被忽略。</a:t>
            </a:r>
          </a:p>
          <a:p>
            <a:r>
              <a:rPr lang="zh-CN" dirty="0"/>
              <a:t>第一个是感知视野上限，它决定人物在当前位置能获得多少信息。第二个是注意力带宽，决定同一时刻能关注多少信息。这两个参数影响的是人物能拿到什么，直接关系到行为结果。</a:t>
            </a:r>
          </a:p>
          <a:p>
            <a:r>
              <a:rPr lang="zh-CN" dirty="0"/>
              <a:t>第三个是地图显示大小。它只影响行走图的视觉比例，不改变坐标、碰撞，也不改变感知范围。这一点很容易想当然，以为把图放大就等于看得更远。</a:t>
            </a:r>
          </a:p>
          <a:p>
            <a:r>
              <a:rPr lang="zh-CN" dirty="0"/>
              <a:t>还有一条要记住：应该使用本案例的参数，不能因为输入框里有一个初值，就把它当成推荐值。</a:t>
            </a:r>
          </a:p>
          <a:p>
            <a:r>
              <a:rPr lang="zh-CN" dirty="0"/>
              <a:t>最后，公共 Agent 不保存出生位置。公共编辑器会隐藏「初始位置与空间」页签，进入实验以后，再给人物副本装配空间。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现在把这四个人组织起来。切换到「人群」页签，点击「＋ 新建人群」。</a:t>
            </a:r>
          </a:p>
          <a:p>
            <a:r>
              <a:rPr lang="zh-CN" dirty="0"/>
              <a:t>Crowd 是作者侧的一种组织方式，不是第五个在地图里行走的人物。它的作用是把几位 Agent 打包成一次选择，方便在装配实验的时候一次性带进去。</a:t>
            </a:r>
          </a:p>
          <a:p>
            <a:r>
              <a:rPr lang="zh-CN" dirty="0"/>
              <a:t>这里有一条机制要讲清楚：创建实验的时候，人群成员会展开成独立的 Agent。也就是说，最终在地图里活动的，仍然是那四个各自独立的人物，不是一个人群对象。</a:t>
            </a:r>
          </a:p>
          <a:p>
            <a:r>
              <a:rPr lang="zh-CN" dirty="0"/>
              <a:t>正因为如此，成员的身份需要唯一。同一个 Agent 不会重复展开，而不同资源如果携带相同的身份标识，系统会明确拒绝，不会靠显示名称去合并。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人群工作区分三步走。</a:t>
            </a:r>
          </a:p>
          <a:p>
            <a:r>
              <a:rPr lang="zh-CN" dirty="0"/>
              <a:t>第一步，切换到「人群」页签，点击「＋ 新建人群」，填写名称和用途。第二步，用「创建并管理 Agent」进入成员管理，勾选四位公共 Agent。第三步，点击「应用到人群草稿」，再按页面保存。</a:t>
            </a:r>
          </a:p>
          <a:p>
            <a:r>
              <a:rPr lang="zh-CN" dirty="0"/>
              <a:t>保存完不要就走开，重开之后要逐一核对：名称对不对，稳定身份对不对，成员数量是不是四条独立记录。</a:t>
            </a:r>
          </a:p>
          <a:p>
            <a:r>
              <a:rPr lang="zh-CN" dirty="0"/>
              <a:t>这里有一个容易误解的地方：重复选择同一个公共 Agent，后端会去重，只算一次；但如果不同的资源携带了相同的身份标识，系统会明确拒绝，而且不会靠显示名称去合并。</a:t>
            </a:r>
          </a:p>
          <a:p>
            <a:r>
              <a:rPr lang="zh-CN" dirty="0"/>
              <a:t>我们这个案例四个姓名不一样，看起来不会撞，但仍然要核对它们是四条独立的记录。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模型配置这一块，最需要建立的意识是：填完表单，只是把配置存下来。</a:t>
            </a:r>
          </a:p>
          <a:p>
            <a:r>
              <a:rPr lang="zh-CN" dirty="0"/>
              <a:t>基础配置的「模型」页有「＋ 新建模型」。按实际服务填写配置名称、模型 ID、服务地址和 API Key。表单里还有超时；如果是聊天配置，还会包含最大输出 tokens 和 Temperature。</a:t>
            </a:r>
          </a:p>
          <a:p>
            <a:r>
              <a:rPr lang="zh-CN" dirty="0"/>
              <a:t>保存之后才可以点「测试连接」。如果有未保存的修改，应该先保存再测。</a:t>
            </a:r>
          </a:p>
          <a:p>
            <a:r>
              <a:rPr lang="zh-CN" dirty="0"/>
              <a:t>还有一点要注意：连接测试会真的去访问你配置的那个服务。所以它的结果应该记录成「这次配置的一次观察」，而不是「整场仿真已经通过」。</a:t>
            </a:r>
          </a:p>
          <a:p>
            <a:r>
              <a:rPr lang="zh-CN" dirty="0"/>
              <a:t>模型 API 的协议以系统网关实际支持的为准，不能把第二章 Responses 示例里的全部参数直接搬过来。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新建模型在基础配置的「模型」页，按钮是「＋ 新建模型」。表单按实际服务填写配置名称、模型 ID、服务地址和 API Key；当前表单还提供超时，聊天配置里还有最大输出 tokens 和 Temperature。</a:t>
            </a:r>
          </a:p>
          <a:p>
            <a:r>
              <a:rPr lang="zh-CN" dirty="0"/>
              <a:t>有两点要注意。第一，聊天和 Embedding 是不同用途，可以分别准备配置；实验创建页会要求选择相应项目，不要随手填一个不存在的模型名称来通过表单。第二，密钥由本机凭据设施管理，表单不回显已保存的密钥，换到另一台机器运行需要重新提供环境。</a:t>
            </a:r>
          </a:p>
          <a:p>
            <a:r>
              <a:rPr lang="zh-CN" dirty="0"/>
              <a:t>保存之后才可以点「测试连接」，有未保存修改时应先保存。测试会真的访问所配置的服务，它只说明这次配置的一次观察，不代表整场仿真已通过。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聊天和 Embedding 是两种不同的用途，可以分别准备配置。</a:t>
            </a:r>
          </a:p>
          <a:p>
            <a:r>
              <a:rPr lang="zh-CN" dirty="0"/>
              <a:t>聊天配置用来生成对话内容，表单里包含最大输出 tokens 和 Temperature，它们影响输出的长度和风格。Embedding 配置把文本转成向量，主要服务于记忆检索这类需求。实验创建页会要求你选择相应的项目，所以两种配置要分清楚准备。</a:t>
            </a:r>
          </a:p>
          <a:p>
            <a:r>
              <a:rPr lang="zh-CN" dirty="0"/>
              <a:t>关于密钥，有几件事要记住。密钥由本机的凭据设施管理，表单不会回显已经保存的密钥。交换包保存的是凭据环境变量的引用，不携带密钥本体；换到另一台机器运行，需要重新提供相应环境。</a:t>
            </a:r>
          </a:p>
          <a:p>
            <a:r>
              <a:rPr lang="zh-CN" dirty="0"/>
              <a:t>还有一点，公共配置的修改不会自动更新已经建好的实验，这和前面讲的副本关系是一致的。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最后一个知识块讲核对方式。同一份作者材料，需要从三个方向分别看。</a:t>
            </a:r>
          </a:p>
          <a:p>
            <a:r>
              <a:rPr lang="zh-CN" dirty="0"/>
              <a:t>第一个方向是稳定 ID，它回答「这是哪一个资源」。第二个方向是内容摘要，用来辨识实际保存了什么内容。第三个方向是实验装配，它指定人物在青禾的初始位置和已经知道的空间。</a:t>
            </a:r>
          </a:p>
          <a:p>
            <a:r>
              <a:rPr lang="zh-CN" dirty="0"/>
              <a:t>这三条分支回答的是不同的问题，不能互相代替。改名不是发布新版本，保存也不是建立一个业务 Revision。代码里的并发控制字段，是为了避免覆盖同时发生的编辑，不能据此发明出「发布后自动跟随最新」这种资源关系。</a:t>
            </a:r>
          </a:p>
          <a:p>
            <a:r>
              <a:rPr lang="zh-CN" dirty="0"/>
              <a:t>所以修改人物资料和改变它的落点，要在各自对应的范围里分别确认。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同一份作者材料，需要从三个方向分别核对。</a:t>
            </a:r>
          </a:p>
          <a:p>
            <a:r>
              <a:rPr lang="zh-CN" dirty="0"/>
              <a:t>稳定 ID 回答「这是哪一个资源」。它是最硬的身份依据，改名不会改变它。内容摘要用来辨识实际保存的内容，帮助确认这次改的到底是不是这一份。实验装配指定人物在青禾的初始位置和已经知道的空间，也就是落点。</a:t>
            </a:r>
          </a:p>
          <a:p>
            <a:r>
              <a:rPr lang="zh-CN" dirty="0"/>
              <a:t>要特别注意：显示名称不能代替身份。两个资源可以叫同一个名字，也可能带着同一个标识被复制。改名不是发布新版本，保存也不是建立一个业务 Revision。</a:t>
            </a:r>
          </a:p>
          <a:p>
            <a:r>
              <a:rPr lang="zh-CN" dirty="0"/>
              <a:t>所以修改人物资料，和改变它在青禾的落点，要在对应的范围里分别核对。公共侧的修改，也不会自动更新已经导入的实验。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最后说整理资源，以及这一节的交付。</a:t>
            </a:r>
          </a:p>
          <a:p>
            <a:r>
              <a:rPr lang="zh-CN" dirty="0"/>
              <a:t>当前公共资源页面提供删除操作。删除公共资源不影响已经导入实验的物理副本；不过练习时要选专门的副本，不要删掉还在用于作者工作的原材料。</a:t>
            </a:r>
          </a:p>
          <a:p>
            <a:r>
              <a:rPr lang="zh-CN" dirty="0"/>
              <a:t>归档这块要说准确。架构和后端定义了归档能力，但本节没有找到所有资源统一可见的归档／恢复入口，所以不把它写成已经完成的界面流程。实验列表的归档与恢复有明确入口，会在 3.8 节练习。</a:t>
            </a:r>
          </a:p>
          <a:p>
            <a:r>
              <a:rPr lang="zh-CN" dirty="0"/>
              <a:t>本节的交付是一份资源准备清单：四个人物及图片、人群成员、地图与对象素材、选定的 Brain 和依赖、模型配置，以及仍待补齐的项目。只有实际保存并重开核对，才能把状态从「教材设计」改成「已配置」；运行还需要独立证据。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这一节讲完了，我留下三条核对顺序，以后每次打开作者界面都可以走一遍。</a:t>
            </a:r>
          </a:p>
          <a:p>
            <a:r>
              <a:rPr lang="zh-CN" dirty="0"/>
              <a:t>第一条，先认范围。动手之前确认自己站在公共作者资源里，还是某个实验的副本里。名字一样不代表落点一样。</a:t>
            </a:r>
          </a:p>
          <a:p>
            <a:r>
              <a:rPr lang="zh-CN" dirty="0"/>
              <a:t>第二条，再认资源。记住七类资源各自能做什么，也要记住哪些能力目前还没有对应的编辑入口，不要凭空想象一条点击流程。</a:t>
            </a:r>
          </a:p>
          <a:p>
            <a:r>
              <a:rPr lang="zh-CN" dirty="0"/>
              <a:t>第三条，最后交清单。四个人物及图片、人群成员、地图与对象素材、选定的 Brain 和依赖、模型配置，逐项确认保存过、重开过。</a:t>
            </a:r>
          </a:p>
          <a:p>
            <a:r>
              <a:rPr lang="zh-CN" dirty="0"/>
              <a:t>确认完这些，状态才可以从「教材设计」改成「已配置」。接下来我们要进入空间，把图像对齐成四层可以使用的场地。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这一节我们第一次打开作者工作台。开场先建立一个判断习惯：看清楚自己正在改的是哪一份内容，比急着点按钮重要得多。&#10;&#10;工作台里的作者材料有四类：地图描述场地，Agent 描述人物，Skill 描述方法，模型配置提供推理服务。Studio 要做的事，就是把这些材料组织成一个可以单独运行的实验。&#10;&#10;这里有两条范围要分清。基础配置里放的是公共作者资源，是各个实验共用的原材料；打开某个实验以后，看到的是这个实验自己的副本。名字可能一模一样，保存却落在不同地方。&#10;&#10;所以进入编辑器之前，先读一眼实验名称和范围提示；改完保存，再从同一个入口重开核对。`} style={{ width: 1280, height: 720, background: '#FFFFFF', flexDirection: 'column', padding: '20px 64px' }}&gt;&#10;&#10;    &lt;Box style={{ height: 100, flexDirection: 'row', alignItems: 'center', gap: 12 }}&gt;&#10;        &lt;Box style={{ width: 4, height: 20, background: '#276FBF' }} /&gt;&#10;        &lt;Text style={{ fontSize: 15, color: '#546779' }}&gt;第三章　在共同世界中行动　·　3.2&lt;/Text&gt;&#10;    &lt;/Box&gt;&#10;&#10;    &lt;Box style={{ height: 540, flexDirection: 'row', alignItems: 'center', gap: 32 }}&gt;&#10;&#10;        &lt;Box style={{ width: 552, flexDirection: 'column', justifyContent: 'center', gap: 16 }}&gt;&#10;            &lt;Text style={{ fontSize: 52, fontWeight: 'bold', color: '#20344B', lineHeight: 1.2 }}&gt;认识界面与作者资源&lt;/Text&gt;&#10;            &lt;Box style={{ width: 72, height: 4, background: '#276FBF' }} /&gt;&#10;            &lt;Text style={{ fontSize: 17, color: '#546779', lineHeight: 1.7 }}&gt;地图描述场地，Agent 描述人物，Skill 描述方法，模型配置提供推理服务。这一节先认清编辑范围，再把四位人物和一份模型配置准备好。&lt;/Text&gt;&#10;            &lt;Box style={{ flexDirection: 'row', gap: 14, marginTop: 6 }}&gt;&#10;                &lt;Box style={{ width: 172, height: 44, background: '#EDF4FC', borderRadius: 8, justifyContent: 'center', alignItems: 'center' }}&gt;&#10;                    &lt;Text style={{ fontSize: 15, color: '#276FBF' }}&gt;公共作者资源&lt;/Text&gt;&#10;                &lt;/Box&gt;&#10;                &lt;Box style={{ width: 172, height: 44, background: '#ECF7F2', borderRadius: 8, justifyContent: 'center', alignItems: 'center' }}&gt;&#10;                    &lt;Text style={{ fontSize: 15, color: '#26816B' }}&gt;实验独立副本&lt;/Text&gt;&#10;                &lt;/Box&gt;&#10;                &lt;Box style={{ width: 172, height: 44, background: '#FFF4E6', borderRadius: 8, justifyContent: 'center', alignItems: 'center' }}&gt;&#10;                    &lt;Text style={{ fontSize: 15, color: '#CB6B28' }}&gt;别混在一起&lt;/Text&gt;&#10;                &lt;/Box&gt;&#10;            &lt;/Box&gt;&#10;        &lt;/Box&gt;&#10;&#10;        &lt;Box style={{ width: 568, flexDirection: 'column', gap: 8 }}&gt;&#10;&#10;            &lt;Box style={{ width: 568, height: 44, background: '#276FBF', borderRadius: 8, flexDirection: 'row', alignItems: 'center', justifyContent: 'space-between', padding: '0 16px' }}&gt;&#10;                &lt;Text style={{ fontSize: 14, color: '#FFFFFF' }}&gt;青禾开放日　·　作者工作台&lt;/Text&gt;&#10;                &lt;Box style={{ width: 76, height: 22, background: '#FFFFFF', borderRadius: 6, justifyContent: 'center', alignItems: 'center' }}&gt;&#10;                    &lt;Text style={{ fontSize: 12, color: '#276FBF' }}&gt;示意&lt;/Text&gt;&#10;                &lt;/Box&gt;&#10;            &lt;/Box&gt;&#10;&#10;            &lt;Box style={{ width: 568, height: 316, flexDirection: 'row' }}&gt;&#10;&#10;                &lt;Box style={{ width: 152, height: 316, background: '#EDF4FC', borderRadius: 8, padding: 12, flexDirection: 'column', gap: 6 }}&gt;&#10;                    &lt;Text style={{ fontSize: 13, color: '#546779' }}&gt;实验&lt;/Text&gt;&#10;                    &lt;Box style={{ width: 128, height: 28, background: '#276FBF', borderRadius: 6, justifyContent: 'center', alignItems: 'center' }}&gt;&#10;                        &lt;Text style={{ fontSize: 13, color: '#FFFFFF' }}&gt;实验概览&lt;/Text&gt;&#10;                    &lt;/Box&gt;&#10;                    &lt;Box style={{ width: 128, height: 28, background: '#FFFFFF', borderRadius: 6, justifyContent: 'center', alignItems: 'center' }}&gt;&#10;                        &lt;Text style={{ fontSize: 13, color: '#546779' }}&gt;实验结果&lt;/Text&gt;&#10;                    &lt;/Box&gt;&#10;                    &lt;Text style={{ fontSize: 13, color: '#546779', marginTop: 2 }}&gt;基础配置&lt;/Text&gt;&#10;                    &lt;Box style={{ width: 128, height: 28, background: '#FFFFFF', borderRadius: 6, justifyContent: 'center', alignItems: 'center' }}&gt;&#10;                        &lt;Text style={{ fontSize: 13, color: '#546779' }}&gt;地图&lt;/Text&gt;&#10;                    &lt;/Box&gt;&#10;                    &lt;Box style={{ width: 128, height: 28, background: '#FFFFFF', borderRadius: 6, justifyContent: 'center', alignItems: 'center' }}&gt;&#10;                        &lt;Text style={{ fontSize: 13, color: '#546779' }}&gt;智能体&lt;/Text&gt;&#10;                    &lt;/Box&gt;&#10;                    &lt;Box style={{ width: 128, height: 28, background: '#FFFFFF', borderRadius: 6, justifyContent: 'center', alignItems: 'center' }}&gt;&#10;                        &lt;Text style={{ fontSize: 13, color: '#546779' }}&gt;技能 / 模型&lt;/Text&gt;&#10;                    &lt;/Box&gt;&#10;                &lt;/Box&gt;&#10;&#10;                &lt;Box style={{ width: 416, height: 316, background: '#F4F7FA', borderRadius: 8, padding: 14, flexDirection: 'column', gap: 10 }}&gt;&#10;                    &lt;Text style={{ fontSize: 15, fontWeight: 'bold', color: '#20344B' }}&gt;当前实验　·　实验独立副本&lt;/Text&gt;&#10;&#10;                    &lt;Box style={{ width: 388, height: 46, background: '#ECF7F2', borderRadius: 6, flexDirection: 'row', alignItems: 'center', padding: '0 14px', gap: 12 }}&gt;&#10;                        &lt;Box style={{ width: 92 }}&gt;&lt;Text style={{ fontSize: 14, fontWeight: 'bold', color: '#26816B' }}&gt;地图副本&lt;/Text&gt;&lt;/Box&gt;&#10;                        &lt;Box style={{ flex: 1 }}&gt;&lt;Text style={{ fontSize: 13, color: '#546779' }}&gt;已保存&lt;/Text&gt;&lt;/Box&gt;&#10;                    &lt;/Box&gt;&#10;&#10;                    &lt;Box style={{ width: 388, height: 46, background: '#ECF7F2', borderRadius: 6, flexDirection: 'row', alignItems: 'center', padding: '0 14px', gap: 12 }}&gt;&#10;                        &lt;Box style={{ width: 92 }}&gt;&lt;Text style={{ fontSize: 14, fontWeight: 'bold', color: '#26816B' }}&gt;人物副本&lt;/Text&gt;&lt;/Box&gt;&#10;                        &lt;Box style={{ flex: 1 }}&gt;&lt;Text style={{ fontSize: 13, color: '#546779' }}&gt;四位人物&lt;/Text&gt;&lt;/Box&gt;&#10;                    &lt;/Box&gt;&#10;&#10;                    &lt;Box style={{ width: 388, height: 46, background: '#FFF4E6', borderRadius: 6, flexDirection: 'row', alignItems: 'center', padding: '0 14px', gap: 12 }}&gt;&#10;                        &lt;Box style={{ width: 92 }}&gt;&lt;Text style={{ fontSize: 14, fontWeight: 'bold', color: '#CB6B28' }}&gt;范围提示&lt;/Text&gt;&lt;/Box&gt;&#10;                        &lt;Box style={{ flex: 1 }}&gt;&lt;Text style={{ fontSize: 13, color: '#546779' }}&gt;确认后再改&lt;/Text&gt;&lt;/Box&gt;&#10;                    &lt;/Box&gt;&#10;                &lt;/Box&gt;&#10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01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571500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3.2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543175"/>
            <a:ext cx="5257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409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52578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地图描述场地，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描述人物，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描述方法，模型配置提供推理服务。这一节先认清编辑范围，再把四位人物和一份模型配置准备好。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476750"/>
            <a:ext cx="16383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00125" y="46005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公共作者资源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381250" y="4476750"/>
            <a:ext cx="163830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771775" y="46005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实验独立副本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152900" y="4476750"/>
            <a:ext cx="1638300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619625" y="46005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别混在一起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172200" y="1962150"/>
            <a:ext cx="54102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324600" y="20955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青禾开放日　·　作者工作台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10706100" y="2066925"/>
            <a:ext cx="723900" cy="20955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953750" y="21050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76FB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172200" y="2457450"/>
            <a:ext cx="1447800" cy="3009900"/>
          </a:xfrm>
          <a:prstGeom prst="roundRect">
            <a:avLst>
              <a:gd name="adj" fmla="val 52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286500" y="2571750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实验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286500" y="2781300"/>
            <a:ext cx="1219200" cy="266700"/>
          </a:xfrm>
          <a:prstGeom prst="roundRect">
            <a:avLst>
              <a:gd name="adj" fmla="val 214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648450" y="28384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实验概览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286500" y="3105150"/>
            <a:ext cx="121920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648450" y="31623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实验结果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286500" y="3448050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基础配置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286500" y="3657600"/>
            <a:ext cx="121920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772275" y="37147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地图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286500" y="3981450"/>
            <a:ext cx="121920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715125" y="40386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286500" y="4305300"/>
            <a:ext cx="121920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581775" y="4362450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技能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7620000" y="2457450"/>
            <a:ext cx="3962400" cy="300990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753350" y="2590800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当前实验　·　实验独立副本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7753350" y="2857500"/>
            <a:ext cx="3695700" cy="438150"/>
          </a:xfrm>
          <a:prstGeom prst="roundRect">
            <a:avLst>
              <a:gd name="adj" fmla="val 130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886700" y="3000375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6816B"/>
                </a:solidFill>
                <a:latin typeface="Microsoft YaHei"/>
                <a:ea typeface="Microsoft YaHei"/>
              </a:rPr>
              <a:t>地图副本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877300" y="3000375"/>
            <a:ext cx="2438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已保存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7753350" y="3390900"/>
            <a:ext cx="3695700" cy="438150"/>
          </a:xfrm>
          <a:prstGeom prst="roundRect">
            <a:avLst>
              <a:gd name="adj" fmla="val 130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886700" y="3533775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6816B"/>
                </a:solidFill>
                <a:latin typeface="Microsoft YaHei"/>
                <a:ea typeface="Microsoft YaHei"/>
              </a:rPr>
              <a:t>人物副本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877300" y="3533775"/>
            <a:ext cx="2438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四位人物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7753350" y="3924300"/>
            <a:ext cx="3695700" cy="438150"/>
          </a:xfrm>
          <a:prstGeom prst="roundRect">
            <a:avLst>
              <a:gd name="adj" fmla="val 130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886700" y="4067175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范围提示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877300" y="4067175"/>
            <a:ext cx="2438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确认后再改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22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69" name="" descr="&lt;Slide notes={`这一节有六个知识块，它们串成一条准备资源的路线。&#10;&#10;第一个知识块先解决最容易出错的问题：我正在改的到底是公共材料，还是这个实验的副本。同名资源可以出现在两边，保存的落点完全不同。&#10;&#10;第二个知识块认识七类作者资源，同时记住一条边界：能保存一份资源，不等于运行链已经用上了它。Embedding 和 Evaluator 这两项尤其容易看错。&#10;&#10;接下来三个知识块做具体准备：写四位人物的资料，把人组织成一次选择，再配一份模型服务。&#10;&#10;最后一个知识块给出一套收尾的核对方式，身份、内容、实验装配要分别确认，并留下交付清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先把编辑范围认清楚，再准备作者材料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我现在改的是哪一份？&lt;/Text&gt;&#10;            &lt;Box style={{ width: 56, height: 3, background: '#26816B' }} /&gt;&#10;            &lt;Text style={{ fontSize: 17, color: '#546779', lineHeight: 1.75 }}&gt;六个知识块从「认范围」走到「交清单」：先分清公共资源与实验副本，再认识七类资源和它们的边界，然后把人物、人群和模型配置准备好，最后统一核对。&lt;/Text&gt;&#10;        &lt;/Box&gt;&#10;&#10;        &lt;Box style={{ flex: 1, flexDirection: 'column', justifyContent: 'center', gap: 12 }}&gt;&#10;&#10;            &lt;Box style={{ height: 74,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1&lt;/Text&gt;&#10;                &lt;/Box&gt;&#10;                &lt;Box style={{ flexDirection: 'column', gap: 2 }}&gt;&#10;                    &lt;Text style={{ fontSize: 20, fontWeight: 'bold', color: '#20344B' }}&gt;先看清正在编辑哪一份内容&lt;/Text&gt;&#10;                    &lt;Text style={{ fontSize: 16, color: '#546779' }}&gt;公共作者资源与实验独立副本，同名但落点不同&lt;/Text&gt;&#10;                &lt;/Box&gt;&#10;            &lt;/Box&gt;&#10;&#10;            &lt;Box style={{ height: 74,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2&lt;/Text&gt;&#10;                &lt;/Box&gt;&#10;                &lt;Box style={{ flexDirection: 'column', gap: 2 }}&gt;&#10;                    &lt;Text style={{ fontSize: 20, fontWeight: 'bold', color: '#20344B' }}&gt;认识资源，不把源码合同当作已完成操作&lt;/Text&gt;&#10;                    &lt;Text style={{ fontSize: 16, color: '#546779' }}&gt;七类资源的用途，以及哪里还没有编辑入口&lt;/Text&gt;&#10;                &lt;/Box&gt;&#10;            &lt;/Box&gt;&#10;&#10;            &lt;Box style={{ height: 74,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3&lt;/Text&gt;&#10;                &lt;/Box&gt;&#10;                &lt;Box style={{ flexDirection: 'column', gap: 2 }}&gt;&#10;                    &lt;Text style={{ fontSize: 20, fontWeight: 'bold', color: '#20344B' }}&gt;创建四位人物，描述动机而非强制剧情&lt;/Text&gt;&#10;                    &lt;Text style={{ fontSize: 16, color: '#546779' }}&gt;写目标与背景经历，不替人物写死结果&lt;/Text&gt;&#10;                &lt;/Box&gt;&#10;            &lt;/Box&gt;&#10;&#10;            &lt;Box style={{ height: 74,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4&lt;/Text&gt;&#10;                &lt;/Box&gt;&#10;                &lt;Box style={{ flexDirection: 'column', gap: 2 }}&gt;&#10;                    &lt;Text style={{ fontSize: 20, fontWeight: 'bold', color: '#20344B' }}&gt;用 Crowd 组织一次选择&lt;/Text&gt;&#10;                    &lt;Text style={{ fontSize: 16, color: '#546779' }}&gt;四个人物组织成一次选择集，成员仍是独立 Agent&lt;/Text&gt;&#10;                &lt;/Box&gt;&#10;            &lt;/Box&gt;&#10;&#10;            &lt;Box style={{ height: 74,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5&lt;/Text&gt;&#10;                &lt;/Box&gt;&#10;                &lt;Box style={{ flexDirection: 'column', gap: 2 }}&gt;&#10;                    &lt;Text style={{ fontSize: 20, fontWeight: 'bold', color: '#20344B' }}&gt;模型配置：可选择不等于已经可用&lt;/Text&gt;&#10;                    &lt;Text style={{ fontSize: 16, color: '#546779' }}&gt;保存配置只是把信息存下来，连接要单独测试&lt;/Text&gt;&#10;                &lt;/Box&gt;&#10;            &lt;/Box&gt;&#10;&#10;            &lt;Box style={{ height: 74, flexDirection: 'row', gap: 16, alignItems: 'center' }}&gt;&#10;                &lt;Box style={{ width: 44, height: 44, borderRadius: 8, background: '#CB6B28', justifyContent: 'center', alignItems: 'center' }}&gt;&#10;                    &lt;Text style={{ fontSize: 18, fontWeight: 'bold', color: '#FFFFFF' }}&gt;06&lt;/Text&gt;&#10;                &lt;/Box&gt;&#10;                &lt;Box style={{ flexDirection: 'column', gap: 2 }}&gt;&#10;                    &lt;Text style={{ fontSize: 20, fontWeight: 'bold', color: '#20344B' }}&gt;稳定身份、直接编辑与整理资源&lt;/Text&gt;&#10;                    &lt;Text style={{ fontSize: 16, color: '#546779' }}&gt;身份、内容和实验装配要分别核对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02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50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先把编辑范围认清楚，再准备作者材料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09600" y="2657475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我现在改的是哪一份？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09600" y="32289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09600" y="3409950"/>
            <a:ext cx="3238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六个知识块从「认范围」走到「交清单」：先分清公共资源与实验副本，再认识七类资源和它们的边界，然后把人物、人群和模型配置准备好，最后统一核对。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4229100" y="14573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333875" y="15621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800600" y="144780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先看清正在编辑哪一份内容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800600" y="1695450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公共作者资源与实验独立副本，同名但落点不同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4229100" y="22764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333875" y="23812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4800600" y="2266950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认识资源，不把源码合同当作已完成操作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4800600" y="2514600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七类资源的用途，以及哪里还没有编辑入口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4229100" y="30956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333875" y="32004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800600" y="3086100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创建四位人物，描述动机而非强制剧情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800600" y="3333750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写目标与背景经历，不替人物写死结果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229100" y="39147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333875" y="40195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800600" y="3905250"/>
            <a:ext cx="3390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用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Crowd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组织一次选择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4800600" y="41529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四个人物组织成一次选择集，成员仍是独立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4229100" y="47339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333875" y="48387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800600" y="472440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模型配置：可选择不等于已经可用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800600" y="497205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保存配置只是把信息存下来，连接要单独测试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4229100" y="55530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4333875" y="56578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4800600" y="5543550"/>
            <a:ext cx="266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稳定身份、直接编辑与整理资源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4800600" y="5791200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身份、内容和实验装配要分别核对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82" name="" descr="&lt;Slide notes={`这一节从最容易出错的地方讲起。很多人打开作者界面，看到「地图」两个字就点进去改，改完保存，以为改的是公共材料，其实动的是某个实验里的副本。&#10;&#10;要建立的是定位习惯：动手之前先确认自己站在哪一层范围。基础配置下面是公共作者资源，是各个实验共用的原材料；打开某个实验之后，看到的是这个实验自己的一份副本。&#10;&#10;两条范围的关系可以概括成一句话：选入实验的时候递归复制完整内容，之后各改各的，公共配置的修改不会自动同步到已经建好的实验。&#10;&#10;所以判断依据不是按钮上的字，而是页面所在的范围和实验名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Text style={{ fontSize: 15, color: '#546779' }}&gt;3.2.1　先看清正在编辑哪一份内容&lt;/Text&gt;&#10;    &lt;/Box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1&lt;/Text&gt;&#10;            &lt;/Box&gt;&#10;            &lt;Text style={{ fontSize: 16, color: '#546779' }}&gt;3.2.1&lt;/Text&gt;&#10;        &lt;/Box&gt;&#10;&#10;        &lt;Text style={{ fontSize: 56, fontWeight: 'bold', color: '#20344B', lineHeight: 1.15 }}&gt;先看清正在编辑哪一份内容&lt;/Text&gt;&#10;&#10;        &lt;Box style={{ width: 640, height: 4, background: '#276FBF' }} /&gt;&#10;&#10;        &lt;Text style={{ fontSize: 19, color: '#546779', lineHeight: 1.7 }}&gt;名字可以一样，保存的落点不一样。&lt;/Text&gt;&#10;&#10;        &lt;Box style={{ marginTop: 8, flexDirection: 'row', alignItems: 'center' }}&gt;&#10;            &lt;Box style={{ width: 500, height: 56, background: '#EDF4FC', borderRadius: 6, justifyContent: 'center', alignItems: 'center' }}&gt;&#10;                &lt;Text style={{ fontSize: 16, color: '#276FBF' }}&gt;基础配置：公共作者资源&lt;/Text&gt;&#10;            &lt;/Box&gt;&#10;            &lt;Box style={{ width: 44, height: 56, justifyContent: 'center', alignItems: 'center' }}&gt;&#10;                &lt;Text style={{ fontSize: 26, color: '#276FBF' }}&gt;›&lt;/Text&gt;&#10;            &lt;/Box&gt;&#10;            &lt;Box style={{ width: 500, height: 56, background: '#ECF7F2', borderRadius: 6, justifyContent: 'center', alignItems: 'center' }}&gt;&#10;                &lt;Text style={{ fontSize: 16, color: '#26816B' }}&gt;当前实验：实验独立副本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03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38200" y="581025"/>
            <a:ext cx="2181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3.2.1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先看清正在编辑哪一份内容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609600" y="21907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14375" y="22955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295400" y="236220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3.2.1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先看清正在编辑哪一份内容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09600" y="38481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名字可以一样，保存的落点不一样。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09600" y="4714875"/>
            <a:ext cx="4762500" cy="533400"/>
          </a:xfrm>
          <a:prstGeom prst="roundRect">
            <a:avLst>
              <a:gd name="adj" fmla="val 10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2152650" y="4886325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基础配置：公共作者资源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5543550" y="48291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5791200" y="4714875"/>
            <a:ext cx="4762500" cy="533400"/>
          </a:xfrm>
          <a:prstGeom prst="roundRect">
            <a:avLst>
              <a:gd name="adj" fmla="val 107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334250" y="4886325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当前实验：实验独立副本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99" name="" descr="&lt;Slide notes={`选入实验的时候，系统会把公共作者资源递归复制一份。地图、智能体、技能，内容完整地复制过去，形成这个实验自己的副本。&#10;&#10;复制这件事带来一个很实际的后果：从这一步开始，两边各改各的。你在公共地图上调整一个区块，已经建好的实验里的地图副本不会跟着变；反过来也一样。想让两边一致，只能各自改一遍。&#10;&#10;还有一点要提醒：两边可以出现完全相同的资源名称。所以只看名字判断不了自己在改哪一份，必须看当前实验名称和范围提示。&#10;&#10;编辑之前先确认范围，保存之后再从同一个入口重新打开，核对一遍是不是真的落在想改的那一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1　先看清正在编辑哪一份内容&lt;/Text&gt;&#10;            &lt;Text style={{ fontSize: 34, fontWeight: 'bold', color: '#20344B' }}&gt;选入实验时复制，之后各改各的&lt;/Text&gt;&#10;        &lt;/Box&gt;&#10;    &lt;/Box&gt;&#10;&#10;    &lt;Box style={{ height: 540, flexDirection: 'column', justifyContent: 'center', gap: 22 }}&gt;&#10;&#10;        &lt;Text style={{ fontSize: 17, color: '#546779', lineHeight: 1.6 }}&gt;选入实验时递归复制完整内容；从这一刻起两边各自独立，公共配置的修改不会自动同步。&lt;/Text&gt;&#10;&#10;        &lt;Box style={{ flexDirection: 'row', alignItems: 'center', justifyContent: 'center' }}&gt;&#10;&#10;            &lt;Box style={{ width: 380, height: 260, background: '#F4F7FA', borderRadius: 10, padding: 16, flexDirection: 'column', gap: 8 }}&gt;&#10;                &lt;Text style={{ fontSize: 15, fontWeight: 'bold', color: '#276FBF' }}&gt;基础配置：公共作者资源&lt;/Text&gt;&#10;                &lt;Box style={{ width: 348, height: 48, background: '#FFFFFF', borderRadius: 6, justifyContent: 'center', padding: '0 14px' }}&gt;&#10;                    &lt;Text style={{ fontSize: 14, color: '#20344B' }}&gt;地图&lt;/Text&gt;&#10;                &lt;/Box&gt;&#10;                &lt;Box style={{ width: 348, height: 48, background: '#FFFFFF', borderRadius: 6, justifyContent: 'center', padding: '0 14px' }}&gt;&#10;                    &lt;Text style={{ fontSize: 14, color: '#20344B' }}&gt;智能体 / 人群&lt;/Text&gt;&#10;                &lt;/Box&gt;&#10;                &lt;Box style={{ width: 348, height: 48, background: '#FFFFFF', borderRadius: 6, justifyContent: 'center', padding: '0 14px' }}&gt;&#10;                    &lt;Text style={{ fontSize: 14, color: '#20344B' }}&gt;技能 / 大脑&lt;/Text&gt;&#10;                &lt;/Box&gt;&#10;            &lt;/Box&gt;&#10;&#10;            &lt;Box style={{ width: 44, height: 260, justifyContent: 'center', alignItems: 'center' }}&gt;&#10;                &lt;Text style={{ fontSize: 26, color: '#276FBF' }}&gt;›&lt;/Text&gt;&#10;            &lt;/Box&gt;&#10;&#10;            &lt;Box style={{ width: 236, height: 260, background: '#F7F3E8', borderRadius: 10, padding: 16, flexDirection: 'column', justifyContent: 'center', gap: 8 }}&gt;&#10;                &lt;Text style={{ fontSize: 17, fontWeight: 'bold', color: '#20344B' }}&gt;递归复制&lt;/Text&gt;&#10;                &lt;Text style={{ fontSize: 13, color: '#546779', lineHeight: 1.55 }}&gt;选入实验时，复制完整内容；此后各自独立&lt;/Text&gt;&#10;            &lt;/Box&gt;&#10;&#10;            &lt;Box style={{ width: 44, height: 260, justifyContent: 'center', alignItems: 'center' }}&gt;&#10;                &lt;Text style={{ fontSize: 26, color: '#26816B' }}&gt;›&lt;/Text&gt;&#10;            &lt;/Box&gt;&#10;&#10;            &lt;Box style={{ width: 380, height: 260, background: '#ECF7F2', borderRadius: 10, padding: 16, flexDirection: 'column', gap: 8 }}&gt;&#10;                &lt;Text style={{ fontSize: 15, fontWeight: 'bold', color: '#26816B' }}&gt;当前实验：实验独立副本&lt;/Text&gt;&#10;                &lt;Box style={{ width: 348, height: 48, background: '#FFFFFF', borderRadius: 6, justifyContent: 'center', padding: '0 14px' }}&gt;&#10;                    &lt;Text style={{ fontSize: 14, color: '#20344B' }}&gt;地图副本&lt;/Text&gt;&#10;                &lt;/Box&gt;&#10;                &lt;Box style={{ width: 348, height: 48, background: '#FFFFFF', borderRadius: 6, justifyContent: 'center', padding: '0 14px' }}&gt;&#10;                    &lt;Text style={{ fontSize: 14, color: '#20344B' }}&gt;人物副本&lt;/Text&gt;&#10;                &lt;/Box&gt;&#10;                &lt;Box style={{ width: 348, height: 48, background: '#FFFFFF', borderRadius: 6, justifyContent: 'center', padding: '0 14px' }}&gt;&#10;                    &lt;Text style={{ fontSize: 14, color: '#20344B' }}&gt;Skill 副本&lt;/Text&gt;&#10;                &lt;/Box&gt;&#10;            &lt;/Box&gt;&#10;&#10;        &lt;/Box&gt;&#10;&#10;        &lt;Box style={{ width: 1152, height: 76, background: '#FFF4E6', borderRadius: 10, flexDirection: 'row', alignItems: 'center', padding: '0 20px', gap: 16 }}&gt;&#10;            &lt;Box style={{ width: 4, height: 44, background: '#CB6B28' }} /&gt;&#10;            &lt;Box style={{ flex: 1, flexDirection: 'column', gap: 3 }}&gt;&#10;                &lt;Text style={{ fontSize: 16, fontWeight: 'bold', color: '#CB6B28' }}&gt;两边可以出现相同的资源名称&lt;/Text&gt;&#10;                &lt;Text style={{ fontSize: 14, color: '#546779' }}&gt;进入地图编辑器前，先用实验名称与范围提示确认自己在哪一侧；保存后从同一入口重开核对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04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先看清正在编辑哪一份内容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选入实验时复制，之后各改各的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选入实验时递归复制完整内容；从这一刻起两边各自独立，公共配置的修改不会自动同步。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933450" y="2276475"/>
            <a:ext cx="3619500" cy="247650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085850" y="2428875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基础配置：公共作者资源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1085850" y="2676525"/>
            <a:ext cx="33147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219200" y="28289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地图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1085850" y="3209925"/>
            <a:ext cx="33147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219200" y="33623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智能体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人群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1085850" y="3743325"/>
            <a:ext cx="33147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219200" y="38957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技能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大脑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4724400" y="33623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4972050" y="2276475"/>
            <a:ext cx="2247900" cy="2476500"/>
          </a:xfrm>
          <a:prstGeom prst="roundRect">
            <a:avLst>
              <a:gd name="adj" fmla="val 423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5124450" y="3143250"/>
            <a:ext cx="1943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递归复制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124450" y="3419475"/>
            <a:ext cx="19431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选入实验时，复制完整内容；此后各自独立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7391400" y="33623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7639050" y="2276475"/>
            <a:ext cx="3619500" cy="2476500"/>
          </a:xfrm>
          <a:prstGeom prst="roundRect">
            <a:avLst>
              <a:gd name="adj" fmla="val 384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7791450" y="2428875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当前实验：实验独立副本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7791450" y="2676525"/>
            <a:ext cx="33147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7924800" y="28289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地图副本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7791450" y="3209925"/>
            <a:ext cx="33147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924800" y="33623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人物副本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7791450" y="3743325"/>
            <a:ext cx="33147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7924800" y="38957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副本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609600" y="49625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800100" y="51149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990600" y="5133975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两边可以出现相同的资源名称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90600" y="5353050"/>
            <a:ext cx="1040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进入地图编辑器前，先用实验名称与范围提示确认自己在哪一侧；保存后从同一入口重开核对。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32" name="" descr="&lt;Slide notes={`首页侧栏把「实验」和「基础配置」分成两组。基础配置下面有地图、智能体、技能和模型；打开某个实验之后，侧栏变成「当前实验」，里面是实验概览、实验结果，以及这个实验自己的资源入口。&#10;&#10;实验页还会显示一行范围提示，写着「实验独立副本」。这行提示不是装饰，它告诉你现在动的是副本，不是公共材料。&#10;&#10;最容易踩的坑是同一个「地图」按钮。它有可能打开公共地图，也有可能打开当前实验里的地图。判断依据不是按钮上的字，而是页面所在的范围和实验名称。&#10;&#10;所以改之前先确认范围，保存以后从同一个入口重新打开，再核对一遍。这一节里的界面名称，都依据当前页面和前端源码，入口能看到不等于已经完成上传、保存或运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1　先看清正在编辑哪一份内容&lt;/Text&gt;&#10;            &lt;Text style={{ fontSize: 34, fontWeight: 'bold', color: '#20344B' }}&gt;侧栏把两组入口分开&lt;/Text&gt;&#10;        &lt;/Box&gt;&#10;    &lt;/Box&gt;&#10;&#10;    &lt;Box style={{ height: 540, flexDirection: 'row', alignItems: 'center', gap: 40 }}&gt;&#10;&#10;        &lt;Box style={{ width: 460, flexDirection: 'column', gap: 12 }}&gt;&#10;&#10;            &lt;Box style={{ width: 460, height: 40, background: '#276FBF', borderRadius: 8, flexDirection: 'row', alignItems: 'center', justifyContent: 'space-between', padding: '0 14px' }}&gt;&#10;                &lt;Text style={{ fontSize: 14, color: '#FFFFFF' }}&gt;作者工作台　·　侧栏&lt;/Text&gt;&#10;                &lt;Box style={{ width: 70, height: 20, background: '#FFFFFF', borderRadius: 6, justifyContent: 'center', alignItems: 'center' }}&gt;&#10;                    &lt;Text style={{ fontSize: 11, color: '#276FBF' }}&gt;示意&lt;/Text&gt;&#10;                &lt;/Box&gt;&#10;            &lt;/Box&gt;&#10;&#10;            &lt;Box style={{ width: 460, height: 300, flexDirection: 'row' }}&gt;&#10;&#10;                &lt;Box style={{ width: 152, height: 300, background: '#EDF4FC', borderRadius: 8, padding: 10, flexDirection: 'column', gap: 6 }}&gt;&#10;                    &lt;Text style={{ fontSize: 12, color: '#546779' }}&gt;实验&lt;/Text&gt;&#10;                    &lt;Box style={{ width: 132, height: 26, background: '#276FBF', borderRadius: 6, justifyContent: 'center', alignItems: 'center' }}&gt;&#10;                        &lt;Text style={{ fontSize: 12, color: '#FFFFFF' }}&gt;实验概览&lt;/Text&gt;&#10;                    &lt;/Box&gt;&#10;                    &lt;Box style={{ width: 132, height: 26, background: '#FFFFFF', borderRadius: 6, justifyContent: 'center', alignItems: 'center' }}&gt;&#10;                        &lt;Text style={{ fontSize: 12, color: '#546779' }}&gt;实验结果&lt;/Text&gt;&#10;                    &lt;/Box&gt;&#10;                    &lt;Text style={{ fontSize: 12, color: '#546779', marginTop: 2 }}&gt;基础配置&lt;/Text&gt;&#10;                    &lt;Box style={{ width: 132, height: 26, background: '#FFFFFF', borderRadius: 6, justifyContent: 'center', alignItems: 'center' }}&gt;&#10;                        &lt;Text style={{ fontSize: 12, color: '#546779' }}&gt;地图&lt;/Text&gt;&#10;                    &lt;/Box&gt;&#10;                    &lt;Box style={{ width: 132, height: 26, background: '#FFFFFF', borderRadius: 6, justifyContent: 'center', alignItems: 'center' }}&gt;&#10;                        &lt;Text style={{ fontSize: 12, color: '#546779' }}&gt;智能体&lt;/Text&gt;&#10;                    &lt;/Box&gt;&#10;                    &lt;Box style={{ width: 132, height: 26, background: '#FFFFFF', borderRadius: 6, justifyContent: 'center', alignItems: 'center' }}&gt;&#10;                        &lt;Text style={{ fontSize: 12, color: '#546779' }}&gt;技能&lt;/Text&gt;&#10;                    &lt;/Box&gt;&#10;                    &lt;Box style={{ width: 132, height: 26, background: '#FFFFFF', borderRadius: 6, justifyContent: 'center', alignItems: 'center' }}&gt;&#10;                        &lt;Text style={{ fontSize: 12, color: '#546779' }}&gt;模型&lt;/Text&gt;&#10;                    &lt;/Box&gt;&#10;                &lt;/Box&gt;&#10;&#10;                &lt;Box style={{ width: 308, height: 300, background: '#F4F7FA', borderRadius: 8, padding: 12, flexDirection: 'column', gap: 8 }}&gt;&#10;                    &lt;Text style={{ fontSize: 14, fontWeight: 'bold', color: '#20344B' }}&gt;地图编辑器&lt;/Text&gt;&#10;                    &lt;Box style={{ width: 284, height: 40, background: '#FFFFFF', borderRadius: 6, flexDirection: 'row', alignItems: 'center', padding: '0 12px', gap: 10 }}&gt;&#10;                        &lt;Box style={{ width: 62 }}&gt;&lt;Text style={{ fontSize: 12, color: '#546779' }}&gt;资源名称&lt;/Text&gt;&lt;/Box&gt;&#10;                        &lt;Box style={{ flex: 1 }}&gt;&lt;Text style={{ fontSize: 12, color: '#20344B' }}&gt;青禾学习中心&lt;/Text&gt;&lt;/Box&gt;&#10;                    &lt;/Box&gt;&#10;                    &lt;Box style={{ width: 284, height: 40, background: '#FFF4E6', borderRadius: 6, flexDirection: 'row', alignItems: 'center', padding: '0 12px', gap: 10 }}&gt;&#10;                        &lt;Box style={{ width: 62 }}&gt;&lt;Text style={{ fontSize: 12, color: '#CB6B28' }}&gt;范围&lt;/Text&gt;&lt;/Box&gt;&#10;                        &lt;Box style={{ flex: 1 }}&gt;&lt;Text style={{ fontSize: 12, color: '#CB6B28' }}&gt;实验独立副本&lt;/Text&gt;&lt;/Box&gt;&#10;                    &lt;/Box&gt;&#10;                    &lt;Box style={{ width: 284, height: 40, background: '#FFFFFF', borderRadius: 6, flexDirection: 'row', alignItems: 'center', padding: '0 12px', gap: 10 }}&gt;&#10;                        &lt;Box style={{ width: 62 }}&gt;&lt;Text style={{ fontSize: 12, color: '#546779' }}&gt;素材&lt;/Text&gt;&lt;/Box&gt;&#10;                        &lt;Box style={{ flex: 1 }}&gt;&lt;Text style={{ fontSize: 12, color: '#20344B' }}&gt;背景与物件&lt;/Text&gt;&lt;/Box&gt;&#10;                    &lt;/Box&gt;&#10;                &lt;/Box&gt;&#10;&#10;            &lt;/Box&gt;&#10;&#10;            &lt;Text style={{ fontSize: 13, color: '#546779', lineHeight: 1.5 }}&gt;界面名称依据当前页面与前端源码；入口的只读观察不等于已经完成新案例的上传、保存或运行。&lt;/Text&gt;&#10;&#10;        &lt;/Box&gt;&#10;&#10;        &lt;Box style={{ width: 652, flexDirection: 'column', gap: 16 }}&gt;&#10;&#10;            &lt;Box style={{ height: 152, background: '#F4F7FA', borderRadius: 10, flexDirection: 'row', alignItems: 'center', padding: '0 18px', gap: 16 }}&gt;&#10;                &lt;Box style={{ width: 4, height: 76, background: '#276FBF' }} /&gt;&#10;                &lt;Box style={{ flex: 1, flexDirection: 'column', gap: 6 }}&gt;&#10;                    &lt;Text style={{ fontSize: 19, fontWeight: 'bold', color: '#20344B' }}&gt;首页侧栏把两组入口分开&lt;/Text&gt;&#10;                    &lt;Text style={{ fontSize: 15, color: '#546779', lineHeight: 1.6 }}&gt;基础配置下有「地图」「智能体」「技能」「模型」；打开某个实验后，侧栏变为「当前实验」，包含「实验概览」「实验结果」以及实验自己的资源入口。&lt;/Text&gt;&#10;                &lt;/Box&gt;&#10;            &lt;/Box&gt;&#10;&#10;            &lt;Box style={{ height: 152, background: '#F4F7FA', borderRadius: 10, flexDirection: 'row', alignItems: 'center', padding: '0 18px', gap: 16 }}&gt;&#10;                &lt;Box style={{ width: 4, height: 76, background: '#26816B' }} /&gt;&#10;                &lt;Box style={{ flex: 1, flexDirection: 'column', gap: 6 }}&gt;&#10;                    &lt;Text style={{ fontSize: 19, fontWeight: 'bold', color: '#20344B' }}&gt;实验页会显示范围提示&lt;/Text&gt;&#10;                    &lt;Text style={{ fontSize: 15, color: '#546779', lineHeight: 1.6 }}&gt;页面显示「实验独立副本」的范围提示，提醒你正在改的是副本，而不是公共材料。&lt;/Text&gt;&#10;                &lt;/Box&gt;&#10;            &lt;/Box&gt;&#10;&#10;            &lt;Box style={{ height: 152, background: '#FFF4E6', borderRadius: 10, flexDirection: 'row', alignItems: 'center', padding: '0 18px', gap: 16 }}&gt;&#10;                &lt;Box style={{ width: 4, height: 76, background: '#CB6B28' }} /&gt;&#10;                &lt;Box style={{ flex: 1, flexDirection: 'column', gap: 6 }}&gt;&#10;                    &lt;Text style={{ fontSize: 19, fontWeight: 'bold', color: '#CB6B28' }}&gt;同一个「地图」按钮，两种落点&lt;/Text&gt;&#10;                    &lt;Text style={{ fontSize: 15, color: '#546779', lineHeight: 1.6 }}&gt;判断依据是页面所在范围和实验名称，不能只看按钮文字。修改前先确认范围，保存后再从同一入口重开核对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05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先看清正在编辑哪一份内容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侧栏把两组入口分开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609600" y="1762125"/>
            <a:ext cx="43815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42950" y="1876425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作者工作台　·　侧栏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4191000" y="1857375"/>
            <a:ext cx="66675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4419600" y="188595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76FB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609600" y="2257425"/>
            <a:ext cx="1447800" cy="2857500"/>
          </a:xfrm>
          <a:prstGeom prst="roundRect">
            <a:avLst>
              <a:gd name="adj" fmla="val 52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704850" y="235267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实验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704850" y="2552700"/>
            <a:ext cx="125730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1104900" y="26098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实验概览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704850" y="2857500"/>
            <a:ext cx="12573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104900" y="29146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实验结果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04850" y="3181350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基础配置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704850" y="3381375"/>
            <a:ext cx="12573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1219200" y="34385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地图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704850" y="3686175"/>
            <a:ext cx="12573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62050" y="3743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704850" y="3990975"/>
            <a:ext cx="12573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1219200" y="40481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技能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704850" y="4295775"/>
            <a:ext cx="12573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219200" y="43529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2057400" y="2257425"/>
            <a:ext cx="2933700" cy="285750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2171700" y="237172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地图编辑器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2171700" y="2609850"/>
            <a:ext cx="27051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2286000" y="27336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资源名称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2971800" y="2733675"/>
            <a:ext cx="1790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0344B"/>
                </a:solidFill>
                <a:latin typeface="Microsoft YaHei"/>
                <a:ea typeface="Microsoft YaHei"/>
              </a:rPr>
              <a:t>青禾学习中心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2171700" y="3067050"/>
            <a:ext cx="2705100" cy="381000"/>
          </a:xfrm>
          <a:prstGeom prst="roundRect">
            <a:avLst>
              <a:gd name="adj" fmla="val 1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2286000" y="31908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B6B28"/>
                </a:solidFill>
                <a:latin typeface="Microsoft YaHei"/>
                <a:ea typeface="Microsoft YaHei"/>
              </a:rPr>
              <a:t>范围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2971800" y="3190875"/>
            <a:ext cx="1790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B6B28"/>
                </a:solidFill>
                <a:latin typeface="Microsoft YaHei"/>
                <a:ea typeface="Microsoft YaHei"/>
              </a:rPr>
              <a:t>实验独立副本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2171700" y="3524250"/>
            <a:ext cx="27051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2286000" y="36480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素材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2971800" y="3648075"/>
            <a:ext cx="1790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0344B"/>
                </a:solidFill>
                <a:latin typeface="Microsoft YaHei"/>
                <a:ea typeface="Microsoft YaHei"/>
              </a:rPr>
              <a:t>背景与物件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609600" y="5229225"/>
            <a:ext cx="43815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界面名称依据当前页面与前端源码；入口的只读观察不等于已经完成新案例的上传、保存或运行。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5372100" y="1390650"/>
            <a:ext cx="6210300" cy="1447800"/>
          </a:xfrm>
          <a:prstGeom prst="roundRect">
            <a:avLst>
              <a:gd name="adj" fmla="val 657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5543550" y="1752600"/>
            <a:ext cx="38100" cy="723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734050" y="1704975"/>
            <a:ext cx="567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首页侧栏把两组入口分开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5734050" y="1981200"/>
            <a:ext cx="5676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基础配置下有「地图」「智能体」「技能」「模型」；打开某个实验后，侧栏变为「当前实验」，包含「实验概览」「实验结果」以及实验自己的资源入口。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5372100" y="2990850"/>
            <a:ext cx="6210300" cy="1447800"/>
          </a:xfrm>
          <a:prstGeom prst="roundRect">
            <a:avLst>
              <a:gd name="adj" fmla="val 657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5543550" y="3352800"/>
            <a:ext cx="38100" cy="7239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5734050" y="3438525"/>
            <a:ext cx="567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实验页会显示范围提示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5734050" y="3714750"/>
            <a:ext cx="5676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页面显示「实验独立副本」的范围提示，提醒你正在改的是副本，而不是公共材料。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5372100" y="4591050"/>
            <a:ext cx="6210300" cy="1447800"/>
          </a:xfrm>
          <a:prstGeom prst="roundRect">
            <a:avLst>
              <a:gd name="adj" fmla="val 657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5543550" y="4953000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5734050" y="4905375"/>
            <a:ext cx="567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同一个「地图」按钮，两种落点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5734050" y="5181600"/>
            <a:ext cx="5676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判断依据是页面所在范围和实验名称，不能只看按钮文字。修改前先确认范围，保存后再从同一入口重开核对。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82" name="" descr="&lt;Slide notes={`有三个地方只看名字会认错，我一个个说。&#10;&#10;第一个是「地图」按钮。同一个按钮文字，可能打开公共地图，也可能打开当前实验里的地图。判断依据是页面所在的范围和实验名称，不能只看按钮上的字；改完保存之后，从同一个入口重新打开，才能确认改对了地方。&#10;&#10;第二个和第三个是「人群」和「大脑」。它们并不是另外两个一级菜单。进入「智能体」以后可以切换「智能体／人群」，进入「技能」以后可以切换「技能／大脑」。这种分组有它的道理：人群组织人物，大脑本身也是一种 Skill。&#10;&#10;最后提醒一句，不要根据旧截图去找已经变动的导航位置，界面对不上是常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1　先看清正在编辑哪一份内容&lt;/Text&gt;&#10;            &lt;Text style={{ fontSize: 34, fontWeight: 'bold', color: '#20344B' }}&gt;三个只看名字会认错的地方&lt;/Text&gt;&#10;        &lt;/Box&gt;&#10;    &lt;/Box&gt;&#10;&#10;    &lt;Box style={{ height: 540, flexDirection: 'row', alignItems: 'center', gap: 44 }}&gt;&#10;&#10;        &lt;Box style={{ width: 300, flexDirection: 'column', justifyContent: 'center', gap: 16 }}&gt;&#10;            &lt;Text style={{ fontSize: 25, fontWeight: 'bold', color: '#276FBF', lineHeight: 1.45 }}&gt;按钮文字和页签名称都会重复出现&lt;/Text&gt;&#10;            &lt;Box style={{ width: 56, height: 3, background: '#26816B' }} /&gt;&#10;            &lt;Text style={{ fontSize: 17, color: '#546779', lineHeight: 1.75 }}&gt;它们指向的资源并不一样。看清分组关系，比记住位置更可靠。&lt;/Text&gt;&#10;            &lt;Box style={{ flexDirection: 'row', alignItems: 'center', gap: 10, marginTop: 4 }}&gt;&#10;                &lt;Box style={{ width: 3, height: 34, background: '#CB6B28' }} /&gt;&#10;                &lt;Text style={{ fontSize: 14, color: '#CB6B28', lineHeight: 1.5 }}&gt;不要根据旧截图寻找已经变动的导航位置&lt;/Text&gt;&#10;            &lt;/Box&gt;&#10;        &lt;/Box&gt;&#10;&#10;        &lt;Box style={{ width: 808, flexDirection: 'column', gap: 16 }}&gt;&#10;&#10;            &lt;Box style={{ height: 150, background: '#F4F7FA', borderRadius: 10, padding: '16px 20px', flexDirection: 'column', gap: 8 }}&gt;&#10;                &lt;Text style={{ fontSize: 19, fontWeight: 'bold', color: '#276FBF' }}&gt;看到「地图」，不能只看这两个字&lt;/Text&gt;&#10;                &lt;Text style={{ fontSize: 15, color: '#546779', lineHeight: 1.6 }}&gt;同一个「地图」按钮可能打开公共地图，也可能打开当前实验内的地图；判断依据是页面所在范围与实验名称。&lt;/Text&gt;&#10;            &lt;/Box&gt;&#10;&#10;            &lt;Box style={{ height: 150, background: '#FFF4E6', borderRadius: 10, padding: '16px 20px', flexDirection: 'column', gap: 8 }}&gt;&#10;                &lt;Text style={{ fontSize: 19, fontWeight: 'bold', color: '#CB6B28' }}&gt;「人群」不是第四个一级菜单&lt;/Text&gt;&#10;                &lt;Text style={{ fontSize: 15, color: '#546779', lineHeight: 1.6 }}&gt;进入「智能体」之后，才可以在「智能体／人群」之间切换；人群把这四个人组织成一次选择集。&lt;/Text&gt;&#10;            &lt;/Box&gt;&#10;&#10;            &lt;Box style={{ height: 150, background: '#FFF4E6', borderRadius: 10, padding: '16px 20px', flexDirection: 'column', gap: 8 }}&gt;&#10;                &lt;Text style={{ fontSize: 19, fontWeight: 'bold', color: '#CB6B28' }}&gt;「大脑」也不是一级菜单&lt;/Text&gt;&#10;                &lt;Text style={{ fontSize: 15, color: '#546779', lineHeight: 1.6 }}&gt;进入「技能」之后，才可以在「技能／大脑」之间切换；大脑本身也是一种 Skill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06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先看清正在编辑哪一份内容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三个只看名字会认错的地方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09600" y="2533650"/>
            <a:ext cx="2857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按钮文字和页签名称都会重复出现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09600" y="351472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09600" y="3695700"/>
            <a:ext cx="2857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它们指向的资源并不一样。看清分组关系，比记住位置更可靠。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09600" y="4572000"/>
            <a:ext cx="28575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733425" y="4610100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不要根据旧截图寻找已经变动的导航位置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3886200" y="1419225"/>
            <a:ext cx="76962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4076700" y="1571625"/>
            <a:ext cx="7315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看到「地图」，不能只看这两个字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4076700" y="1866900"/>
            <a:ext cx="7315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同一个「地图」按钮可能打开公共地图，也可能打开当前实验内的地图；判断依据是页面所在范围与实验名称。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3886200" y="3000375"/>
            <a:ext cx="76962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4076700" y="3152775"/>
            <a:ext cx="7315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「人群」不是第四个一级菜单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4076700" y="3448050"/>
            <a:ext cx="7315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进入「智能体」之后，才可以在「智能体／人群」之间切换；人群把这四个人组织成一次选择集。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3886200" y="4581525"/>
            <a:ext cx="76962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4076700" y="4733925"/>
            <a:ext cx="7315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「大脑」也不是一级菜单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4076700" y="5029200"/>
            <a:ext cx="7315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进入「技能」之后，才可以在「技能／大脑」之间切换；大脑本身也是一种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03" name="" descr="&lt;Slide notes={`系统的作者资源有七项：Map 描述场地，图像与 Spatial Asset 提供背景和物件外观，Agent 是人物，Crowd 把人物组织成一次选择集，Skill 和 Brain 描述方法与决策，Model Preset 是聊天和 Embedding 的服务配置，Evaluator 负责业务评价。&#10;&#10;这里要建立一条纪律：能保存一份资源，不等于运行链已经用上了它。&#10;&#10;有两项尤其容易被看成已经生效。Embedding 配置保存成功，不证明这次记忆检索已经用了向量；Evaluator 能作为资源复制，也不证明运行时已经调用它。&#10;&#10;后面还要继续检查实际消费的位置和质量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Text style={{ fontSize: 15, color: '#546779' }}&gt;3.2.2　认识资源，不把源码合同当作已完成操作&lt;/Text&gt;&#10;    &lt;/Box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2&lt;/Text&gt;&#10;            &lt;/Box&gt;&#10;            &lt;Text style={{ fontSize: 16, color: '#546779' }}&gt;3.2.2&lt;/Text&gt;&#10;        &lt;/Box&gt;&#10;&#10;        &lt;Text style={{ fontSize: 56, fontWeight: 'bold', color: '#20344B', lineHeight: 1.15 }}&gt;认识资源，也认清边界&lt;/Text&gt;&#10;&#10;        &lt;Box style={{ width: 640, height: 4, background: '#276FBF' }} /&gt;&#10;&#10;        &lt;Text style={{ fontSize: 19, color: '#546779', lineHeight: 1.7 }}&gt;能作为资源保存，不等于运行链已经用上。&lt;/Text&gt;&#10;&#10;        &lt;Box style={{ flexDirection: 'row', gap: 16, marginTop: 6 }}&gt;&#10;            &lt;Box style={{ width: 268, height: 56, background: '#EDF4FC', borderRadius: 8, justifyContent: 'center', alignItems: 'center' }}&gt;&#10;                &lt;Text style={{ fontSize: 15, color: '#276FBF' }}&gt;Map&lt;/Text&gt;&#10;            &lt;/Box&gt;&#10;            &lt;Box style={{ width: 268, height: 56, background: '#EDF4FC', borderRadius: 8, justifyContent: 'center', alignItems: 'center' }}&gt;&#10;                &lt;Text style={{ fontSize: 15, color: '#276FBF' }}&gt;图像与 Spatial Asset&lt;/Text&gt;&#10;            &lt;/Box&gt;&#10;            &lt;Box style={{ width: 268, height: 56, background: '#EDF4FC', borderRadius: 8, justifyContent: 'center', alignItems: 'center' }}&gt;&#10;                &lt;Text style={{ fontSize: 15, color: '#276FBF' }}&gt;Agent&lt;/Text&gt;&#10;            &lt;/Box&gt;&#10;            &lt;Box style={{ width: 268, height: 56, background: '#EDF4FC', borderRadius: 8, justifyContent: 'center', alignItems: 'center' }}&gt;&#10;                &lt;Text style={{ fontSize: 15, color: '#276FBF' }}&gt;Crowd&lt;/Text&gt;&#10;            &lt;/Box&gt;&#10;        &lt;/Box&gt;&#10;&#10;        &lt;Box style={{ flexDirection: 'row', gap: 16 }}&gt;&#10;            &lt;Box style={{ width: 268, height: 56, background: '#EDF4FC', borderRadius: 8, justifyContent: 'center', alignItems: 'center' }}&gt;&#10;                &lt;Text style={{ fontSize: 15, color: '#276FBF' }}&gt;Skill 与 Brain&lt;/Text&gt;&#10;            &lt;/Box&gt;&#10;            &lt;Box style={{ width: 268, height: 56, background: '#EDF4FC', borderRadius: 8, justifyContent: 'center', alignItems: 'center' }}&gt;&#10;                &lt;Text style={{ fontSize: 15, color: '#276FBF' }}&gt;Model Preset&lt;/Text&gt;&#10;            &lt;/Box&gt;&#10;            &lt;Box style={{ width: 268, height: 56, background: '#FFF4E6', borderRadius: 8, justifyContent: 'center', alignItems: 'center' }}&gt;&#10;                &lt;Text style={{ fontSize: 15, color: '#CB6B28' }}&gt;Evaluator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07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38200" y="581025"/>
            <a:ext cx="3038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3.2.2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认识资源，不把源码合同当作已完成操作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09600" y="18859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14375" y="19907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295400" y="205740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3.2.2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认识资源，也认清边界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609600" y="35052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09600" y="37147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能作为资源保存，不等于运行链已经用上。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09600" y="4314825"/>
            <a:ext cx="25527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1733550" y="4495800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Map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3314700" y="4314825"/>
            <a:ext cx="25527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3924300" y="4495800"/>
            <a:ext cx="1343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图像与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Spatial Asset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6019800" y="4314825"/>
            <a:ext cx="25527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7086600" y="449580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8724900" y="4314825"/>
            <a:ext cx="25527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9782175" y="4495800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Crowd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609600" y="5019675"/>
            <a:ext cx="25527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1457325" y="52006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3314700" y="5019675"/>
            <a:ext cx="25527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4143375" y="5200650"/>
            <a:ext cx="904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Model Preset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019800" y="5019675"/>
            <a:ext cx="25527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981825" y="5200650"/>
            <a:ext cx="638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Evaluator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29" name="" descr="&lt;Slide notes={`这七类作者资源，每一类都要找到可以核对的入口。&#10;&#10;Map 是本案例的场地，管图像、四层语义和通路。图像和 Spatial Asset 提供背景、物件外观和可复用空间内容，入口是当前地图编辑器的「素材」。&#10;&#10;Agent 是四位人物，在「智能体」页新建和直接编辑。Crowd 把四人组织成一次选择集，入口在「智能体 → 人群」。Skill 和 Brain 管理子任务方法、对象行为和决策。Model Preset 是聊天和 Embedding 的服务配置。&#10;&#10;最后一项特别说明：Evaluator 在后端有资源和入包合同，但当前导航没有专门的编辑页，所以不虚构点击流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2　认识资源，不把源码合同当作已完成操作&lt;/Text&gt;&#10;            &lt;Text style={{ fontSize: 34, fontWeight: 'bold', color: '#20344B' }}&gt;七类作者资源，各自核对什么&lt;/Text&gt;&#10;        &lt;/Box&gt;&#10;    &lt;/Box&gt;&#10;&#10;    &lt;Box style={{ height: 540, flexDirection: 'column', justifyContent: 'center', gap: 8 }}&gt;&#10;&#10;        &lt;Box style={{ height: 28, flexDirection: 'row', alignItems: 'center', padding: '0 14px', gap: 14 }}&gt;&#10;            &lt;Box style={{ width: 4 }} /&gt;&#10;            &lt;Box style={{ width: 168 }}&gt;&lt;Text style={{ fontSize: 13, color: '#546779' }}&gt;资源&lt;/Text&gt;&lt;/Box&gt;&#10;            &lt;Box style={{ flex: 1 }}&gt;&lt;Text style={{ fontSize: 13, color: '#546779' }}&gt;本案例的用途&lt;/Text&gt;&lt;/Box&gt;&#10;            &lt;Box style={{ flex: 1 }}&gt;&lt;Text style={{ fontSize: 13, color: '#546779' }}&gt;可核对的入口或边界&lt;/Text&gt;&lt;/Box&gt;&#10;        &lt;/Box&gt;&#10;&#10;        &lt;Box style={{ height: 64, background: '#F4F7FA', borderRadius: 8, flexDirection: 'row', alignItems: 'center', padding: '0 14px', gap: 14 }}&gt;&#10;            &lt;Box style={{ width: 4, height: 38, background: '#276FBF' }} /&gt;&#10;            &lt;Box style={{ width: 168 }}&gt;&lt;Text style={{ fontSize: 16, fontWeight: 'bold', color: '#20344B' }}&gt;Map&lt;/Text&gt;&lt;/Box&gt;&#10;            &lt;Box style={{ flex: 1 }}&gt;&lt;Text style={{ fontSize: 14, color: '#546779', lineHeight: 1.45 }}&gt;学习中心的图像、四层语义与通路&lt;/Text&gt;&lt;/Box&gt;&#10;            &lt;Box style={{ flex: 1 }}&gt;&lt;Text style={{ fontSize: 14, color: '#546779', lineHeight: 1.45 }}&gt;基础配置「地图」，新建或打开地图&lt;/Text&gt;&lt;/Box&gt;&#10;        &lt;/Box&gt;&#10;&#10;        &lt;Box style={{ height: 64, background: '#F4F7FA', borderRadius: 8, flexDirection: 'row', alignItems: 'center', padding: '0 14px', gap: 14 }}&gt;&#10;            &lt;Box style={{ width: 4, height: 38, background: '#276FBF' }} /&gt;&#10;            &lt;Box style={{ width: 168 }}&gt;&lt;Text style={{ fontSize: 16, fontWeight: 'bold', color: '#20344B' }}&gt;图像与 Spatial Asset&lt;/Text&gt;&lt;/Box&gt;&#10;            &lt;Box style={{ flex: 1 }}&gt;&lt;Text style={{ fontSize: 14, color: '#546779', lineHeight: 1.45 }}&gt;背景、物件外观和可复用的空间内容&lt;/Text&gt;&lt;/Box&gt;&#10;            &lt;Box style={{ flex: 1 }}&gt;&lt;Text style={{ fontSize: 14, color: '#546779', lineHeight: 1.45 }}&gt;当前地图编辑器「素材」可导入原图、创建切片&lt;/Text&gt;&lt;/Box&gt;&#10;        &lt;/Box&gt;&#10;&#10;        &lt;Box style={{ height: 64, background: '#F4F7FA', borderRadius: 8, flexDirection: 'row', alignItems: 'center', padding: '0 14px', gap: 14 }}&gt;&#10;            &lt;Box style={{ width: 4, height: 38, background: '#276FBF' }} /&gt;&#10;            &lt;Box style={{ width: 168 }}&gt;&lt;Text style={{ fontSize: 16, fontWeight: 'bold', color: '#20344B' }}&gt;Agent&lt;/Text&gt;&lt;/Box&gt;&#10;            &lt;Box style={{ flex: 1 }}&gt;&lt;Text style={{ fontSize: 14, color: '#546779', lineHeight: 1.45 }}&gt;林岚、周宁、陈晨、许安&lt;/Text&gt;&lt;/Box&gt;&#10;            &lt;Box style={{ flex: 1 }}&gt;&lt;Text style={{ fontSize: 14, color: '#546779', lineHeight: 1.45 }}&gt;「智能体」页新建和直接编辑&lt;/Text&gt;&lt;/Box&gt;&#10;        &lt;/Box&gt;&#10;&#10;        &lt;Box style={{ height: 64, background: '#F4F7FA', borderRadius: 8, flexDirection: 'row', alignItems: 'center', padding: '0 14px', gap: 14 }}&gt;&#10;            &lt;Box style={{ width: 4, height: 38, background: '#276FBF' }} /&gt;&#10;            &lt;Box style={{ width: 168 }}&gt;&lt;Text style={{ fontSize: 16, fontWeight: 'bold', color: '#20344B' }}&gt;Crowd&lt;/Text&gt;&lt;/Box&gt;&#10;            &lt;Box style={{ flex: 1 }}&gt;&lt;Text style={{ fontSize: 14, color: '#546779', lineHeight: 1.45 }}&gt;将这四人组织为一次选择集&lt;/Text&gt;&lt;/Box&gt;&#10;            &lt;Box style={{ flex: 1 }}&gt;&lt;Text style={{ fontSize: 14, color: '#546779', lineHeight: 1.45 }}&gt;「智能体 → 人群」，用 Agent 管理选择成员&lt;/Text&gt;&lt;/Box&gt;&#10;        &lt;/Box&gt;&#10;&#10;        &lt;Box style={{ height: 64, background: '#F4F7FA', borderRadius: 8, flexDirection: 'row', alignItems: 'center', padding: '0 14px', gap: 14 }}&gt;&#10;            &lt;Box style={{ width: 4, height: 38, background: '#276FBF' }} /&gt;&#10;            &lt;Box style={{ width: 168 }}&gt;&lt;Text style={{ fontSize: 16, fontWeight: 'bold', color: '#20344B' }}&gt;Skill 与 Brain&lt;/Text&gt;&lt;/Box&gt;&#10;            &lt;Box style={{ flex: 1 }}&gt;&lt;Text style={{ fontSize: 14, color: '#546779', lineHeight: 1.45 }}&gt;子任务方法、对象行为和人物决策&lt;/Text&gt;&lt;/Box&gt;&#10;            &lt;Box style={{ flex: 1 }}&gt;&lt;Text style={{ fontSize: 14, color: '#546779', lineHeight: 1.45 }}&gt;「技能／大脑」页签，行为编写在下一节之后&lt;/Text&gt;&lt;/Box&gt;&#10;        &lt;/Box&gt;&#10;&#10;        &lt;Box style={{ height: 64, background: '#F4F7FA', borderRadius: 8, flexDirection: 'row', alignItems: 'center', padding: '0 14px', gap: 14 }}&gt;&#10;            &lt;Box style={{ width: 4, height: 38, background: '#276FBF' }} /&gt;&#10;            &lt;Box style={{ width: 168 }}&gt;&lt;Text style={{ fontSize: 16, fontWeight: 'bold', color: '#20344B' }}&gt;Model Preset&lt;/Text&gt;&lt;/Box&gt;&#10;            &lt;Box style={{ flex: 1 }}&gt;&lt;Text style={{ fontSize: 14, color: '#546779', lineHeight: 1.45 }}&gt;聊天与 Embedding 服务配置&lt;/Text&gt;&lt;/Box&gt;&#10;            &lt;Box style={{ flex: 1 }}&gt;&lt;Text style={{ fontSize: 14, color: '#546779', lineHeight: 1.45 }}&gt;基础配置「模型」&lt;/Text&gt;&lt;/Box&gt;&#10;        &lt;/Box&gt;&#10;&#10;        &lt;Box style={{ height: 64, background: '#FFF4E6', borderRadius: 8, flexDirection: 'row', alignItems: 'center', padding: '0 14px', gap: 14 }}&gt;&#10;            &lt;Box style={{ width: 4, height: 38, background: '#CB6B28' }} /&gt;&#10;            &lt;Box style={{ width: 168 }}&gt;&lt;Text style={{ fontSize: 16, fontWeight: 'bold', color: '#CB6B28' }}&gt;Evaluator&lt;/Text&gt;&lt;/Box&gt;&#10;            &lt;Box style={{ flex: 1 }}&gt;&lt;Text style={{ fontSize: 14, color: '#546779', lineHeight: 1.45 }}&gt;业务评价配置&lt;/Text&gt;&lt;/Box&gt;&#10;            &lt;Box style={{ flex: 1 }}&gt;&lt;Text style={{ fontSize: 14, color: '#CB6B28', lineHeight: 1.45 }}&gt;当前导航没有专门的编辑页，不虚构点击流程&lt;/Text&gt;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08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认识资源，不把源码合同当作已完成操作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七类作者资源，各自核对什么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914400" y="1238250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资源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2647950" y="1238250"/>
            <a:ext cx="433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本案例的用途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7115175" y="1238250"/>
            <a:ext cx="433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可核对的入口或边界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609600" y="1524000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8" name=""/>
          <p:cNvSpPr/>
          <p:nvPr/>
        </p:nvSpPr>
        <p:spPr>
          <a:xfrm rot="0" flipH="0" flipV="0">
            <a:off x="742950" y="1647825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914400" y="17335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Map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2647950" y="17145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学习中心的图像、四层语义与通路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7115175" y="17145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基础配置「地图」，新建或打开地图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609600" y="2209800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3" name=""/>
          <p:cNvSpPr/>
          <p:nvPr/>
        </p:nvSpPr>
        <p:spPr>
          <a:xfrm rot="0" flipH="0" flipV="0">
            <a:off x="742950" y="2333625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914400" y="24193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图像与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Spatial Asset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2647950" y="24003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背景、物件外观和可复用的空间内容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7115175" y="24003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当前地图编辑器「素材」可导入原图、创建切片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609600" y="2895600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8" name=""/>
          <p:cNvSpPr/>
          <p:nvPr/>
        </p:nvSpPr>
        <p:spPr>
          <a:xfrm rot="0" flipH="0" flipV="0">
            <a:off x="742950" y="3019425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914400" y="31051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2647950" y="30861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林岚、周宁、陈晨、许安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7115175" y="30861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「智能体」页新建和直接编辑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09600" y="3581400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3" name=""/>
          <p:cNvSpPr/>
          <p:nvPr/>
        </p:nvSpPr>
        <p:spPr>
          <a:xfrm rot="0" flipH="0" flipV="0">
            <a:off x="742950" y="3705225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914400" y="37909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Crowd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2647950" y="37719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将这四人组织为一次选择集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7115175" y="37719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「智能体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人群」，用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管理选择成员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609600" y="4267200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8" name=""/>
          <p:cNvSpPr/>
          <p:nvPr/>
        </p:nvSpPr>
        <p:spPr>
          <a:xfrm rot="0" flipH="0" flipV="0">
            <a:off x="742950" y="4391025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914400" y="44767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2647950" y="44577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子任务方法、对象行为和人物决策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7115175" y="44577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「技能／大脑」页签，行为编写在下一节之后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09600" y="4953000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3" name=""/>
          <p:cNvSpPr/>
          <p:nvPr/>
        </p:nvSpPr>
        <p:spPr>
          <a:xfrm rot="0" flipH="0" flipV="0">
            <a:off x="742950" y="5076825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914400" y="51625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Model Preset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2647950" y="51435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聊天与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Embedding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服务配置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7115175" y="51435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基础配置「模型」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609600" y="5638800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68" name=""/>
          <p:cNvSpPr/>
          <p:nvPr/>
        </p:nvSpPr>
        <p:spPr>
          <a:xfrm rot="0" flipH="0" flipV="0">
            <a:off x="742950" y="5762625"/>
            <a:ext cx="38100" cy="3619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914400" y="58483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Evaluator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2647950" y="58293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业务评价配置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7115175" y="5829300"/>
            <a:ext cx="43338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当前导航没有专门的编辑页，不虚构点击流程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74" name="" descr="&lt;Slide notes={`这里有两项能力特别容易看错。&#10;&#10;第一项是 Embedding。你可以把 Embedding 配置保存下来，表单也会告诉你保存成功。但这不证明这一次记忆检索已经用了向量。配置在那儿，和运行时真的走这条路，是两件事。&#10;&#10;第二项是 Evaluator。它可以作为一种资源被复制、被带进包里，但复制成功不证明运行链已经调用它。&#10;&#10;要特别小心「配置存在」和「实际生效」这两种说法。写笔记、写结论的时候，应该分开记录：资源准备好了是一件事，运行时用没用到是另一件事。&#10;&#10;第三章后面的内容会分别去查实际消费的位置和质量结果，先把这条区分记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2　认识资源，不把源码合同当作已完成操作&lt;/Text&gt;&#10;            &lt;Text style={{ fontSize: 34, fontWeight: 'bold', color: '#20344B' }}&gt;两处最容易误解的能力&lt;/Text&gt;&#10;        &lt;/Box&gt;&#10;    &lt;/Box&gt;&#10;&#10;    &lt;Box style={{ height: 540, flexDirection: 'column', justifyContent: 'center', gap: 20 }}&gt;&#10;&#10;        &lt;Text style={{ fontSize: 17, color: '#546779', lineHeight: 1.6 }}&gt;能保存配置，不等于这次运行已经用到它。两件事要分开记录、分开核对。&lt;/Text&gt;&#10;&#10;        &lt;Box style={{ flexDirection: 'row', gap: 48 }}&gt;&#10;&#10;            &lt;Box style={{ width: 552, height: 250, background: '#F4F7FA', borderRadius: 10, padding: 20, flexDirection: 'column', gap: 10 }}&gt;&#10;                &lt;Text style={{ fontSize: 15, fontWeight: 'bold', color: '#276FBF' }}&gt;Embedding　服务配置&lt;/Text&gt;&#10;                &lt;Box style={{ width: 512, height: 48, background: '#FFFFFF', borderRadius: 6, justifyContent: 'center', padding: '0 16px' }}&gt;&#10;                    &lt;Text style={{ fontSize: 15, color: '#20344B' }}&gt;能保存 Embedding 配置&lt;/Text&gt;&#10;                &lt;/Box&gt;&#10;                &lt;Box style={{ width: 512, height: 30, justifyContent: 'center' }}&gt;&#10;                    &lt;Text style={{ fontSize: 22, fontWeight: 'bold', color: '#CB6B28' }}&gt;≠&lt;/Text&gt;&#10;                &lt;/Box&gt;&#10;                &lt;Box style={{ width: 512, height: 48, background: '#FFF4E6', borderRadius: 6, justifyContent: 'center', padding: '0 16px' }}&gt;&#10;                    &lt;Text style={{ fontSize: 15, color: '#CB6B28' }}&gt;不证明这次记忆检索已经使用向量&lt;/Text&gt;&#10;                &lt;/Box&gt;&#10;            &lt;/Box&gt;&#10;&#10;            &lt;Box style={{ width: 552, height: 250, background: '#F4F7FA', borderRadius: 10, padding: 20, flexDirection: 'column', gap: 10 }}&gt;&#10;                &lt;Text style={{ fontSize: 15, fontWeight: 'bold', color: '#276FBF' }}&gt;Evaluator　业务评价配置&lt;/Text&gt;&#10;                &lt;Box style={{ width: 512, height: 48, background: '#FFFFFF', borderRadius: 6, justifyContent: 'center', padding: '0 16px' }}&gt;&#10;                    &lt;Text style={{ fontSize: 15, color: '#20344B' }}&gt;能作为资源复制、带进包里&lt;/Text&gt;&#10;                &lt;/Box&gt;&#10;                &lt;Box style={{ width: 512, height: 30, justifyContent: 'center' }}&gt;&#10;                    &lt;Text style={{ fontSize: 22, fontWeight: 'bold', color: '#CB6B28' }}&gt;≠&lt;/Text&gt;&#10;                &lt;/Box&gt;&#10;                &lt;Box style={{ width: 512, height: 48, background: '#FFF4E6', borderRadius: 6, justifyContent: 'center', padding: '0 16px' }}&gt;&#10;                    &lt;Text style={{ fontSize: 15, color: '#CB6B28' }}&gt;不证明运行链已经调用它&lt;/Text&gt;&#10;                &lt;/Box&gt;&#10;            &lt;/Box&gt;&#10;&#10;        &lt;/Box&gt;&#10;&#10;        &lt;Box style={{ width: 1152, height: 110, background: '#EDF4FC', borderRadius: 10, flexDirection: 'row', alignItems: 'center', padding: '0 20px', gap: 16 }}&gt;&#10;            &lt;Box style={{ width: 4, height: 60, background: '#276FBF' }} /&gt;&#10;            &lt;Box style={{ flex: 1, flexDirection: 'column', gap: 5 }}&gt;&#10;                &lt;Text style={{ fontSize: 17, fontWeight: 'bold', color: '#276FBF' }}&gt;后续分别检查两件事&lt;/Text&gt;&#10;                &lt;Text style={{ fontSize: 15, color: '#546779', lineHeight: 1.55 }}&gt;实际消费的位置：这次运行到底读没读这份配置；质量结果：它有没有真的改善输出。资源合同写得再完整，也代替不了这两项观察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09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认识资源，不把源码合同当作已完成操作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两处最容易误解的能力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能保存配置，不等于这次运行已经用到它。两件事要分开记录、分开核对。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609600" y="2162175"/>
            <a:ext cx="5257800" cy="238125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Embedding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　服务配置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800100" y="2619375"/>
            <a:ext cx="48768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952500" y="276225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能保存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Embedding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配置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800100" y="3190875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800100" y="3552825"/>
            <a:ext cx="4876800" cy="4572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952500" y="369570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不证明这次记忆检索已经使用向量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6324600" y="2162175"/>
            <a:ext cx="5257800" cy="238125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6515100" y="2352675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Evaluator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　业务评价配置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6515100" y="2619375"/>
            <a:ext cx="48768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667500" y="276225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能作为资源复制、带进包里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6515100" y="3190875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515100" y="3552825"/>
            <a:ext cx="4876800" cy="4572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667500" y="369570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不证明运行链已经调用它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09600" y="473392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5" name=""/>
          <p:cNvSpPr/>
          <p:nvPr/>
        </p:nvSpPr>
        <p:spPr>
          <a:xfrm rot="0" flipH="0" flipV="0">
            <a:off x="800100" y="497205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990600" y="5000625"/>
            <a:ext cx="1040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后续分别检查两件事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990600" y="5248275"/>
            <a:ext cx="104013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实际消费的位置：这次运行到底读没读这份配置；质量结果：它有没有真的改善输出。资源合同写得再完整，也代替不了这两项观察。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4" name="" descr="&lt;Slide notes={`第三个知识块开始准备人物。青禾这个案例有四位：林岚是组织者，周宁是志愿者，陈晨是阅读访客，许安是手作访客。&#10;&#10;这里有一条写作原则，比字段怎么填更重要：描述动机，不要写死剧情。&#10;&#10;人物的资料会向 Brain 提供背景和目标，但它不会直接绕过世界校验。举个书里的例子，「组织者」这个身份文字，并不赋予他任意修改服务台内部状态的权限。同样，「日常计划」也不是由内核机械执行的固定程序，它更像是人物自己的安排。&#10;&#10;所以写的时候，应该写他关心什么、想做什么、依据什么做判断；而不是写他第几步一定完成什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Text style={{ fontSize: 15, color: '#546779' }}&gt;3.2.3　创建四位人物，描述动机而非强制剧情&lt;/Text&gt;&#10;    &lt;/Box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3&lt;/Text&gt;&#10;            &lt;/Box&gt;&#10;            &lt;Text style={{ fontSize: 16, color: '#546779' }}&gt;3.2.3&lt;/Text&gt;&#10;        &lt;/Box&gt;&#10;&#10;        &lt;Text style={{ fontSize: 56, fontWeight: 'bold', color: '#20344B', lineHeight: 1.15 }}&gt;描述动机，不写死剧情&lt;/Text&gt;&#10;&#10;        &lt;Box style={{ width: 640, height: 4, background: '#276FBF' }} /&gt;&#10;&#10;        &lt;Text style={{ fontSize: 19, color: '#546779', lineHeight: 1.7 }}&gt;身份和目标写给人物，结果留给世界去发生。&lt;/Text&gt;&#10;&#10;        &lt;Box style={{ flexDirection: 'row', gap: 16, marginTop: 6 }}&gt;&#10;            &lt;Box style={{ width: 268, height: 76, background: '#EDF4FC', borderRadius: 8, flexDirection: 'column', justifyContent: 'center', alignItems: 'center', gap: 3 }}&gt;&#10;                &lt;Text style={{ fontSize: 20, fontWeight: 'bold', color: '#20344B' }}&gt;林岚&lt;/Text&gt;&#10;                &lt;Text style={{ fontSize: 14, color: '#546779' }}&gt;组织者&lt;/Text&gt;&#10;            &lt;/Box&gt;&#10;            &lt;Box style={{ width: 268, height: 76, background: '#EDF4FC', borderRadius: 8, flexDirection: 'column', justifyContent: 'center', alignItems: 'center', gap: 3 }}&gt;&#10;                &lt;Text style={{ fontSize: 20, fontWeight: 'bold', color: '#20344B' }}&gt;周宁&lt;/Text&gt;&#10;                &lt;Text style={{ fontSize: 14, color: '#546779' }}&gt;志愿者&lt;/Text&gt;&#10;            &lt;/Box&gt;&#10;            &lt;Box style={{ width: 268, height: 76, background: '#EDF4FC', borderRadius: 8, flexDirection: 'column', justifyContent: 'center', alignItems: 'center', gap: 3 }}&gt;&#10;                &lt;Text style={{ fontSize: 20, fontWeight: 'bold', color: '#20344B' }}&gt;陈晨&lt;/Text&gt;&#10;                &lt;Text style={{ fontSize: 14, color: '#546779' }}&gt;阅读访客&lt;/Text&gt;&#10;            &lt;/Box&gt;&#10;            &lt;Box style={{ width: 268, height: 76, background: '#EDF4FC', borderRadius: 8, flexDirection: 'column', justifyContent: 'center', alignItems: 'center', gap: 3 }}&gt;&#10;                &lt;Text style={{ fontSize: 20, fontWeight: 'bold', color: '#20344B' }}&gt;许安&lt;/Text&gt;&#10;                &lt;Text style={{ fontSize: 14, color: '#546779' }}&gt;手作访客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10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38200" y="581025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3.2.3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创建四位人物，描述动机而非强制剧情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21050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14375" y="22098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295400" y="22764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3.2.3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28289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描述动机，不写死剧情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09600" y="37623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09600" y="39909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身份和目标写给人物，结果留给世界去发生。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09600" y="4610100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695450" y="47625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685925" y="50196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组织者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314700" y="4610100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400550" y="47625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391025" y="50196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志愿者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19800" y="4610100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105650" y="47625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029450" y="50196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阅读访客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724900" y="4610100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810750" y="47625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734550" y="50196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手作访客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8" name="" descr="&lt;Slide notes={`新建智能体在基础配置的「智能体」页，按钮是「＋ 新建智能体」。表单分成两个页签。&#10;&#10;第一个是身份页：显示名称、年龄、当前目标，还要选择头像和行走图。第二个是「特质与计划」页：天生特质、背景经历、生活方式、日常计划和长程目标。&#10;&#10;这两页的字段合起来，就是这个人物的全部资料。四位人物的写作方向，应该和角色资料一起保存下来，不要只留在聊天记录里。&#10;&#10;有一点要提前说：公共 Agent 不保存出生位置。当前的公共编辑器会隐藏「初始位置与空间」这个页签，等进入实验以后，再给人物副本装配空间。&#10;&#10;所以顺序是：先上传图片、保存公共人物、重开确认，然后才加入人群。不要因为本地有素材文件，就当成已经上传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3　创建四位人物，描述动机而非强制剧情&lt;/Text&gt;&#10;            &lt;Text style={{ fontSize: 34, fontWeight: 'bold', color: '#20344B' }}&gt;「＋ 新建智能体」的表单结构&lt;/Text&gt;&#10;        &lt;/Box&gt;&#10;    &lt;/Box&gt;&#10;&#10;    &lt;Box style={{ height: 540, flexDirection: 'column', justifyContent: 'center', gap: 18 }}&gt;&#10;&#10;        &lt;Box style={{ width: 1152, flexDirection: 'column', gap: 8 }}&gt;&#10;&#10;            &lt;Box style={{ width: 1152, height: 48, background: '#276FBF', borderRadius: 8, flexDirection: 'row', alignItems: 'center', justifyContent: 'space-between', padding: '0 18px' }}&gt;&#10;                &lt;Text style={{ fontSize: 15, color: '#FFFFFF' }}&gt;基础配置　·　智能体　·　新建智能体&lt;/Text&gt;&#10;                &lt;Box style={{ width: 76, height: 22, background: '#FFFFFF', borderRadius: 6, justifyContent: 'center', alignItems: 'center' }}&gt;&#10;                    &lt;Text style={{ fontSize: 12, color: '#276FBF' }}&gt;示意&lt;/Text&gt;&#10;                &lt;/Box&gt;&#10;            &lt;/Box&gt;&#10;&#10;            &lt;Box style={{ width: 1152, height: 380, flexDirection: 'row' }}&gt;&#10;&#10;                &lt;Box style={{ width: 200, height: 380, background: '#EDF4FC', borderRadius: 8, padding: 12, flexDirection: 'column', gap: 8 }}&gt;&#10;                    &lt;Text style={{ fontSize: 12, color: '#546779' }}&gt;页签&lt;/Text&gt;&#10;                    &lt;Box style={{ width: 176, height: 34, background: '#276FBF', borderRadius: 6, justifyContent: 'center', alignItems: 'center' }}&gt;&#10;                        &lt;Text style={{ fontSize: 13, color: '#FFFFFF' }}&gt;身份&lt;/Text&gt;&#10;                    &lt;/Box&gt;&#10;                    &lt;Box style={{ width: 176, height: 34, background: '#FFFFFF', borderRadius: 6, justifyContent: 'center', alignItems: 'center' }}&gt;&#10;                        &lt;Text style={{ fontSize: 13, color: '#546779' }}&gt;特质与计划&lt;/Text&gt;&#10;                    &lt;/Box&gt;&#10;                    &lt;Text style={{ fontSize: 12, color: '#546779', marginTop: 4 }}&gt;说明&lt;/Text&gt;&#10;                    &lt;Text style={{ fontSize: 12, color: '#546779', lineHeight: 1.5 }}&gt;两个页签的字段合起来，才是这个人物的完整资料。&lt;/Text&gt;&#10;                &lt;/Box&gt;&#10;&#10;                &lt;Box style={{ width: 952, height: 380, background: '#F4F7FA', borderRadius: 8, padding: 14, flexDirection: 'column', gap: 10 }}&gt;&#10;&#10;                    &lt;Text style={{ fontSize: 14, fontWeight: 'bold', color: '#20344B' }}&gt;填写两个页签&lt;/Text&gt;&#10;&#10;                    &lt;Box style={{ flexDirection: 'row', gap: 32 }}&gt;&#10;&#10;                        &lt;Box style={{ width: 440, flexDirection: 'column', gap: 8 }}&gt;&#10;                            &lt;Text style={{ fontSize: 15, fontWeight: 'bold', color: '#276FBF' }}&gt;身份&lt;/Text&gt;&#10;                            &lt;Box style={{ width: 440, height: 50, background: '#FFFFFF', borderRadius: 6, flexDirection: 'row', alignItems: 'center', padding: '0 14px', gap: 10 }}&gt;&#10;                                &lt;Box style={{ width: 96 }}&gt;&lt;Text style={{ fontSize: 13, color: '#546779' }}&gt;显示名称&lt;/Text&gt;&lt;/Box&gt;&#10;                                &lt;Box style={{ flex: 1 }}&gt;&lt;Text style={{ fontSize: 13, color: '#20344B' }}&gt;林岚&lt;/Text&gt;&lt;/Box&gt;&#10;                            &lt;/Box&gt;&#10;                            &lt;Box style={{ width: 440, height: 50, background: '#FFFFFF', borderRadius: 6, flexDirection: 'row', alignItems: 'center', padding: '0 14px', gap: 10 }}&gt;&#10;                                &lt;Box style={{ width: 96 }}&gt;&lt;Text style={{ fontSize: 13, color: '#546779' }}&gt;年龄&lt;/Text&gt;&lt;/Box&gt;&#10;                                &lt;Box style={{ flex: 1 }}&gt;&lt;Text style={{ fontSize: 13, color: '#20344B' }}&gt;按角色资料填写&lt;/Text&gt;&lt;/Box&gt;&#10;                            &lt;/Box&gt;&#10;                            &lt;Box style={{ width: 440, height: 50, background: '#FFFFFF', borderRadius: 6, flexDirection: 'row', alignItems: 'center', padding: '0 14px', gap: 10 }}&gt;&#10;                                &lt;Box style={{ width: 96 }}&gt;&lt;Text style={{ fontSize: 13, color: '#546779' }}&gt;当前目标&lt;/Text&gt;&lt;/Box&gt;&#10;                                &lt;Box style={{ flex: 1 }}&gt;&lt;Text style={{ fontSize: 13, color: '#20344B' }}&gt;核对开放信息&lt;/Text&gt;&lt;/Box&gt;&#10;                            &lt;/Box&gt;&#10;                            &lt;Box style={{ width: 440, height: 50, background: '#FFFFFF', borderRadius: 6, flexDirection: 'row', alignItems: 'center', padding: '0 14px', gap: 10 }}&gt;&#10;                                &lt;Box style={{ width: 96 }}&gt;&lt;Text style={{ fontSize: 13, color: '#546779' }}&gt;头像&lt;/Text&gt;&lt;/Box&gt;&#10;                                &lt;Box style={{ flex: 1 }}&gt;&lt;Text style={{ fontSize: 13, color: '#B5C7D8' }}&gt;选择图片&lt;/Text&gt;&lt;/Box&gt;&#10;                            &lt;/Box&gt;&#10;                            &lt;Box style={{ width: 440, height: 50, background: '#FFFFFF', borderRadius: 6, flexDirection: 'row', alignItems: 'center', padding: '0 14px', gap: 10 }}&gt;&#10;                                &lt;Box style={{ width: 96 }}&gt;&lt;Text style={{ fontSize: 13, color: '#546779' }}&gt;行走图&lt;/Text&gt;&lt;/Box&gt;&#10;                                &lt;Box style={{ flex: 1 }}&gt;&lt;Text style={{ fontSize: 13, color: '#B5C7D8' }}&gt;四方向图片&lt;/Text&gt;&lt;/Box&gt;&#10;                            &lt;/Box&gt;&#10;                        &lt;/Box&gt;&#10;&#10;                        &lt;Box style={{ width: 440, flexDirection: 'column', gap: 8 }}&gt;&#10;                            &lt;Text style={{ fontSize: 15, fontWeight: 'bold', color: '#276FBF' }}&gt;特质与计划&lt;/Text&gt;&#10;                            &lt;Box style={{ width: 440, height: 50, background: '#FFFFFF', borderRadius: 6, flexDirection: 'row', alignItems: 'center', padding: '0 14px', gap: 10 }}&gt;&#10;                                &lt;Box style={{ width: 96 }}&gt;&lt;Text style={{ fontSize: 13, color: '#546779' }}&gt;天生特质&lt;/Text&gt;&lt;/Box&gt;&#10;                                &lt;Box style={{ flex: 1 }}&gt;&lt;Text style={{ fontSize: 13, color: '#20344B' }}&gt;细心，爱追问&lt;/Text&gt;&lt;/Box&gt;&#10;                            &lt;/Box&gt;&#10;                            &lt;Box style={{ width: 440, height: 50, background: '#FFFFFF', borderRadius: 6, flexDirection: 'row', alignItems: 'center', padding: '0 14px', gap: 10 }}&gt;&#10;                                &lt;Box style={{ width: 96 }}&gt;&lt;Text style={{ fontSize: 13, color: '#546779' }}&gt;背景经历&lt;/Text&gt;&lt;/Box&gt;&#10;                                &lt;Box style={{ flex: 1 }}&gt;&lt;Text style={{ fontSize: 13, color: '#20344B' }}&gt;做过社区活动志愿&lt;/Text&gt;&lt;/Box&gt;&#10;                            &lt;/Box&gt;&#10;                            &lt;Box style={{ width: 440, height: 50, background: '#FFFFFF', borderRadius: 6, flexDirection: 'row', alignItems: 'center', padding: '0 14px', gap: 10 }}&gt;&#10;                                &lt;Box style={{ width: 96 }}&gt;&lt;Text style={{ fontSize: 13, color: '#546779' }}&gt;生活方式&lt;/Text&gt;&lt;/Box&gt;&#10;                                &lt;Box style={{ flex: 1 }}&gt;&lt;Text style={{ fontSize: 13, color: '#20344B' }}&gt;习惯早到现场&lt;/Text&gt;&lt;/Box&gt;&#10;                            &lt;/Box&gt;&#10;                            &lt;Box style={{ width: 440, height: 50, background: '#FFFFFF', borderRadius: 6, flexDirection: 'row', alignItems: 'center', padding: '0 14px', gap: 10 }}&gt;&#10;                                &lt;Box style={{ width: 96 }}&gt;&lt;Text style={{ fontSize: 13, color: '#546779' }}&gt;日常计划&lt;/Text&gt;&lt;/Box&gt;&#10;                                &lt;Box style={{ flex: 1 }}&gt;&lt;Text style={{ fontSize: 13, color: '#20344B' }}&gt;上午先看公告栏&lt;/Text&gt;&lt;/Box&gt;&#10;                            &lt;/Box&gt;&#10;                            &lt;Box style={{ width: 440, height: 50, background: '#FFFFFF', borderRadius: 6, flexDirection: 'row', alignItems: 'center', padding: '0 14px', gap: 10 }}&gt;&#10;                                &lt;Box style={{ width: 96 }}&gt;&lt;Text style={{ fontSize: 13, color: '#546779' }}&gt;长程目标&lt;/Text&gt;&lt;/Box&gt;&#10;                                &lt;Box style={{ flex: 1 }}&gt;&lt;Text style={{ fontSize: 13, color: '#20344B' }}&gt;完成一次开放日组织&lt;/Text&gt;&lt;/Box&gt;&#10;                            &lt;/Box&gt;&#10;                        &lt;/Box&gt;&#10;&#10;                    &lt;/Box&gt;&#10;&#10;                &lt;/Box&gt;&#10;&#10;            &lt;/Box&gt;&#10;&#10;        &lt;/Box&gt;&#10;&#10;        &lt;Box style={{ width: 1152, height: 72, background: '#FFF4E6', borderRadius: 10, flexDirection: 'row', alignItems: 'center', padding: '0 20px', gap: 16 }}&gt;&#10;            &lt;Box style={{ width: 4, height: 44, background: '#CB6B28' }} /&gt;&#10;            &lt;Box style={{ flex: 1, flexDirection: 'column', gap: 3 }}&gt;&#10;                &lt;Text style={{ fontSize: 15, fontWeight: 'bold', color: '#CB6B28' }}&gt;公共 Agent 不保存出生位置&lt;/Text&gt;&#10;                &lt;Text style={{ fontSize: 14, color: '#546779' }}&gt;先上传图片、保存公共人物、重开确认，再加入人群；本地有素材文件不等于已经上传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11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创建四位人物，描述动机而非强制剧情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314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「＋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新建智能体」的表单结构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1209675"/>
            <a:ext cx="109728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81050" y="1352550"/>
            <a:ext cx="236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基础配置　·　智能体　·　新建智能体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10687050" y="1333500"/>
            <a:ext cx="723900" cy="20955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934700" y="13716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76FB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09600" y="1743075"/>
            <a:ext cx="1905000" cy="36195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23900" y="1857375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页签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723900" y="2076450"/>
            <a:ext cx="167640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438275" y="2162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身份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723900" y="2476500"/>
            <a:ext cx="16764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257300" y="25622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特质与计划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23900" y="291465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说明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23900" y="3133725"/>
            <a:ext cx="16764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两个页签的字段合起来，才是这个人物的完整资料。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2514600" y="1743075"/>
            <a:ext cx="9067800" cy="3619500"/>
          </a:xfrm>
          <a:prstGeom prst="roundRect">
            <a:avLst>
              <a:gd name="adj" fmla="val 21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647950" y="1876425"/>
            <a:ext cx="880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填写两个页签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2647950" y="2133600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身份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2647950" y="238125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2781300" y="25431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显示名称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3790950" y="2543175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2647950" y="293370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2781300" y="30956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年龄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790950" y="3095625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按角色资料填写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2647950" y="348615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2781300" y="36480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当前目标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790950" y="3648075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核对开放信息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2647950" y="403860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2781300" y="42005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头像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790950" y="4200525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选择图片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2647950" y="459105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2781300" y="47529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行走图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790950" y="4752975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四方向图片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143750" y="2133600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特质与计划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7143750" y="238125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277100" y="25431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天生特质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286750" y="2543175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细心，爱追问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143750" y="293370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277100" y="30956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背景经历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286750" y="3095625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做过社区活动志愿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7143750" y="348615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277100" y="36480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生活方式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286750" y="3648075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习惯早到现场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7143750" y="403860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277100" y="42005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日常计划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286750" y="4200525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上午先看公告栏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7143750" y="459105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277100" y="47529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长程目标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286750" y="4752975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完成一次开放日组织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09600" y="55340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800100" y="56673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90600" y="5695950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公共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不保存出生位置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90600" y="5895975"/>
            <a:ext cx="1040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先上传图片、保存公共人物、重开确认，再加入人群；本地有素材文件不等于已经上传。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25" name="" descr="&lt;Slide notes={`四位人物怎么写，书里给了明确的方向。&#10;&#10;林岚是组织者，要核对开放信息，再和服务台确认调整；不要写成「第 5 步一定宣布完成」，那是把剧情当成事实。周宁是志愿者，了解公开安排，帮访客找到合适的场所；不要默认他知道所有人的私有记忆。陈晨是阅读访客，查明阅读活动的位置和当前安排；不要在他还没移动时就写「已经坐在阅读桌旁」。许安是手作访客，核实场地信息后前往手作区域；不要让他无条件相信过期通知。&#10;&#10;这些内容向 Brain 提供背景和目标，不会直接绕过世界校验。身份文字不等于权限，日常计划也不是内核机械执行的固定程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3　创建四位人物，描述动机而非强制剧情&lt;/Text&gt;&#10;            &lt;Text style={{ fontSize: 34, fontWeight: 'bold', color: '#20344B' }}&gt;四位人物的目标与应避免的写法&lt;/Text&gt;&#10;        &lt;/Box&gt;&#10;    &lt;/Box&gt;&#10;&#10;    &lt;Box style={{ height: 540, flexDirection: 'row', alignItems: 'center', gap: 40 }}&gt;&#10;&#10;        &lt;Box style={{ width: 300, flexDirection: 'column', justifyContent: 'center', gap: 16 }}&gt;&#10;            &lt;Text style={{ fontSize: 25, fontWeight: 'bold', color: '#276FBF', lineHeight: 1.45 }}&gt;写动机与目标，不写结果&lt;/Text&gt;&#10;            &lt;Box style={{ width: 56, height: 3, background: '#26816B' }} /&gt;&#10;            &lt;Text style={{ fontSize: 17, color: '#546779', lineHeight: 1.75 }}&gt;这些内容向 Brain 提供人物背景和目标，不会直接绕过世界校验。&lt;/Text&gt;&#10;            &lt;Box style={{ flexDirection: 'row', alignItems: 'center', gap: 10, marginTop: 4 }}&gt;&#10;                &lt;Box style={{ width: 3, height: 34, background: '#26816B' }} /&gt;&#10;                &lt;Text style={{ fontSize: 14, color: '#546779', lineHeight: 1.5 }}&gt;身份文字不等于权限，日常计划也不是固定程序&lt;/Text&gt;&#10;            &lt;/Box&gt;&#10;        &lt;/Box&gt;&#10;&#10;        &lt;Box style={{ width: 812, flexDirection: 'column', gap: 12 }}&gt;&#10;&#10;            &lt;Box style={{ height: 116, background: '#F4F7FA', borderRadius: 10, flexDirection: 'row', alignItems: 'center', padding: '0 16px', gap: 14 }}&gt;&#10;                &lt;Box style={{ width: 4, height: 64, background: '#276FBF' }} /&gt;&#10;                &lt;Box style={{ width: 92 }}&gt;&lt;Text style={{ fontSize: 20, fontWeight: 'bold', color: '#20344B' }}&gt;林岚&lt;/Text&gt;&lt;/Box&gt;&#10;                &lt;Box style={{ flex: 1 }}&gt;&lt;Text style={{ fontSize: 14, color: '#546779', lineHeight: 1.55 }}&gt;组织者，核对开放信息并与服务台确认调整&lt;/Text&gt;&lt;/Box&gt;&#10;                &lt;Box style={{ width: 300, height: 88, background: '#FFF4E6', borderRadius: 6, justifyContent: 'center', padding: '0 12px' }}&gt;&#10;                    &lt;Text style={{ fontSize: 13, color: '#CB6B28', lineHeight: 1.5 }}&gt;「第 5 步一定宣布完成」，把剧情当作事实&lt;/Text&gt;&#10;                &lt;/Box&gt;&#10;            &lt;/Box&gt;&#10;&#10;            &lt;Box style={{ height: 116, background: '#F4F7FA', borderRadius: 10, flexDirection: 'row', alignItems: 'center', padding: '0 16px', gap: 14 }}&gt;&#10;                &lt;Box style={{ width: 4, height: 64, background: '#276FBF' }} /&gt;&#10;                &lt;Box style={{ width: 92 }}&gt;&lt;Text style={{ fontSize: 20, fontWeight: 'bold', color: '#20344B' }}&gt;周宁&lt;/Text&gt;&lt;/Box&gt;&#10;                &lt;Box style={{ flex: 1 }}&gt;&lt;Text style={{ fontSize: 14, color: '#546779', lineHeight: 1.55 }}&gt;志愿者，了解公开安排，帮助访客找到合适场所&lt;/Text&gt;&lt;/Box&gt;&#10;                &lt;Box style={{ width: 300, height: 88, background: '#FFF4E6', borderRadius: 6, justifyContent: 'center', padding: '0 12px' }}&gt;&#10;                    &lt;Text style={{ fontSize: 13, color: '#CB6B28', lineHeight: 1.5 }}&gt;默认知道所有人的私有记忆&lt;/Text&gt;&#10;                &lt;/Box&gt;&#10;            &lt;/Box&gt;&#10;&#10;            &lt;Box style={{ height: 116, background: '#F4F7FA', borderRadius: 10, flexDirection: 'row', alignItems: 'center', padding: '0 16px', gap: 14 }}&gt;&#10;                &lt;Box style={{ width: 4, height: 64, background: '#276FBF' }} /&gt;&#10;                &lt;Box style={{ width: 92 }}&gt;&lt;Text style={{ fontSize: 20, fontWeight: 'bold', color: '#20344B' }}&gt;陈晨&lt;/Text&gt;&lt;/Box&gt;&#10;                &lt;Box style={{ flex: 1 }}&gt;&lt;Text style={{ fontSize: 14, color: '#546779', lineHeight: 1.55 }}&gt;阅读访客，查明阅读活动位置和当前安排&lt;/Text&gt;&lt;/Box&gt;&#10;                &lt;Box style={{ width: 300, height: 88, background: '#FFF4E6', borderRadius: 6, justifyContent: 'center', padding: '0 12px' }}&gt;&#10;                    &lt;Text style={{ fontSize: 13, color: '#CB6B28', lineHeight: 1.5 }}&gt;尚未移动就写「已经坐在阅读桌旁」&lt;/Text&gt;&#10;                &lt;/Box&gt;&#10;            &lt;/Box&gt;&#10;&#10;            &lt;Box style={{ height: 116, background: '#F4F7FA', borderRadius: 10, flexDirection: 'row', alignItems: 'center', padding: '0 16px', gap: 14 }}&gt;&#10;                &lt;Box style={{ width: 4, height: 64, background: '#276FBF' }} /&gt;&#10;                &lt;Box style={{ width: 92 }}&gt;&lt;Text style={{ fontSize: 20, fontWeight: 'bold', color: '#20344B' }}&gt;许安&lt;/Text&gt;&lt;/Box&gt;&#10;                &lt;Box style={{ flex: 1 }}&gt;&lt;Text style={{ fontSize: 14, color: '#546779', lineHeight: 1.55 }}&gt;手作访客，核实场地信息后前往手作区域&lt;/Text&gt;&lt;/Box&gt;&#10;                &lt;Box style={{ width: 300, height: 88, background: '#FFF4E6', borderRadius: 6, justifyContent: 'center', padding: '0 12px' }}&gt;&#10;                    &lt;Text style={{ fontSize: 13, color: '#CB6B28', lineHeight: 1.5 }}&gt;无条件相信过期通知，不允许依据新信息调整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12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创建四位人物，描述动机而非强制剧情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四位人物的目标与应避免的写法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2743200"/>
            <a:ext cx="28575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写动机与目标，不写结果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331470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09600" y="3495675"/>
            <a:ext cx="2857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这些内容向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提供人物背景和目标，不会直接绕过世界校验。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09600" y="4371975"/>
            <a:ext cx="28575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33425" y="4410075"/>
            <a:ext cx="27336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身份文字不等于权限，日常计划也不是固定程序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3848100" y="1333500"/>
            <a:ext cx="77343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4000500" y="15811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171950" y="1771650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181600" y="1762125"/>
            <a:ext cx="3257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组织者，核对开放信息并与服务台确认调整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8572500" y="1466850"/>
            <a:ext cx="2857500" cy="838200"/>
          </a:xfrm>
          <a:prstGeom prst="roundRect">
            <a:avLst>
              <a:gd name="adj" fmla="val 681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686800" y="1771650"/>
            <a:ext cx="26289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「第</a:t>
            </a: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步一定宣布完成」，把剧情当作事实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3848100" y="2552700"/>
            <a:ext cx="77343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4000500" y="28003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171950" y="2990850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181600" y="2981325"/>
            <a:ext cx="3257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志愿者，了解公开安排，帮助访客找到合适场所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8572500" y="2686050"/>
            <a:ext cx="2857500" cy="838200"/>
          </a:xfrm>
          <a:prstGeom prst="roundRect">
            <a:avLst>
              <a:gd name="adj" fmla="val 681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686800" y="2990850"/>
            <a:ext cx="26289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默认知道所有人的私有记忆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3848100" y="3771900"/>
            <a:ext cx="77343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4000500" y="40195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171950" y="4210050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181600" y="4200525"/>
            <a:ext cx="3257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阅读访客，查明阅读活动位置和当前安排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8572500" y="3905250"/>
            <a:ext cx="2857500" cy="838200"/>
          </a:xfrm>
          <a:prstGeom prst="roundRect">
            <a:avLst>
              <a:gd name="adj" fmla="val 681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686800" y="4210050"/>
            <a:ext cx="26289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尚未移动就写「已经坐在阅读桌旁」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3848100" y="4991100"/>
            <a:ext cx="77343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4000500" y="52387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171950" y="5429250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181600" y="5419725"/>
            <a:ext cx="3257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手作访客，核实场地信息后前往手作区域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8572500" y="5124450"/>
            <a:ext cx="2857500" cy="838200"/>
          </a:xfrm>
          <a:prstGeom prst="roundRect">
            <a:avLst>
              <a:gd name="adj" fmla="val 681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686800" y="5429250"/>
            <a:ext cx="26289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无条件相信过期通知，不允许依据新信息调整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22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61" name="" descr="&lt;Slide notes={`人物还有三个参数，容易被忽略。&#10;&#10;第一个是感知视野上限，它决定人物在当前位置能获得多少信息。第二个是注意力带宽，决定同一时刻能关注多少信息。这两个参数影响的是人物能拿到什么，直接关系到行为结果。&#10;&#10;第三个是地图显示大小。它只影响行走图的视觉比例，不改变坐标、碰撞，也不改变感知范围。这一点很容易想当然，以为把图放大就等于看得更远。&#10;&#10;还有一条要记住：应该使用本案例的参数，不能因为输入框里有一个初值，就把它当成推荐值。&#10;&#10;最后，公共 Agent 不保存出生位置。公共编辑器会隐藏「初始位置与空间」页签，进入实验以后，再给人物副本装配空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3　创建四位人物，描述动机而非强制剧情&lt;/Text&gt;&#10;            &lt;Text style={{ fontSize: 34, fontWeight: 'bold', color: '#20344B' }}&gt;三个参数与一个隐藏的页签&lt;/Text&gt;&#10;        &lt;/Box&gt;&#10;    &lt;/Box&gt;&#10;&#10;    &lt;Box style={{ height: 540, flexDirection: 'row', alignItems: 'center', gap: 32 }}&gt;&#10;&#10;        &lt;Box style={{ width: 620, flexDirection: 'column', justifyContent: 'center', gap: 12 }}&gt;&#10;            &lt;Text style={{ fontSize: 22, fontWeight: 'bold', color: '#20344B' }}&gt;人物还有三个参数&lt;/Text&gt;&#10;&#10;            &lt;Box style={{ height: 112, background: '#F4F7FA', borderRadius: 10, flexDirection: 'row', alignItems: 'center', padding: '0 18px', gap: 14 }}&gt;&#10;                &lt;Box style={{ width: 4, height: 60, background: '#276FBF' }} /&gt;&#10;                &lt;Box style={{ flex: 1, flexDirection: 'column', gap: 4 }}&gt;&#10;                    &lt;Text style={{ fontSize: 18, fontWeight: 'bold', color: '#20344B' }}&gt;感知视野上限&lt;/Text&gt;&#10;                    &lt;Text style={{ fontSize: 14, color: '#546779', lineHeight: 1.55 }}&gt;决定人物在当前位置能获得的信息范围&lt;/Text&gt;&#10;                &lt;/Box&gt;&#10;            &lt;/Box&gt;&#10;&#10;            &lt;Box style={{ height: 112, background: '#F4F7FA', borderRadius: 10, flexDirection: 'row', alignItems: 'center', padding: '0 18px', gap: 14 }}&gt;&#10;                &lt;Box style={{ width: 4, height: 60, background: '#276FBF' }} /&gt;&#10;                &lt;Box style={{ flex: 1, flexDirection: 'column', gap: 4 }}&gt;&#10;                    &lt;Text style={{ fontSize: 18, fontWeight: 'bold', color: '#20344B' }}&gt;注意力带宽&lt;/Text&gt;&#10;                    &lt;Text style={{ fontSize: 14, color: '#546779', lineHeight: 1.55 }}&gt;决定同一时刻能关注多少信息&lt;/Text&gt;&#10;                &lt;/Box&gt;&#10;            &lt;/Box&gt;&#10;&#10;            &lt;Box style={{ height: 112, background: '#ECF7F2', borderRadius: 10, flexDirection: 'row', alignItems: 'center', padding: '0 18px', gap: 14 }}&gt;&#10;                &lt;Box style={{ width: 4, height: 60, background: '#26816B' }} /&gt;&#10;                &lt;Box style={{ flex: 1, flexDirection: 'column', gap: 4 }}&gt;&#10;                    &lt;Text style={{ fontSize: 18, fontWeight: 'bold', color: '#26816B' }}&gt;地图显示大小&lt;/Text&gt;&#10;                    &lt;Text style={{ fontSize: 14, color: '#546779', lineHeight: 1.55 }}&gt;只影响行走图的视觉比例，不改变坐标、碰撞或感知范围&lt;/Text&gt;&#10;                &lt;/Box&gt;&#10;            &lt;/Box&gt;&#10;&#10;        &lt;/Box&gt;&#10;&#10;        &lt;Box style={{ width: 500, flexDirection: 'column', justifyContent: 'center', gap: 16 }}&gt;&#10;&#10;            &lt;Box style={{ width: 500, background: '#FFF4E6', borderRadius: 10, padding: 20, flexDirection: 'column', gap: 10 }}&gt;&#10;                &lt;Text style={{ fontSize: 17, fontWeight: 'bold', color: '#CB6B28' }}&gt;公共 Agent 不保存出生位置&lt;/Text&gt;&#10;                &lt;Text style={{ fontSize: 15, color: '#546779', lineHeight: 1.6 }}&gt;当前公共编辑器会隐藏「初始位置与空间」页签；进入实验以后，再给人物副本装配空间。&lt;/Text&gt;&#10;                &lt;Box style={{ width: 460, height: 1, background: '#B5C7D8' }} /&gt;&#10;                &lt;Text style={{ fontSize: 15, color: '#CB6B28', lineHeight: 1.6 }}&gt;先上传图片、保存公共人物、重开确认，再加入人群。&lt;/Text&gt;&#10;            &lt;/Box&gt;&#10;&#10;            &lt;Box style={{ width: 500, background: '#EDF4FC', borderRadius: 10, padding: 20, flexDirection: 'column', gap: 8 }}&gt;&#10;                &lt;Text style={{ fontSize: 17, fontWeight: 'bold', color: '#276FBF' }}&gt;不要沿用输入框里的初值&lt;/Text&gt;&#10;                &lt;Text style={{ fontSize: 15, color: '#546779', lineHeight: 1.6 }}&gt;应使用本案例的参数，不能因为输入框有初值就把它当成推荐值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13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创建四位人物，描述动机而非强制剧情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三个参数与一个隐藏的页签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人物还有三个参数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09600" y="2190750"/>
            <a:ext cx="59055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781050" y="24384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52500" y="2476500"/>
            <a:ext cx="539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感知视野上限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52500" y="2724150"/>
            <a:ext cx="53911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决定人物在当前位置能获得的信息范围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3371850"/>
            <a:ext cx="59055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781050" y="36195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52500" y="3657600"/>
            <a:ext cx="539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注意力带宽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952500" y="3905250"/>
            <a:ext cx="53911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决定同一时刻能关注多少信息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09600" y="4552950"/>
            <a:ext cx="5905500" cy="1066800"/>
          </a:xfrm>
          <a:prstGeom prst="roundRect">
            <a:avLst>
              <a:gd name="adj" fmla="val 89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781050" y="4800600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952500" y="4838700"/>
            <a:ext cx="539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地图显示大小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52500" y="5086350"/>
            <a:ext cx="53911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只影响行走图的视觉比例，不改变坐标、碰撞或感知范围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819900" y="2324100"/>
            <a:ext cx="4762500" cy="1704975"/>
          </a:xfrm>
          <a:prstGeom prst="roundRect">
            <a:avLst>
              <a:gd name="adj" fmla="val 558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010400" y="251460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公共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不保存出生位置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010400" y="2809875"/>
            <a:ext cx="4381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当前公共编辑器会隐藏「初始位置与空间」页签；进入实验以后，再给人物副本装配空间。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7010400" y="3457575"/>
            <a:ext cx="43815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010400" y="3562350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先上传图片、保存公共人物、重开确认，再加入人群。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819900" y="4181475"/>
            <a:ext cx="4762500" cy="933450"/>
          </a:xfrm>
          <a:prstGeom prst="roundRect">
            <a:avLst>
              <a:gd name="adj" fmla="val 1020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010400" y="437197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不要沿用输入框里的初值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010400" y="4648200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应使用本案例的参数，不能因为输入框有初值就把它当成推荐值。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22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89" name="" descr="&lt;Slide notes={`现在把这四个人组织起来。切换到「人群」页签，点击「＋ 新建人群」。&#10;&#10;Crowd 是作者侧的一种组织方式，不是第五个在地图里行走的人物。它的作用是把几位 Agent 打包成一次选择，方便在装配实验的时候一次性带进去。&#10;&#10;这里有一条机制要讲清楚：创建实验的时候，人群成员会展开成独立的 Agent。也就是说，最终在地图里活动的，仍然是那四个各自独立的人物，不是一个人群对象。&#10;&#10;正因为如此，成员的身份需要唯一。同一个 Agent 不会重复展开，而不同资源如果携带相同的身份标识，系统会明确拒绝，不会靠显示名称去合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Text style={{ fontSize: 15, color: '#546779' }}&gt;3.2.4　用 Crowd 组织一次选择&lt;/Text&gt;&#10;    &lt;/Box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4&lt;/Text&gt;&#10;            &lt;/Box&gt;&#10;            &lt;Text style={{ fontSize: 16, color: '#546779' }}&gt;3.2.4&lt;/Text&gt;&#10;        &lt;/Box&gt;&#10;&#10;        &lt;Text style={{ fontSize: 56, fontWeight: 'bold', color: '#20344B', lineHeight: 1.15 }}&gt;把四位人物组织成一次选择&lt;/Text&gt;&#10;&#10;        &lt;Box style={{ width: 640, height: 4, background: '#276FBF' }} /&gt;&#10;&#10;        &lt;Text style={{ fontSize: 19, color: '#546779', lineHeight: 1.7 }}&gt;Crowd 是作者侧的组织方式，不是第五个在地图中行走的人物。&lt;/Text&gt;&#10;&#10;        &lt;Box style={{ flexDirection: 'row', alignItems: 'center', marginTop: 6 }}&gt;&#10;            &lt;Box style={{ width: 140, height: 56, background: '#EDF4FC', borderRadius: 6, justifyContent: 'center', alignItems: 'center' }}&gt;&#10;                &lt;Text style={{ fontSize: 15, color: '#20344B' }}&gt;林岚&lt;/Text&gt;&#10;            &lt;/Box&gt;&#10;            &lt;Box style={{ width: 12, height: 56 }} /&gt;&#10;            &lt;Box style={{ width: 140, height: 56, background: '#EDF4FC', borderRadius: 6, justifyContent: 'center', alignItems: 'center' }}&gt;&#10;                &lt;Text style={{ fontSize: 15, color: '#20344B' }}&gt;周宁&lt;/Text&gt;&#10;            &lt;/Box&gt;&#10;            &lt;Box style={{ width: 12, height: 56 }} /&gt;&#10;            &lt;Box style={{ width: 140, height: 56, background: '#EDF4FC', borderRadius: 6, justifyContent: 'center', alignItems: 'center' }}&gt;&#10;                &lt;Text style={{ fontSize: 15, color: '#20344B' }}&gt;陈晨&lt;/Text&gt;&#10;            &lt;/Box&gt;&#10;            &lt;Box style={{ width: 12, height: 56 }} /&gt;&#10;            &lt;Box style={{ width: 140, height: 56, background: '#EDF4FC', borderRadius: 6, justifyContent: 'center', alignItems: 'center' }}&gt;&#10;                &lt;Text style={{ fontSize: 15, color: '#20344B' }}&gt;许安&lt;/Text&gt;&#10;            &lt;/Box&gt;&#10;            &lt;Box style={{ width: 44, height: 56, justifyContent: 'center', alignItems: 'center' }}&gt;&#10;                &lt;Text style={{ fontSize: 26, color: '#26816B' }}&gt;›&lt;/Text&gt;&#10;            &lt;/Box&gt;&#10;            &lt;Box style={{ width: 320, height: 56, background: '#ECF7F2', borderRadius: 6, justifyContent: 'center', alignItems: 'center' }}&gt;&#10;                &lt;Text style={{ fontSize: 15, color: '#26816B' }}&gt;人群「开放日四人」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14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38200" y="581025"/>
            <a:ext cx="1990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3.2.4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Crowd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组织一次选择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09600" y="22002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14375" y="23050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295400" y="23717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3.2.4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29241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把四位人物组织成一次选择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38576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40862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Crowd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是作者侧的组织方式，不是第五个在地图中行走的人物。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09600" y="4705350"/>
            <a:ext cx="1333500" cy="533400"/>
          </a:xfrm>
          <a:prstGeom prst="roundRect">
            <a:avLst>
              <a:gd name="adj" fmla="val 10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33475" y="48863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2057400" y="4705350"/>
            <a:ext cx="1333500" cy="533400"/>
          </a:xfrm>
          <a:prstGeom prst="roundRect">
            <a:avLst>
              <a:gd name="adj" fmla="val 10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2581275" y="48863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3505200" y="4705350"/>
            <a:ext cx="1333500" cy="533400"/>
          </a:xfrm>
          <a:prstGeom prst="roundRect">
            <a:avLst>
              <a:gd name="adj" fmla="val 10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029075" y="48863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4953000" y="4705350"/>
            <a:ext cx="1333500" cy="533400"/>
          </a:xfrm>
          <a:prstGeom prst="roundRect">
            <a:avLst>
              <a:gd name="adj" fmla="val 10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476875" y="48863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457950" y="48196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705600" y="4705350"/>
            <a:ext cx="3048000" cy="533400"/>
          </a:xfrm>
          <a:prstGeom prst="roundRect">
            <a:avLst>
              <a:gd name="adj" fmla="val 107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591425" y="488632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人群「开放日四人」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22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12" name="" descr="&lt;Slide notes={`人群工作区分三步走。&#10;&#10;第一步，切换到「人群」页签，点击「＋ 新建人群」，填写名称和用途。第二步，用「创建并管理 Agent」进入成员管理，勾选四位公共 Agent。第三步，点击「应用到人群草稿」，再按页面保存。&#10;&#10;保存完不要就走开，重开之后要逐一核对：名称对不对，稳定身份对不对，成员数量是不是四条独立记录。&#10;&#10;这里有一个容易误解的地方：重复选择同一个公共 Agent，后端会去重，只算一次；但如果不同的资源携带了相同的身份标识，系统会明确拒绝，而且不会靠显示名称去合并。&#10;&#10;我们这个案例四个姓名不一样，看起来不会撞，但仍然要核对它们是四条独立的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4　用 Crowd 组织一次选择&lt;/Text&gt;&#10;            &lt;Text style={{ fontSize: 34, fontWeight: 'bold', color: '#20344B' }}&gt;人群工作区：三步完成一次选择&lt;/Text&gt;&#10;        &lt;/Box&gt;&#10;    &lt;/Box&gt;&#10;&#10;    &lt;Box style={{ height: 540, flexDirection: 'column', justifyContent: 'center', gap: 20 }}&gt;&#10;&#10;        &lt;Box style={{ width: 1152, flexDirection: 'column', gap: 8 }}&gt;&#10;&#10;            &lt;Box style={{ width: 1152, height: 44, background: '#276FBF', borderRadius: 8, flexDirection: 'row', alignItems: 'center', justifyContent: 'space-between', padding: '0 18px' }}&gt;&#10;                &lt;Text style={{ fontSize: 14, color: '#FFFFFF' }}&gt;基础配置　·　智能体　·　人群&lt;/Text&gt;&#10;                &lt;Box style={{ width: 76, height: 22, background: '#FFFFFF', borderRadius: 6, justifyContent: 'center', alignItems: 'center' }}&gt;&#10;                    &lt;Text style={{ fontSize: 12, color: '#276FBF' }}&gt;示意&lt;/Text&gt;&#10;                &lt;/Box&gt;&#10;            &lt;/Box&gt;&#10;&#10;            &lt;Box style={{ width: 1152, height: 196, background: '#F4F7FA', borderRadius: 8, padding: 14, flexDirection: 'column', gap: 10 }}&gt;&#10;&#10;                &lt;Box style={{ flexDirection: 'row', gap: 10 }}&gt;&#10;                    &lt;Box style={{ width: 120, height: 30, background: '#FFFFFF', borderRadius: 6, justifyContent: 'center', alignItems: 'center' }}&gt;&#10;                        &lt;Text style={{ fontSize: 13, color: '#546779' }}&gt;智能体&lt;/Text&gt;&#10;                    &lt;/Box&gt;&#10;                    &lt;Box style={{ width: 120, height: 30, background: '#276FBF', borderRadius: 6, justifyContent: 'center', alignItems: 'center' }}&gt;&#10;                        &lt;Text style={{ fontSize: 13, color: '#FFFFFF' }}&gt;人群&lt;/Text&gt;&#10;                    &lt;/Box&gt;&#10;                &lt;/Box&gt;&#10;&#10;                &lt;Box style={{ flexDirection: 'row', gap: 12 }}&gt;&#10;                    &lt;Box style={{ width: 268, height: 40, background: '#ECF7F2', borderRadius: 6, justifyContent: 'center', alignItems: 'center' }}&gt;&#10;                        &lt;Text style={{ fontSize: 13, color: '#26816B' }}&gt;林岚　组织者&lt;/Text&gt;&#10;                    &lt;/Box&gt;&#10;                    &lt;Box style={{ width: 268, height: 40, background: '#ECF7F2', borderRadius: 6, justifyContent: 'center', alignItems: 'center' }}&gt;&#10;                        &lt;Text style={{ fontSize: 13, color: '#26816B' }}&gt;周宁　志愿者&lt;/Text&gt;&#10;                    &lt;/Box&gt;&#10;                    &lt;Box style={{ width: 268, height: 40, background: '#ECF7F2', borderRadius: 6, justifyContent: 'center', alignItems: 'center' }}&gt;&#10;                        &lt;Text style={{ fontSize: 13, color: '#26816B' }}&gt;陈晨　阅读访客&lt;/Text&gt;&#10;                    &lt;/Box&gt;&#10;                    &lt;Box style={{ width: 268, height: 40, background: '#ECF7F2', borderRadius: 6, justifyContent: 'center', alignItems: 'center' }}&gt;&#10;                        &lt;Text style={{ fontSize: 13, color: '#26816B' }}&gt;许安　手作访客&lt;/Text&gt;&#10;                    &lt;/Box&gt;&#10;                &lt;/Box&gt;&#10;&#10;                &lt;Box style={{ flexDirection: 'row', gap: 12 }}&gt;&#10;                    &lt;Box style={{ width: 220, height: 38, background: '#276FBF', borderRadius: 6, justifyContent: 'center', alignItems: 'center' }}&gt;&#10;                        &lt;Text style={{ fontSize: 13, color: '#FFFFFF' }}&gt;应用到人群草稿&lt;/Text&gt;&#10;                    &lt;/Box&gt;&#10;                    &lt;Box style={{ width: 110, height: 38, background: '#FFFFFF', borderRadius: 6, justifyContent: 'center', alignItems: 'center' }}&gt;&#10;                        &lt;Text style={{ fontSize: 13, color: '#546779' }}&gt;保存人群&lt;/Text&gt;&#10;                    &lt;/Box&gt;&#10;                &lt;/Box&gt;&#10;&#10;            &lt;/Box&gt;&#10;&#10;        &lt;/Box&gt;&#10;&#10;        &lt;Box style={{ flexDirection: 'row', gap: 36 }}&gt;&#10;&#10;            &lt;Box style={{ width: 360, height: 150, background: '#EDF4FC', borderRadius: 10, padding: 18, flexDirection: 'column', gap: 8 }}&gt;&#10;                &lt;Box style={{ flexDirection: 'row', alignItems: 'center', gap: 10 }}&gt;&#10;                    &lt;Box style={{ width: 30, height: 30, borderRadius: 6, background: '#276FBF', justifyContent: 'center', alignItems: 'center' }}&gt;&#10;                        &lt;Text style={{ fontSize: 15, fontWeight: 'bold', color: '#FFFFFF' }}&gt;1&lt;/Text&gt;&#10;                    &lt;/Box&gt;&#10;                    &lt;Text style={{ fontSize: 17, fontWeight: 'bold', color: '#20344B' }}&gt;新建人群&lt;/Text&gt;&#10;                &lt;/Box&gt;&#10;                &lt;Text style={{ fontSize: 14, color: '#546779', lineHeight: 1.55 }}&gt;点击「＋ 新建人群」，填写名称和用途&lt;/Text&gt;&#10;            &lt;/Box&gt;&#10;&#10;            &lt;Box style={{ width: 360, height: 150, background: '#EDF4FC', borderRadius: 10, padding: 18, flexDirection: 'column', gap: 8 }}&gt;&#10;                &lt;Box style={{ flexDirection: 'row', alignItems: 'center', gap: 10 }}&gt;&#10;                    &lt;Box style={{ width: 30, height: 30, borderRadius: 6, background: '#276FBF', justifyContent: 'center', alignItems: 'center' }}&gt;&#10;                        &lt;Text style={{ fontSize: 15, fontWeight: 'bold', color: '#FFFFFF' }}&gt;2&lt;/Text&gt;&#10;                    &lt;/Box&gt;&#10;                    &lt;Text style={{ fontSize: 17, fontWeight: 'bold', color: '#20344B' }}&gt;管理成员&lt;/Text&gt;&#10;                &lt;/Box&gt;&#10;                &lt;Text style={{ fontSize: 14, color: '#546779', lineHeight: 1.55 }}&gt;用「创建并管理 Agent」进入成员管理，选择四位公共 Agent&lt;/Text&gt;&#10;            &lt;/Box&gt;&#10;&#10;            &lt;Box style={{ width: 360, height: 150, background: '#ECF7F2', borderRadius: 10, padding: 18, flexDirection: 'column', gap: 8 }}&gt;&#10;                &lt;Box style={{ flexDirection: 'row', alignItems: 'center', gap: 10 }}&gt;&#10;                    &lt;Box style={{ width: 30, height: 30, borderRadius: 6, background: '#26816B', justifyContent: 'center', alignItems: 'center' }}&gt;&#10;                        &lt;Text style={{ fontSize: 15, fontWeight: 'bold', color: '#FFFFFF' }}&gt;3&lt;/Text&gt;&#10;                    &lt;/Box&gt;&#10;                    &lt;Text style={{ fontSize: 17, fontWeight: 'bold', color: '#20344B' }}&gt;应用并保存&lt;/Text&gt;&#10;                &lt;/Box&gt;&#10;                &lt;Text style={{ fontSize: 14, color: '#546779', lineHeight: 1.55 }}&gt;点击「应用到人群草稿」，再按页面保存；重开后逐一核对名称、稳定身份和成员数量&lt;/Text&gt;&#10;            &lt;/Box&gt;&#10;&#10;        &lt;/Box&gt;&#10;&#10;        &lt;Box style={{ width: 1152, height: 70, background: '#FFF4E6', borderRadius: 10, flexDirection: 'row', alignItems: 'center', padding: '0 20px', gap: 16 }}&gt;&#10;            &lt;Box style={{ width: 4, height: 42, background: '#CB6B28' }} /&gt;&#10;            &lt;Box style={{ flex: 1, flexDirection: 'column', gap: 3 }}&gt;&#10;                &lt;Text style={{ fontSize: 15, fontWeight: 'bold', color: '#CB6B28' }}&gt;同一公共 Agent 只展开一次；不同资源携带相同标识则明确拒绝&lt;/Text&gt;&#10;                &lt;Text style={{ fontSize: 14, color: '#546779' }}&gt;不能靠显示名称合并；四个姓名不同，也仍需核对四条独立记录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15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Crowd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组织一次选择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人群工作区：三步完成一次选择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" y="1295400"/>
            <a:ext cx="109728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81050" y="142875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基础配置　·　智能体　·　人群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10687050" y="1400175"/>
            <a:ext cx="723900" cy="20955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0934700" y="14382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76FB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1790700"/>
            <a:ext cx="10972800" cy="1866900"/>
          </a:xfrm>
          <a:prstGeom prst="roundRect">
            <a:avLst>
              <a:gd name="adj" fmla="val 40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742950" y="1924050"/>
            <a:ext cx="11430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33475" y="19907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1981200" y="1924050"/>
            <a:ext cx="1143000" cy="28575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2428875" y="19907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人群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742950" y="2305050"/>
            <a:ext cx="2552700" cy="381000"/>
          </a:xfrm>
          <a:prstGeom prst="roundRect">
            <a:avLst>
              <a:gd name="adj" fmla="val 1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647825" y="24193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林岚　组织者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409950" y="2305050"/>
            <a:ext cx="2552700" cy="381000"/>
          </a:xfrm>
          <a:prstGeom prst="roundRect">
            <a:avLst>
              <a:gd name="adj" fmla="val 1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314825" y="24193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周宁　志愿者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076950" y="2305050"/>
            <a:ext cx="2552700" cy="381000"/>
          </a:xfrm>
          <a:prstGeom prst="roundRect">
            <a:avLst>
              <a:gd name="adj" fmla="val 1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924675" y="24193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陈晨　阅读访客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8743950" y="2305050"/>
            <a:ext cx="2552700" cy="381000"/>
          </a:xfrm>
          <a:prstGeom prst="roundRect">
            <a:avLst>
              <a:gd name="adj" fmla="val 1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9591675" y="24193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许安　手作访客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742950" y="2781300"/>
            <a:ext cx="2095500" cy="361950"/>
          </a:xfrm>
          <a:prstGeom prst="roundRect">
            <a:avLst>
              <a:gd name="adj" fmla="val 1578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362075" y="28860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应用到人群草稿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2952750" y="2781300"/>
            <a:ext cx="10477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3228975" y="28860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保存人群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3848100"/>
            <a:ext cx="34290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781050" y="40195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76300" y="4076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162050" y="40671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新建人群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81050" y="438150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点击「＋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新建人群」，填写名称和用途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4381500" y="3848100"/>
            <a:ext cx="34290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4552950" y="40195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648200" y="4076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933950" y="40671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管理成员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552950" y="4381500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用「创建并管理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」进入成员管理，选择四位公共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8153400" y="3848100"/>
            <a:ext cx="34290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8324850" y="40195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420100" y="4076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705850" y="40671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应用并保存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24850" y="4381500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点击「应用到人群草稿」，再按页面保存；重开后逐一核对名称、稳定身份和成员数量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09600" y="5467350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800100" y="5600700"/>
            <a:ext cx="38100" cy="4000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990600" y="5619750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同一公共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只展开一次；不同资源携带相同标识则明确拒绝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90600" y="5819775"/>
            <a:ext cx="1040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不能靠显示名称合并；四个姓名不同，也仍需核对四条独立记录。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22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59" name="" descr="&lt;Slide notes={`模型配置这一块，最需要建立的意识是：填完表单，只是把配置存下来。&#10;&#10;基础配置的「模型」页有「＋ 新建模型」。按实际服务填写配置名称、模型 ID、服务地址和 API Key。表单里还有超时；如果是聊天配置，还会包含最大输出 tokens 和 Temperature。&#10;&#10;保存之后才可以点「测试连接」。如果有未保存的修改，应该先保存再测。&#10;&#10;还有一点要注意：连接测试会真的去访问你配置的那个服务。所以它的结果应该记录成「这次配置的一次观察」，而不是「整场仿真已经通过」。&#10;&#10;模型 API 的协议以系统网关实际支持的为准，不能把第二章 Responses 示例里的全部参数直接搬过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Text style={{ fontSize: 15, color: '#546779' }}&gt;3.2.5　模型配置：可选择不等于已经可用&lt;/Text&gt;&#10;    &lt;/Box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5&lt;/Text&gt;&#10;            &lt;/Box&gt;&#10;            &lt;Text style={{ fontSize: 16, color: '#546779' }}&gt;3.2.5&lt;/Text&gt;&#10;        &lt;/Box&gt;&#10;&#10;        &lt;Text style={{ fontSize: 56, fontWeight: 'bold', color: '#20344B', lineHeight: 1.15 }}&gt;填完表单，只是把配置存下来&lt;/Text&gt;&#10;&#10;        &lt;Box style={{ width: 640, height: 4, background: '#276FBF' }} /&gt;&#10;&#10;        &lt;Text style={{ fontSize: 19, color: '#546779', lineHeight: 1.7 }}&gt;可选择不等于已经可用，连接要单独测试。&lt;/Text&gt;&#10;&#10;        &lt;Box style={{ flexDirection: 'row', alignItems: 'center', marginTop: 6 }}&gt;&#10;            &lt;Box style={{ width: 500, height: 64, background: '#EDF4FC', borderRadius: 6, justifyContent: 'center', alignItems: 'center' }}&gt;&#10;                &lt;Text style={{ fontSize: 17, color: '#276FBF' }}&gt;聊天配置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500, height: 64, background: '#ECF7F2', borderRadius: 6, justifyContent: 'center', alignItems: 'center' }}&gt;&#10;                &lt;Text style={{ fontSize: 17, color: '#26816B' }}&gt;Embedding 配置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16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38200" y="581025"/>
            <a:ext cx="2609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3.2.5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模型配置：可选择不等于已经可用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09600" y="21621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14375" y="22669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295400" y="23336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3.2.5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填完表单，只是把配置存下来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38195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09600" y="40481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可选择不等于已经可用，连接要单独测试。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4667250"/>
            <a:ext cx="4762500" cy="609600"/>
          </a:xfrm>
          <a:prstGeom prst="roundRect">
            <a:avLst>
              <a:gd name="adj" fmla="val 93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2667000" y="48768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聊天配置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543550" y="48196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5791200" y="4667250"/>
            <a:ext cx="4762500" cy="609600"/>
          </a:xfrm>
          <a:prstGeom prst="roundRect">
            <a:avLst>
              <a:gd name="adj" fmla="val 93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543800" y="4876800"/>
            <a:ext cx="1266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6816B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配置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22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notes={`新建模型在基础配置的「模型」页，按钮是「＋ 新建模型」。表单按实际服务填写配置名称、模型 ID、服务地址和 API Key；当前表单还提供超时，聊天配置里还有最大输出 tokens 和 Temperature。&#10;&#10;有两点要注意。第一，聊天和 Embedding 是不同用途，可以分别准备配置；实验创建页会要求选择相应项目，不要随手填一个不存在的模型名称来通过表单。第二，密钥由本机凭据设施管理，表单不回显已保存的密钥，换到另一台机器运行需要重新提供环境。&#10;&#10;保存之后才可以点「测试连接」，有未保存修改时应先保存。测试会真的访问所配置的服务，它只说明这次配置的一次观察，不代表整场仿真已通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5　模型配置：可选择不等于已经可用&lt;/Text&gt;&#10;            &lt;Text style={{ fontSize: 34, fontWeight: 'bold', color: '#20344B' }}&gt;「＋ 新建模型」的表单结构&lt;/Text&gt;&#10;        &lt;/Box&gt;&#10;    &lt;/Box&gt;&#10;&#10;    &lt;Box style={{ height: 540, flexDirection: 'column', justifyContent: 'center', gap: 18 }}&gt;&#10;&#10;        &lt;Box style={{ width: 1152, flexDirection: 'column', gap: 8 }}&gt;&#10;&#10;            &lt;Box style={{ width: 1152, height: 48, background: '#276FBF', borderRadius: 8, flexDirection: 'row', alignItems: 'center', justifyContent: 'space-between', padding: '0 18px' }}&gt;&#10;                &lt;Text style={{ fontSize: 15, color: '#FFFFFF' }}&gt;基础配置　·　模型　·　新建模型&lt;/Text&gt;&#10;                &lt;Box style={{ width: 76, height: 22, background: '#FFFFFF', borderRadius: 6, justifyContent: 'center', alignItems: 'center' }}&gt;&#10;                    &lt;Text style={{ fontSize: 12, color: '#276FBF' }}&gt;示意&lt;/Text&gt;&#10;                &lt;/Box&gt;&#10;            &lt;/Box&gt;&#10;&#10;            &lt;Box style={{ width: 1152, height: 380, flexDirection: 'row' }}&gt;&#10;&#10;                &lt;Box style={{ width: 200, height: 380, background: '#EDF4FC', borderRadius: 8, padding: 12, flexDirection: 'column', gap: 8 }}&gt;&#10;                    &lt;Text style={{ fontSize: 12, color: '#546779' }}&gt;用途&lt;/Text&gt;&#10;                    &lt;Box style={{ width: 176, height: 34, background: '#276FBF', borderRadius: 6, justifyContent: 'center', alignItems: 'center' }}&gt;&#10;                        &lt;Text style={{ fontSize: 13, color: '#FFFFFF' }}&gt;聊天&lt;/Text&gt;&#10;                    &lt;/Box&gt;&#10;                    &lt;Box style={{ width: 176, height: 34, background: '#FFFFFF', borderRadius: 6, justifyContent: 'center', alignItems: 'center' }}&gt;&#10;                        &lt;Text style={{ fontSize: 13, color: '#546779' }}&gt;Embedding&lt;/Text&gt;&#10;                    &lt;/Box&gt;&#10;                    &lt;Text style={{ fontSize: 12, color: '#546779', marginTop: 4 }}&gt;说明&lt;/Text&gt;&#10;                    &lt;Text style={{ fontSize: 12, color: '#546779', lineHeight: 1.5 }}&gt;两种用途可以分别准备配置。&lt;/Text&gt;&#10;                &lt;/Box&gt;&#10;&#10;                &lt;Box style={{ width: 952, height: 380, background: '#F4F7FA', borderRadius: 8, padding: 14, flexDirection: 'column', gap: 10 }}&gt;&#10;&#10;                    &lt;Text style={{ fontSize: 14, fontWeight: 'bold', color: '#20344B' }}&gt;填写连接与聊天参数&lt;/Text&gt;&#10;&#10;                    &lt;Box style={{ flexDirection: 'row', gap: 32 }}&gt;&#10;&#10;                        &lt;Box style={{ width: 440, flexDirection: 'column', gap: 8 }}&gt;&#10;                            &lt;Text style={{ fontSize: 15, fontWeight: 'bold', color: '#276FBF' }}&gt;连接&lt;/Text&gt;&#10;                            &lt;Box style={{ width: 440, height: 50, background: '#FFFFFF', borderRadius: 6, flexDirection: 'row', alignItems: 'center', padding: '0 14px', gap: 10 }}&gt;&#10;                                &lt;Box style={{ width: 110 }}&gt;&lt;Text style={{ fontSize: 13, color: '#546779' }}&gt;配置名称&lt;/Text&gt;&lt;/Box&gt;&#10;                                &lt;Box style={{ flex: 1 }}&gt;&lt;Text style={{ fontSize: 13, color: '#20344B' }}&gt;开放日聊天&lt;/Text&gt;&lt;/Box&gt;&#10;                            &lt;/Box&gt;&#10;                            &lt;Box style={{ width: 440, height: 50, background: '#FFFFFF', borderRadius: 6, flexDirection: 'row', alignItems: 'center', padding: '0 14px', gap: 10 }}&gt;&#10;                                &lt;Box style={{ width: 110 }}&gt;&lt;Text style={{ fontSize: 13, color: '#546779' }}&gt;模型 ID&lt;/Text&gt;&lt;/Box&gt;&#10;                                &lt;Box style={{ flex: 1 }}&gt;&lt;Text style={{ fontSize: 13, color: '#20344B' }}&gt;按网关实际支持填写&lt;/Text&gt;&lt;/Box&gt;&#10;                            &lt;/Box&gt;&#10;                            &lt;Box style={{ width: 440, height: 50, background: '#FFFFFF', borderRadius: 6, flexDirection: 'row', alignItems: 'center', padding: '0 14px', gap: 10 }}&gt;&#10;                                &lt;Box style={{ width: 110 }}&gt;&lt;Text style={{ fontSize: 13, color: '#546779' }}&gt;服务地址&lt;/Text&gt;&lt;/Box&gt;&#10;                                &lt;Box style={{ flex: 1 }}&gt;&lt;Text style={{ fontSize: 13, color: '#B5C7D8' }}&gt;填写实际服务地址&lt;/Text&gt;&lt;/Box&gt;&#10;                            &lt;/Box&gt;&#10;                            &lt;Box style={{ width: 440, height: 50, background: '#FFF4E6', borderRadius: 6, flexDirection: 'row', alignItems: 'center', padding: '0 14px', gap: 10 }}&gt;&#10;                                &lt;Box style={{ width: 110 }}&gt;&lt;Text style={{ fontSize: 13, color: '#CB6B28' }}&gt;API Key&lt;/Text&gt;&lt;/Box&gt;&#10;                                &lt;Box style={{ flex: 1 }}&gt;&lt;Text style={{ fontSize: 13, color: '#CB6B28' }}&gt;不回显已保存的密钥&lt;/Text&gt;&lt;/Box&gt;&#10;                            &lt;/Box&gt;&#10;                            &lt;Box style={{ width: 440, height: 50, background: '#FFFFFF', borderRadius: 6, flexDirection: 'row', alignItems: 'center', padding: '0 14px', gap: 10 }}&gt;&#10;                                &lt;Box style={{ width: 110 }}&gt;&lt;Text style={{ fontSize: 13, color: '#546779' }}&gt;超时&lt;/Text&gt;&lt;/Box&gt;&#10;                                &lt;Box style={{ flex: 1 }}&gt;&lt;Text style={{ fontSize: 13, color: '#B5C7D8' }}&gt;按服务实际情况填写&lt;/Text&gt;&lt;/Box&gt;&#10;                            &lt;/Box&gt;&#10;                        &lt;/Box&gt;&#10;&#10;                        &lt;Box style={{ width: 440, flexDirection: 'column', gap: 8 }}&gt;&#10;                            &lt;Text style={{ fontSize: 15, fontWeight: 'bold', color: '#276FBF' }}&gt;聊天参数&lt;/Text&gt;&#10;                            &lt;Box style={{ width: 440, height: 50, background: '#FFFFFF', borderRadius: 6, flexDirection: 'row', alignItems: 'center', padding: '0 14px', gap: 10 }}&gt;&#10;                                &lt;Box style={{ width: 110 }}&gt;&lt;Text style={{ fontSize: 13, color: '#546779' }}&gt;最大输出&lt;/Text&gt;&lt;/Box&gt;&#10;                                &lt;Box style={{ flex: 1 }}&gt;&lt;Text style={{ fontSize: 13, color: '#B5C7D8' }}&gt;tokens 上限&lt;/Text&gt;&lt;/Box&gt;&#10;                            &lt;/Box&gt;&#10;                            &lt;Box style={{ width: 440, height: 50, background: '#FFFFFF', borderRadius: 6, flexDirection: 'row', alignItems: 'center', padding: '0 14px', gap: 10 }}&gt;&#10;                                &lt;Box style={{ width: 110 }}&gt;&lt;Text style={{ fontSize: 13, color: '#546779' }}&gt;Temperature&lt;/Text&gt;&lt;/Box&gt;&#10;                                &lt;Box style={{ flex: 1 }}&gt;&lt;Text style={{ fontSize: 13, color: '#B5C7D8' }}&gt;输出风格参数&lt;/Text&gt;&lt;/Box&gt;&#10;                            &lt;/Box&gt;&#10;                            &lt;Box style={{ width: 440, height: 158, background: '#FFFFFF', borderRadius: 6, padding: 14, flexDirection: 'column', justifyContent: 'center', gap: 8 }}&gt;&#10;                                &lt;Text style={{ fontSize: 14, fontWeight: 'bold', color: '#20344B' }}&gt;Embedding 是另一种用途&lt;/Text&gt;&#10;                                &lt;Text style={{ fontSize: 13, color: '#546779', lineHeight: 1.55 }}&gt;实验创建页会要求选择相应的项目；不要随手填入一个并不存在的模型名称来通过表单。&lt;/Text&gt;&#10;                            &lt;/Box&gt;&#10;                        &lt;/Box&gt;&#10;&#10;                    &lt;/Box&gt;&#10;&#10;                &lt;/Box&gt;&#10;&#10;            &lt;/Box&gt;&#10;&#10;        &lt;/Box&gt;&#10;&#10;        &lt;Box style={{ width: 1152, height: 64, background: '#FFF4E6', borderRadius: 10, flexDirection: 'row', alignItems: 'center', padding: '0 20px', gap: 16 }}&gt;&#10;            &lt;Box style={{ width: 4, height: 40, background: '#CB6B28' }} /&gt;&#10;            &lt;Box style={{ flex: 1, flexDirection: 'column', gap: 3 }}&gt;&#10;                &lt;Text style={{ fontSize: 15, fontWeight: 'bold', color: '#CB6B28' }}&gt;保存后才可「测试连接」；有未保存修改时应先保存&lt;/Text&gt;&#10;                &lt;Text style={{ fontSize: 14, color: '#546779' }}&gt;连接测试只说明这次配置的一次观察，不代表整场仿真已经通过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17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99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模型配置：可选择不等于已经可用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990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「＋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新建模型」的表单结构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09600" y="1247775"/>
            <a:ext cx="109728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81050" y="1390650"/>
            <a:ext cx="2076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基础配置　·　模型　·　新建模型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10687050" y="1371600"/>
            <a:ext cx="723900" cy="20955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0934700" y="14097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76FB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09600" y="1781175"/>
            <a:ext cx="1905000" cy="36195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23900" y="1895475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用途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723900" y="2114550"/>
            <a:ext cx="167640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438275" y="22002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聊天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723900" y="2514600"/>
            <a:ext cx="16764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219200" y="2600325"/>
            <a:ext cx="685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Embedding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23900" y="295275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说明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23900" y="3171825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两种用途可以分别准备配置。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2514600" y="1781175"/>
            <a:ext cx="9067800" cy="3619500"/>
          </a:xfrm>
          <a:prstGeom prst="roundRect">
            <a:avLst>
              <a:gd name="adj" fmla="val 21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2647950" y="1914525"/>
            <a:ext cx="880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填写连接与聊天参数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2647950" y="2171700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连接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2647950" y="241935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2781300" y="2581275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配置名称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3924300" y="2581275"/>
            <a:ext cx="2781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开放日聊天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2647950" y="297180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2781300" y="3133725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模型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3924300" y="3133725"/>
            <a:ext cx="2781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按网关实际支持填写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2647950" y="352425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2781300" y="3686175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服务地址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924300" y="3686175"/>
            <a:ext cx="2781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填写实际服务地址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2647950" y="407670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2781300" y="4238625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API Key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924300" y="4238625"/>
            <a:ext cx="2781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不回显已保存的密钥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2647950" y="462915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2781300" y="4791075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超时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3924300" y="4791075"/>
            <a:ext cx="2781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按服务实际情况填写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143750" y="2171700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聊天参数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143750" y="241935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277100" y="2581275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最大输出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420100" y="2581275"/>
            <a:ext cx="2781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5C7D8"/>
                </a:solidFill>
                <a:latin typeface="Microsoft YaHei"/>
                <a:ea typeface="Microsoft YaHei"/>
              </a:rPr>
              <a:t xml:space="preserve">tokens </a:t>
            </a: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上限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7143750" y="2971800"/>
            <a:ext cx="41910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277100" y="3133725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Temperature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420100" y="3133725"/>
            <a:ext cx="2781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输出风格参数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7143750" y="3524250"/>
            <a:ext cx="4191000" cy="150495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277100" y="3924300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是另一种用途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277100" y="4162425"/>
            <a:ext cx="3924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实验创建页会要求选择相应的项目；不要随手填入一个并不存在的模型名称来通过表单。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609600" y="5572125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800100" y="56864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990600" y="5695950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保存后才可「测试连接」；有未保存修改时应先保存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990600" y="5895975"/>
            <a:ext cx="1040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连接测试只说明这次配置的一次观察，不代表整场仿真已经通过。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22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27" name="" descr="&lt;Slide notes={`聊天和 Embedding 是两种不同的用途，可以分别准备配置。&#10;&#10;聊天配置用来生成对话内容，表单里包含最大输出 tokens 和 Temperature，它们影响输出的长度和风格。Embedding 配置把文本转成向量，主要服务于记忆检索这类需求。实验创建页会要求你选择相应的项目，所以两种配置要分清楚准备。&#10;&#10;关于密钥，有几件事要记住。密钥由本机的凭据设施管理，表单不会回显已经保存的密钥。交换包保存的是凭据环境变量的引用，不携带密钥本体；换到另一台机器运行，需要重新提供相应环境。&#10;&#10;还有一点，公共配置的修改不会自动更新已经建好的实验，这和前面讲的副本关系是一致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5　模型配置：可选择不等于已经可用&lt;/Text&gt;&#10;            &lt;Text style={{ fontSize: 34, fontWeight: 'bold', color: '#20344B' }}&gt;聊天与 Embedding 是两种用途&lt;/Text&gt;&#10;        &lt;/Box&gt;&#10;    &lt;/Box&gt;&#10;&#10;    &lt;Box style={{ height: 540, flexDirection: 'column', justifyContent: 'center', gap: 24 }}&gt;&#10;&#10;        &lt;Box style={{ flexDirection: 'row', gap: 48 }}&gt;&#10;&#10;            &lt;Box style={{ width: 552, height: 250, background: '#EDF4FC', borderRadius: 10, padding: 20, flexDirection: 'column', justifyContent: 'center', gap: 10 }}&gt;&#10;                &lt;Text style={{ fontSize: 15, fontWeight: 'bold', color: '#276FBF' }}&gt;聊天&lt;/Text&gt;&#10;                &lt;Text style={{ fontSize: 22, fontWeight: 'bold', color: '#20344B' }}&gt;生成对话内容&lt;/Text&gt;&#10;                &lt;Text style={{ fontSize: 15, color: '#546779', lineHeight: 1.6 }}&gt;表单包含最大输出 tokens 与 Temperature，影响输出的长度与风格。&lt;/Text&gt;&#10;            &lt;/Box&gt;&#10;&#10;            &lt;Box style={{ width: 552, height: 250, background: '#ECF7F2', borderRadius: 10, padding: 20, flexDirection: 'column', justifyContent: 'center', gap: 10 }}&gt;&#10;                &lt;Text style={{ fontSize: 15, fontWeight: 'bold', color: '#26816B' }}&gt;Embedding&lt;/Text&gt;&#10;                &lt;Text style={{ fontSize: 22, fontWeight: 'bold', color: '#20344B' }}&gt;把文本转成向量&lt;/Text&gt;&#10;                &lt;Text style={{ fontSize: 15, color: '#546779', lineHeight: 1.6 }}&gt;服务于记忆检索这类需求；实验创建页会要求选择相应项目。&lt;/Text&gt;&#10;            &lt;/Box&gt;&#10;&#10;        &lt;/Box&gt;&#10;&#10;        &lt;Box style={{ width: 1152, height: 190, background: '#FFF4E6', borderRadius: 10, flexDirection: 'row', alignItems: 'center', padding: '0 20px', gap: 16 }}&gt;&#10;            &lt;Box style={{ width: 4, height: 120, background: '#CB6B28' }} /&gt;&#10;            &lt;Box style={{ flex: 1, flexDirection: 'column', gap: 9 }}&gt;&#10;                &lt;Text style={{ fontSize: 17, fontWeight: 'bold', color: '#CB6B28' }}&gt;密钥由本机凭据设施管理&lt;/Text&gt;&#10;                &lt;Text style={{ fontSize: 15, color: '#546779', lineHeight: 1.5 }}&gt;表单不回显已保存的密钥；交换包保存的是凭据环境变量引用，不携带密钥本体。&lt;/Text&gt;&#10;                &lt;Text style={{ fontSize: 15, color: '#546779', lineHeight: 1.5 }}&gt;换到另一台机器运行，需要重新提供相应环境。&lt;/Text&gt;&#10;                &lt;Text style={{ fontSize: 15, color: '#CB6B28', lineHeight: 1.5 }}&gt;公共配置的修改，也不会自动更新已经建好的实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18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模型配置：可选择不等于已经可用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648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聊天与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Embedding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是两种用途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09600" y="1504950"/>
            <a:ext cx="5257800" cy="238125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00100" y="224790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聊天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00100" y="2514600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生成对话内容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00100" y="286702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表单包含最大输出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Temperature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，影响输出的长度与风格。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324600" y="1504950"/>
            <a:ext cx="5257800" cy="2381250"/>
          </a:xfrm>
          <a:prstGeom prst="roundRect">
            <a:avLst>
              <a:gd name="adj" fmla="val 4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515100" y="224790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Embedding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515100" y="2514600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把文本转成向量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515100" y="286702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服务于记忆检索这类需求；实验创建页会要求选择相应项目。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09600" y="4114800"/>
            <a:ext cx="10972800" cy="1809750"/>
          </a:xfrm>
          <a:prstGeom prst="roundRect">
            <a:avLst>
              <a:gd name="adj" fmla="val 526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800100" y="4448175"/>
            <a:ext cx="38100" cy="1143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990600" y="4410075"/>
            <a:ext cx="1040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密钥由本机凭据设施管理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90600" y="4695825"/>
            <a:ext cx="10401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表单不回显已保存的密钥；交换包保存的是凭据环境变量引用，不携带密钥本体。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990600" y="5038725"/>
            <a:ext cx="10401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换到另一台机器运行，需要重新提供相应环境。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90600" y="5381625"/>
            <a:ext cx="10401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公共配置的修改，也不会自动更新已经建好的实验。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22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48" name="" descr="&lt;Slide notes={`最后一个知识块讲核对方式。同一份作者材料，需要从三个方向分别看。&#10;&#10;第一个方向是稳定 ID，它回答「这是哪一个资源」。第二个方向是内容摘要，用来辨识实际保存了什么内容。第三个方向是实验装配，它指定人物在青禾的初始位置和已经知道的空间。&#10;&#10;这三条分支回答的是不同的问题，不能互相代替。改名不是发布新版本，保存也不是建立一个业务 Revision。代码里的并发控制字段，是为了避免覆盖同时发生的编辑，不能据此发明出「发布后自动跟随最新」这种资源关系。&#10;&#10;所以修改人物资料和改变它的落点，要在各自对应的范围里分别确认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Text style={{ fontSize: 15, color: '#546779' }}&gt;3.2.6　稳定身份、直接编辑与整理资源&lt;/Text&gt;&#10;    &lt;/Box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6&lt;/Text&gt;&#10;            &lt;/Box&gt;&#10;            &lt;Text style={{ fontSize: 16, color: '#546779' }}&gt;3.2.6&lt;/Text&gt;&#10;        &lt;/Box&gt;&#10;&#10;        &lt;Text style={{ fontSize: 56, fontWeight: 'bold', color: '#20344B', lineHeight: 1.15 }}&gt;同一份材料，要分别核对&lt;/Text&gt;&#10;&#10;        &lt;Box style={{ width: 640, height: 4, background: '#276FBF' }} /&gt;&#10;&#10;        &lt;Text style={{ fontSize: 19, color: '#546779', lineHeight: 1.7 }}&gt;身份、内容、装配回答三个不同的问题。&lt;/Text&gt;&#10;&#10;        &lt;Box style={{ marginTop: 6, flexDirection: 'column', alignItems: 'center', gap: 12 }}&gt;&#10;            &lt;Box style={{ width: 480, height: 56, background: '#F7F3E8', borderRadius: 6, justifyContent: 'center', alignItems: 'center' }}&gt;&#10;                &lt;Text style={{ fontSize: 15, color: '#20344B' }}&gt;同一份作者材料&lt;/Text&gt;&#10;            &lt;/Box&gt;&#10;            &lt;Box style={{ width: 480, height: 28, justifyContent: 'center', alignItems: 'center' }}&gt;&#10;                &lt;Text style={{ fontSize: 20, color: '#276FBF' }}&gt;↓&lt;/Text&gt;&#10;            &lt;/Box&gt;&#10;            &lt;Box style={{ flexDirection: 'row', gap: 24 }}&gt;&#10;                &lt;Box style={{ width: 300, height: 56, background: '#EDF4FC', borderRadius: 6, justifyContent: 'center', alignItems: 'center' }}&gt;&#10;                    &lt;Text style={{ fontSize: 15, color: '#276FBF' }}&gt;稳定 ID&lt;/Text&gt;&#10;                &lt;/Box&gt;&#10;                &lt;Box style={{ width: 300, height: 56, background: '#EDF4FC', borderRadius: 6, justifyContent: 'center', alignItems: 'center' }}&gt;&#10;                    &lt;Text style={{ fontSize: 15, color: '#276FBF' }}&gt;内容摘要&lt;/Text&gt;&#10;                &lt;/Box&gt;&#10;                &lt;Box style={{ width: 300, height: 56, background: '#ECF7F2', borderRadius: 6, justifyContent: 'center', alignItems: 'center' }}&gt;&#10;                    &lt;Text style={{ fontSize: 15, color: '#26816B' }}&gt;实验装配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19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38200" y="581025"/>
            <a:ext cx="2466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3.2.6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稳定身份、直接编辑与整理资源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09600" y="16859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14375" y="17907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295400" y="18573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3.2.6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09600" y="24098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同一份材料，要分别核对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09600" y="33432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" y="35718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身份、内容、装配回答三个不同的问题。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3810000" y="4191000"/>
            <a:ext cx="4572000" cy="533400"/>
          </a:xfrm>
          <a:prstGeom prst="roundRect">
            <a:avLst>
              <a:gd name="adj" fmla="val 1071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600700" y="43719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同一份作者材料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048375" y="48577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1581150" y="5219700"/>
            <a:ext cx="2857500" cy="533400"/>
          </a:xfrm>
          <a:prstGeom prst="roundRect">
            <a:avLst>
              <a:gd name="adj" fmla="val 10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2771775" y="54006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稳定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667250" y="5219700"/>
            <a:ext cx="2857500" cy="533400"/>
          </a:xfrm>
          <a:prstGeom prst="roundRect">
            <a:avLst>
              <a:gd name="adj" fmla="val 10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810250" y="5400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内容摘要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7753350" y="5219700"/>
            <a:ext cx="2857500" cy="533400"/>
          </a:xfrm>
          <a:prstGeom prst="roundRect">
            <a:avLst>
              <a:gd name="adj" fmla="val 107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896350" y="5400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实验装配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22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03" name="" descr="&lt;Slide notes={`同一份作者材料，需要从三个方向分别核对。&#10;&#10;稳定 ID 回答「这是哪一个资源」。它是最硬的身份依据，改名不会改变它。内容摘要用来辨识实际保存的内容，帮助确认这次改的到底是不是这一份。实验装配指定人物在青禾的初始位置和已经知道的空间，也就是落点。&#10;&#10;要特别注意：显示名称不能代替身份。两个资源可以叫同一个名字，也可能带着同一个标识被复制。改名不是发布新版本，保存也不是建立一个业务 Revision。&#10;&#10;所以修改人物资料，和改变它在青禾的落点，要在对应的范围里分别核对。公共侧的修改，也不会自动更新已经导入的实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6　稳定身份、直接编辑与整理资源&lt;/Text&gt;&#10;            &lt;Text style={{ fontSize: 34, fontWeight: 'bold', color: '#20344B' }}&gt;三件事分别核对&lt;/Text&gt;&#10;        &lt;/Box&gt;&#10;    &lt;/Box&gt;&#10;&#10;    &lt;Box style={{ height: 540, flexDirection: 'column', justifyContent: 'center', gap: 20 }}&gt;&#10;&#10;        &lt;Box style={{ flexDirection: 'column', alignItems: 'center', gap: 0 }}&gt;&#10;            &lt;Box style={{ width: 520, height: 64, background: '#F7F3E8', borderRadius: 8, justifyContent: 'center', alignItems: 'center' }}&gt;&#10;                &lt;Text style={{ fontSize: 17, fontWeight: 'bold', color: '#20344B' }}&gt;同一份作者材料，需要分别核对&lt;/Text&gt;&#10;            &lt;/Box&gt;&#10;            &lt;Box style={{ width: 520, height: 30, justifyContent: 'center', alignItems: 'center' }}&gt;&#10;                &lt;Text style={{ fontSize: 22, color: '#276FBF' }}&gt;↓&lt;/Text&gt;&#10;            &lt;/Box&gt;&#10;        &lt;/Box&gt;&#10;&#10;        &lt;Box style={{ flexDirection: 'row', gap: 36 }}&gt;&#10;&#10;            &lt;Box style={{ width: 340, height: 150, background: '#EDF4FC', borderRadius: 10, padding: 18, flexDirection: 'column', gap: 8 }}&gt;&#10;                &lt;Text style={{ fontSize: 19, fontWeight: 'bold', color: '#276FBF' }}&gt;稳定 ID&lt;/Text&gt;&#10;                &lt;Text style={{ fontSize: 14, color: '#546779', lineHeight: 1.6 }}&gt;确认这是哪一个资源；改名不会改变它&lt;/Text&gt;&#10;            &lt;/Box&gt;&#10;&#10;            &lt;Box style={{ width: 340, height: 150, background: '#EDF4FC', borderRadius: 10, padding: 18, flexDirection: 'column', gap: 8 }}&gt;&#10;                &lt;Text style={{ fontSize: 19, fontWeight: 'bold', color: '#276FBF' }}&gt;内容摘要&lt;/Text&gt;&#10;                &lt;Text style={{ fontSize: 14, color: '#546779', lineHeight: 1.6 }}&gt;辨识实际保存了什么内容&lt;/Text&gt;&#10;            &lt;/Box&gt;&#10;&#10;            &lt;Box style={{ width: 340, height: 150, background: '#ECF7F2', borderRadius: 10, padding: 18, flexDirection: 'column', gap: 8 }}&gt;&#10;                &lt;Text style={{ fontSize: 19, fontWeight: 'bold', color: '#26816B' }}&gt;实验装配&lt;/Text&gt;&#10;                &lt;Text style={{ fontSize: 14, color: '#546779', lineHeight: 1.6 }}&gt;指定人物初始位置与已知空间；公共侧存资料与图片，副本侧存出生装配&lt;/Text&gt;&#10;            &lt;/Box&gt;&#10;&#10;        &lt;/Box&gt;&#10;&#10;        &lt;Box style={{ flexDirection: 'column', alignItems: 'center', gap: 0 }}&gt;&#10;            &lt;Box style={{ width: 520, height: 30, justifyContent: 'center', alignItems: 'center' }}&gt;&#10;                &lt;Text style={{ fontSize: 22, color: '#CB6B28' }}&gt;↓&lt;/Text&gt;&#10;            &lt;/Box&gt;&#10;        &lt;/Box&gt;&#10;&#10;        &lt;Box style={{ width: 1152, height: 96, background: '#FFF4E6', borderRadius: 10, flexDirection: 'row', alignItems: 'center', padding: '0 20px', gap: 16 }}&gt;&#10;            &lt;Box style={{ width: 4, height: 56, background: '#CB6B28' }} /&gt;&#10;            &lt;Box style={{ flex: 1, flexDirection: 'column', gap: 4 }}&gt;&#10;                &lt;Text style={{ fontSize: 17, fontWeight: 'bold', color: '#CB6B28' }}&gt;显示名称不能代替身份&lt;/Text&gt;&#10;                &lt;Text style={{ fontSize: 15, color: '#546779' }}&gt;直接编辑不创建业务 Revision；公共修改不会自动更新已经导入的实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20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稳定身份、直接编辑与整理资源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305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三件事分别核对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3619500" y="1666875"/>
            <a:ext cx="4953000" cy="6096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4962525" y="1876425"/>
            <a:ext cx="226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同一份作者材料，需要分别核对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048375" y="229552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09600" y="2752725"/>
            <a:ext cx="32385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781050" y="2924175"/>
            <a:ext cx="289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稳定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781050" y="321945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确认这是哪一个资源；改名不会改变它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4191000" y="2752725"/>
            <a:ext cx="32385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4362450" y="2924175"/>
            <a:ext cx="289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内容摘要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4362450" y="321945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辨识实际保存了什么内容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7772400" y="2752725"/>
            <a:ext cx="32385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943850" y="2924175"/>
            <a:ext cx="289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实验装配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7943850" y="3219450"/>
            <a:ext cx="2895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指定人物初始位置与已知空间；公共侧存资料与图片，副本侧存出生装配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048375" y="439102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609600" y="48482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800100" y="503872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990600" y="5105400"/>
            <a:ext cx="1040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显示名称不能代替身份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990600" y="5343525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直接编辑不创建业务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Revision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；公共修改不会自动更新已经导入的实验。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22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27" name="" descr="&lt;Slide notes={`最后说整理资源，以及这一节的交付。&#10;&#10;当前公共资源页面提供删除操作。删除公共资源不影响已经导入实验的物理副本；不过练习时要选专门的副本，不要删掉还在用于作者工作的原材料。&#10;&#10;归档这块要说准确。架构和后端定义了归档能力，但本节没有找到所有资源统一可见的归档／恢复入口，所以不把它写成已经完成的界面流程。实验列表的归档与恢复有明确入口，会在 3.8 节练习。&#10;&#10;本节的交付是一份资源准备清单：四个人物及图片、人群成员、地图与对象素材、选定的 Brain 和依赖、模型配置，以及仍待补齐的项目。只有实际保存并重开核对，才能把状态从「教材设计」改成「已配置」；运行还需要独立证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2.6　稳定身份、直接编辑与整理资源&lt;/Text&gt;&#10;            &lt;Text style={{ fontSize: 34, fontWeight: 'bold', color: '#20344B' }}&gt;删除、归档与本节交付清单&lt;/Text&gt;&#10;        &lt;/Box&gt;&#10;    &lt;/Box&gt;&#10;&#10;    &lt;Box style={{ height: 540, flexDirection: 'column', justifyContent: 'center', gap: 20 }}&gt;&#10;&#10;        &lt;Box style={{ flexDirection: 'column', gap: 12 }}&gt;&#10;&#10;            &lt;Box style={{ width: 1152, height: 100, background: '#F4F7FA', borderRadius: 10, flexDirection: 'row', alignItems: 'center', padding: '0 18px', gap: 16 }}&gt;&#10;                &lt;Box style={{ width: 4, height: 60, background: '#276FBF' }} /&gt;&#10;                &lt;Box style={{ flex: 1, flexDirection: 'column', gap: 5 }}&gt;&#10;                    &lt;Text style={{ fontSize: 18, fontWeight: 'bold', color: '#20344B' }}&gt;删除公共资源&lt;/Text&gt;&#10;                    &lt;Text style={{ fontSize: 15, color: '#546779', lineHeight: 1.55 }}&gt;当前公共资源页面提供删除操作；删除不影响已经导入实验的物理副本，但练习应选专门副本，不删除仍用于作者工作的原材料。&lt;/Text&gt;&#10;                &lt;/Box&gt;&#10;            &lt;/Box&gt;&#10;&#10;            &lt;Box style={{ width: 1152, height: 100, background: '#FFF4E6', borderRadius: 10, flexDirection: 'row', alignItems: 'center', padding: '0 18px', gap: 16 }}&gt;&#10;                &lt;Box style={{ width: 4, height: 60, background: '#CB6B28' }} /&gt;&#10;                &lt;Box style={{ flex: 1, flexDirection: 'column', gap: 5 }}&gt;&#10;                    &lt;Text style={{ fontSize: 18, fontWeight: 'bold', color: '#CB6B28' }}&gt;归档与恢复&lt;/Text&gt;&#10;                    &lt;Text style={{ fontSize: 15, color: '#546779', lineHeight: 1.55 }}&gt;架构与后端定义了归档能力，但本节没有找到所有资源统一可见的归档／恢复入口；实验列表的归档与恢复有明确入口，将在 3.8 节练习。&lt;/Text&gt;&#10;                &lt;/Box&gt;&#10;            &lt;/Box&gt;&#10;&#10;        &lt;/Box&gt;&#10;&#10;        &lt;Box style={{ width: 1152, height: 240, background: '#EDF4FC', borderRadius: 10, padding: 20, flexDirection: 'column', gap: 12 }}&gt;&#10;            &lt;Text style={{ fontSize: 17, fontWeight: 'bold', color: '#276FBF' }}&gt;本节的交付是资源准备清单&lt;/Text&gt;&#10;&#10;            &lt;Box style={{ flexDirection: 'row', gap: 16 }}&gt;&#10;                &lt;Box style={{ width: 264, height: 48, background: '#FFFFFF', borderRadius: 6, justifyContent: 'center', alignItems: 'center' }}&gt;&#10;                    &lt;Text style={{ fontSize: 14, color: '#20344B' }}&gt;四个人物及图片&lt;/Text&gt;&#10;                &lt;/Box&gt;&#10;                &lt;Box style={{ width: 264, height: 48, background: '#FFFFFF', borderRadius: 6, justifyContent: 'center', alignItems: 'center' }}&gt;&#10;                    &lt;Text style={{ fontSize: 14, color: '#20344B' }}&gt;人群成员&lt;/Text&gt;&#10;                &lt;/Box&gt;&#10;                &lt;Box style={{ width: 264, height: 48, background: '#FFFFFF', borderRadius: 6, justifyContent: 'center', alignItems: 'center' }}&gt;&#10;                    &lt;Text style={{ fontSize: 14, color: '#20344B' }}&gt;地图与对象素材&lt;/Text&gt;&#10;                &lt;/Box&gt;&#10;                &lt;Box style={{ width: 264, height: 48, background: '#FFFFFF', borderRadius: 6, justifyContent: 'center', alignItems: 'center' }}&gt;&#10;                    &lt;Text style={{ fontSize: 14, color: '#20344B' }}&gt;选定 Brain 和依赖&lt;/Text&gt;&#10;                &lt;/Box&gt;&#10;            &lt;/Box&gt;&#10;&#10;            &lt;Box style={{ flexDirection: 'row', gap: 16 }}&gt;&#10;                &lt;Box style={{ width: 264, height: 48, background: '#FFFFFF', borderRadius: 6, justifyContent: 'center', alignItems: 'center' }}&gt;&#10;                    &lt;Text style={{ fontSize: 14, color: '#20344B' }}&gt;模型配置&lt;/Text&gt;&#10;                &lt;/Box&gt;&#10;                &lt;Box style={{ width: 264, height: 48, background: '#FFF4E6', borderRadius: 6, justifyContent: 'center', alignItems: 'center' }}&gt;&#10;                    &lt;Text style={{ fontSize: 14, color: '#CB6B28' }}&gt;仍待补齐的项目&lt;/Text&gt;&#10;                &lt;/Box&gt;&#10;            &lt;/Box&gt;&#10;&#10;            &lt;Text style={{ fontSize: 15, color: '#546779', lineHeight: 1.55 }}&gt;只有这些内容实际保存并重开核对，才能把状态从「教材设计」改成「已配置」；接下来的运行还需要独立证据。&lt;/Text&gt;&#10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21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稳定身份、直接编辑与整理资源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删除、归档与本节交付清单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09600" y="14668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781050" y="165735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971550" y="1685925"/>
            <a:ext cx="10439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删除公共资源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971550" y="1943100"/>
            <a:ext cx="10439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当前公共资源页面提供删除操作；删除不影响已经导入实验的物理副本，但练习应选专门副本，不删除仍用于作者工作的原材料。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09600" y="25336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781050" y="27241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971550" y="2752725"/>
            <a:ext cx="10439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归档与恢复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971550" y="3009900"/>
            <a:ext cx="10439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架构与后端定义了归档能力，但本节没有找到所有资源统一可见的归档／恢复入口；实验列表的归档与恢复有明确入口，将在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3.8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节练习。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09600" y="3676650"/>
            <a:ext cx="10972800" cy="2286000"/>
          </a:xfrm>
          <a:prstGeom prst="roundRect">
            <a:avLst>
              <a:gd name="adj" fmla="val 41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00100" y="3867150"/>
            <a:ext cx="1059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本节的交付是资源准备清单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800100" y="4181475"/>
            <a:ext cx="25146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590675" y="43338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四个人物及图片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3467100" y="4181475"/>
            <a:ext cx="25146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4457700" y="43338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人群成员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134100" y="4181475"/>
            <a:ext cx="25146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924675" y="43338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地图与对象素材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8801100" y="4181475"/>
            <a:ext cx="25146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9525000" y="4333875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选定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和依赖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800100" y="4752975"/>
            <a:ext cx="25146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790700" y="4905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模型配置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3467100" y="4752975"/>
            <a:ext cx="2514600" cy="4572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4257675" y="49053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仍待补齐的项目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00100" y="5324475"/>
            <a:ext cx="105918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只有这些内容实际保存并重开核对，才能把状态从「教材设计」改成「已配置」；接下来的运行还需要独立证据。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22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57" name="" descr="&lt;Slide notes={`这一节讲完了，我留下三条核对顺序，以后每次打开作者界面都可以走一遍。&#10;&#10;第一条，先认范围。动手之前确认自己站在公共作者资源里，还是某个实验的副本里。名字一样不代表落点一样。&#10;&#10;第二条，再认资源。记住七类资源各自能做什么，也要记住哪些能力目前还没有对应的编辑入口，不要凭空想象一条点击流程。&#10;&#10;第三条，最后交清单。四个人物及图片、人群成员、地图与对象素材、选定的 Brain 和依赖、模型配置，逐项确认保存过、重开过。&#10;&#10;确认完这些，状态才可以从「教材设计」改成「已配置」。接下来我们要进入空间，把图像对齐成四层可以使用的场地。`} style={{ width: 1280, height: 720, background: '#FFFFFF', flexDirection: 'column', padding: '20px 64px' }}&gt;&#10;&#10;    &lt;Box style={{ height: 540, flexDirection: 'row', justifyContent: 'center', alignItems: 'center', gap: 48 }}&gt;&#10;&#10;        &lt;Box style={{ width: 400, flexDirection: 'column', gap: 16 }}&gt;&#10;            &lt;Text style={{ fontSize: 15, color: '#546779' }}&gt;3.2　小结&lt;/Text&gt;&#10;            &lt;Text style={{ fontSize: 44, fontWeight: 'bold', color: '#20344B', lineHeight: 1.25 }}&gt;记住三条核对顺序&lt;/Text&gt;&#10;            &lt;Box style={{ width: 72, height: 4, background: '#276FBF' }} /&gt;&#10;            &lt;Text style={{ fontSize: 17, color: '#546779', lineHeight: 1.8 }}&gt;先认范围，再认资源，最后按清单收尾。公共材料与实验副本分开对待，资源准备好不等于运行已经用上。&lt;/Text&gt;&#10;        &lt;/Box&gt;&#10;&#10;        &lt;Box style={{ width: 704, flexDirection: 'column', gap: 14 }}&gt;&#10;&#10;            &lt;Box style={{ flexDirection: 'row', gap: 16, height: 106, background: '#EDF4FC', borderRadius: 12, padding: '0 22px', alignItems: 'center' }}&gt;&#10;                &lt;Box style={{ width: 46, height: 46, borderRadius: 8, background: '#276FBF', justifyContent: 'center', alignItems: 'center' }}&gt;&#10;                    &lt;Text style={{ fontSize: 22, fontWeight: 'bold', color: '#FFFFFF' }}&gt;1&lt;/Text&gt;&#10;                &lt;/Box&gt;&#10;                &lt;Box style={{ flex: 1, flexDirection: 'column', gap: 4 }}&gt;&#10;                    &lt;Text style={{ fontSize: 21, fontWeight: 'bold', color: '#20344B' }}&gt;先认范围&lt;/Text&gt;&#10;                    &lt;Text style={{ fontSize: 15, color: '#546779' }}&gt;改之前，确认自己在公共资源还是实验副本&lt;/Text&gt;&#10;                &lt;/Box&gt;&#10;            &lt;/Box&gt;&#10;&#10;            &lt;Box style={{ flexDirection: 'row', gap: 16, height: 106, background: '#EDF4FC', borderRadius: 12, padding: '0 22px', alignItems: 'center' }}&gt;&#10;                &lt;Box style={{ width: 46, height: 46, borderRadius: 8, background: '#276FBF', justifyContent: 'center', alignItems: 'center' }}&gt;&#10;                    &lt;Text style={{ fontSize: 22, fontWeight: 'bold', color: '#FFFFFF' }}&gt;2&lt;/Text&gt;&#10;                &lt;/Box&gt;&#10;                &lt;Box style={{ flex: 1, flexDirection: 'column', gap: 4 }}&gt;&#10;                    &lt;Text style={{ fontSize: 21, fontWeight: 'bold', color: '#20344B' }}&gt;再认资源&lt;/Text&gt;&#10;                    &lt;Text style={{ fontSize: 15, color: '#546779' }}&gt;七类资源能做什么，哪里还没有编辑入口&lt;/Text&gt;&#10;                &lt;/Box&gt;&#10;            &lt;/Box&gt;&#10;&#10;            &lt;Box style={{ flexDirection: 'row', gap: 16, height: 106, background: '#FFF4E6', borderRadius: 12, padding: '0 22px', alignItems: 'center' }}&gt;&#10;                &lt;Box style={{ width: 46, height: 46, borderRadius: 8, background: '#CB6B28', justifyContent: 'center', alignItems: 'center' }}&gt;&#10;                    &lt;Text style={{ fontSize: 22, fontWeight: 'bold', color: '#FFFFFF' }}&gt;3&lt;/Text&gt;&#10;                &lt;/Box&gt;&#10;                &lt;Box style={{ flex: 1, flexDirection: 'column', gap: 4 }}&gt;&#10;                    &lt;Text style={{ fontSize: 21, fontWeight: 'bold', color: '#CB6B28' }}&gt;最后交清单&lt;/Text&gt;&#10;                    &lt;Text style={{ fontSize: 15, color: '#546779' }}&gt;身份、内容、装配分别核对，重开确认&lt;/Text&gt;&#10;                &lt;/Box&gt;&#10;            &lt;/Box&gt;&#10;&#10;            &lt;Box style={{ flexDirection: 'row', alignItems: 'center', gap: 12, paddingTop: 6 }}&gt;&#10;                &lt;Box style={{ width: 3, height: 26, background: '#26816B' }} /&gt;&#10;                &lt;Text style={{ fontSize: 16, color: '#546779' }}&gt;下一节　3.3　从图像到四层空间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2 认识界面与作者资源&lt;/Text&gt;&#10;        &lt;Text style={{ fontSize: 14, color: '#546779' }}&gt;22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09600" y="159067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38100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记住三条核对顺序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09600" y="26955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38100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先认范围，再认资源，最后按清单收尾。公共材料与实验副本分开对待，资源准备好不等于运行已经用上。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4876800" y="895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4" name=""/>
          <p:cNvSpPr/>
          <p:nvPr/>
        </p:nvSpPr>
        <p:spPr>
          <a:xfrm rot="0" flipH="0" flipV="0">
            <a:off x="5086350" y="1181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5238750" y="12763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676900" y="1171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先认范围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5676900" y="1457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改之前，确认自己在公共资源还是实验副本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4876800" y="2038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5086350" y="2324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5238750" y="24193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676900" y="2314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再认资源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5676900" y="2600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七类资源能做什么，哪里还没有编辑入口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4876800" y="3181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5086350" y="3467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238750" y="35623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5676900" y="3457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最后交清单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5676900" y="3743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身份、内容、装配分别核对，重开确认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4876800" y="4381500"/>
            <a:ext cx="2857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5019675" y="4410075"/>
            <a:ext cx="2200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3.3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从图像到四层空间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认识界面与作者资源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2026-09-29T04:20:32Z</dcterms:created>
  <dcterms:modified xsi:type="dcterms:W3CDTF">2026-09-29T04:20:32Z</dcterms:modified>
</cp:coreProperties>
</file>