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1" Type="http://schemas.openxmlformats.org/officeDocument/2006/relationships/slide" Target="slides/slide2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7" Type="http://schemas.openxmlformats.org/officeDocument/2006/relationships/slide" Target="slides/slide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地图、人物和活动目标都准备好了，接下来是真正的问题：林岚怎样发现安排需要调整？周宁什么时候协助来访者？许安面对新的消息，怎样改变原来的打算？</a:t>
            </a:r>
          </a:p>
          <a:p>
            <a:r>
              <a:rPr lang="zh-CN" dirty="0"/>
              <a:t>这些决定不能由我替角色写死。把"第几步必须说哪句话"当作自主行为，角色就只是提线木偶。</a:t>
            </a:r>
          </a:p>
          <a:p>
            <a:r>
              <a:rPr lang="zh-CN" dirty="0"/>
              <a:t>这一节把这项工作交给 Brain 和 Skill：Brain 是 Agent 本轮行动的组织者；子 Skill 可以比较方案、整理证据或提出建议；内核负责检查动作是否合法、提交事实和推进时间。</a:t>
            </a:r>
          </a:p>
          <a:p>
            <a:r>
              <a:rPr lang="zh-CN" dirty="0"/>
              <a:t>学完之后应该能回答两个问题：决定写在什么材料里，以及凭什么说它做对了。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先把路线图立起来，五件事按顺序讲，编号和后面的扉页一一对应。</a:t>
            </a:r>
          </a:p>
          <a:p>
            <a:r>
              <a:rPr lang="zh-CN" dirty="0"/>
              <a:t>第一件事，分清 Skill"是什么类型"和"在哪里使用"，避免把对象技能接在 Brain 依赖后面当成必经步骤。第二件事，把 SOP 写成条件与证据，让角色在分支处自己判断，而不是照台词表演。第三件事，看系统当前怎样读取 SKILL.md：哪些字段能写，哪些字段写了会出错，子 Skill 缺什么工具。第四件事，到页面上建立和核对依赖，包括对象绑定和选入实验后的复制关系。第五件事解决评价问题：Brain 说"我已经通知了大家"，凭什么信。</a:t>
            </a:r>
          </a:p>
          <a:p>
            <a:r>
              <a:rPr lang="zh-CN" dirty="0"/>
              <a:t>五件事连成一条线：先写对材料，再核对装配，最后用事实验收。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第一块先解决一个容易混淆的问题：一份 Skill"是什么类型"和"在哪里使用"，是两个不同的维度。</a:t>
            </a:r>
          </a:p>
          <a:p>
            <a:r>
              <a:rPr lang="zh-CN" dirty="0"/>
              <a:t>固有类型说的是这份文档本身：atomic 是单个技能，pack 是技能包，brain 用来驱动 Agent。</a:t>
            </a:r>
          </a:p>
          <a:p>
            <a:r>
              <a:rPr lang="zh-CN" dirty="0"/>
              <a:t>使用角色说的是装配之后的位置：同一个 atomic 技能，既可以被 Brain 按需调用当子 Skill，也可以作为地图上某个 Game Object 的根 Skill。</a:t>
            </a:r>
          </a:p>
          <a:p>
            <a:r>
              <a:rPr lang="zh-CN" dirty="0"/>
              <a:t>把这两个维度分开，后面的依赖图才不会看错——尤其不会把对象技能误接在 Brain 的依赖后面，当成行动的必经步骤。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五份 Skill 的关系一张图看清。</a:t>
            </a:r>
          </a:p>
          <a:p>
            <a:r>
              <a:rPr lang="zh-CN" dirty="0"/>
              <a:t>左边是实验装配：四名 Agent 共用同一个 qinghe-open-day-brain，这是实验里唯一的 Brain。Brain 的两条出线表示它可以按需求助两个子 Skill——一个比较候选做法，一个整理记忆，用完把建议带回来。</a:t>
            </a:r>
          </a:p>
          <a:p>
            <a:r>
              <a:rPr lang="zh-CN" dirty="0"/>
              <a:t>右边是地图绑定：公告栏和服务台各有一份根 Skill，绑在自己的 Game Object 上，各自运行，不接在 Brain 依赖后面，不是必经步骤。</a:t>
            </a:r>
          </a:p>
          <a:p>
            <a:r>
              <a:rPr lang="zh-CN" dirty="0"/>
              <a:t>两条边界：子 Skill 不能提交世界动作，本案例里连记忆都不写；对象 Skill 只能修改自身状态。依赖表示可以调用，不表示必须先走。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有三种固有类型：atomic 是单个技能，处理相对集中的问题；pack 是技能包，组合其他技能；brain 专门用来驱动 Agent。</a:t>
            </a:r>
          </a:p>
          <a:p>
            <a:r>
              <a:rPr lang="zh-CN" dirty="0"/>
              <a:t>类型不等于位置。一个 atomic 技能既可以被 Brain 按需调用当子 Skill，也可以作为地图对象的根 Skill。</a:t>
            </a:r>
          </a:p>
          <a:p>
            <a:r>
              <a:rPr lang="zh-CN" dirty="0"/>
              <a:t>五份材料对上号：唯一的 Brain 根据当前角色、可见事实和个人记忆选择本轮动作；compare-options 比较可行做法、指出缺少的证据；memory-review 区分已知事实、待确认事项和失效认识；公告栏和服务台的根 Skill 各自回答与自身相关的请求。</a:t>
            </a:r>
          </a:p>
          <a:p>
            <a:r>
              <a:rPr lang="zh-CN" dirty="0"/>
              <a:t>它们目前还是待录入的作者材料。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很多人会问：四个人共用一个 Brain，他们不会长得一模一样吗？</a:t>
            </a:r>
          </a:p>
          <a:p>
            <a:r>
              <a:rPr lang="zh-CN" dirty="0"/>
              <a:t>不会。角色差异来自五样东西：人物资料、当前任务、当前位置、收到的消息和私有记忆。林岚在服务台听到的新答复，许安并不知道；许安对旧公告的记忆，林岚也没有。同一个 Brain 拿到不同的输入，自然做出不同的决定。</a:t>
            </a:r>
          </a:p>
          <a:p>
            <a:r>
              <a:rPr lang="zh-CN" dirty="0"/>
              <a:t>所以我们不需要为四个人画四张固定流程图，也不需要复制四套几乎相同的程序——那是把"第几步必须说哪句话"当成自主行为。</a:t>
            </a:r>
          </a:p>
          <a:p>
            <a:r>
              <a:rPr lang="zh-CN" dirty="0"/>
              <a:t>反过来，公告栏和服务台虽然也有自己的 Skill，但它们是地图对象，有各自的对象身份，不会出现在公共 Agent 列表里。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第二块解决"怎么写"的问题：把 SOP 写成条件与证据。</a:t>
            </a:r>
          </a:p>
          <a:p>
            <a:r>
              <a:rPr lang="zh-CN" dirty="0"/>
              <a:t>SOP 是标准作业程序。这里的 SOP 写的不是固定台词，而是角色每一步的判断条件：先读取什么、什么时候需要帮忙、什么时候可以行动、什么时候必须停。</a:t>
            </a:r>
          </a:p>
          <a:p>
            <a:r>
              <a:rPr lang="zh-CN" dirty="0"/>
              <a:t>先说清一个前提：这套"先读取、再判断"的写法是本案例选用的方法，不是所有实验都必须采用的内核流水线。它可以换，但换掉之后，可靠性的责任就落在新的写法上。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条件式 SOP 的完整走法。</a:t>
            </a:r>
          </a:p>
          <a:p>
            <a:r>
              <a:rPr lang="zh-CN" dirty="0"/>
              <a:t>先读上下文：身份、虚拟时间、位置、上轮活动和外部观察。再检索与当前目标有关的私有记忆，感知附近实际存在的人物、空间和对象，并核实上轮的待确认事项。</a:t>
            </a:r>
          </a:p>
          <a:p>
            <a:r>
              <a:rPr lang="zh-CN" dirty="0"/>
              <a:t>存在冲突或选择困难，就按需调用子 Skill 取得建议，并回判断。然后选择一个当前可执行的动作：需要移动便先移动，需要咨询便先发请求，尚未得到答复便保留不确定性。</a:t>
            </a:r>
          </a:p>
          <a:p>
            <a:r>
              <a:rPr lang="zh-CN" dirty="0"/>
              <a:t>必要的待确认便签要写在动作之前，然后才调用一次 world-act。动作被成功接受，本轮立即结束，结果仍须整步提交核验；被拒绝才回到读取与检索，并受 max_hops 与无进展检查约束——SOP 绕不过内核上限。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一个可靠的 Brain 至少要回答五件事：现在知道什么、还缺少什么、何时需要子 Skill、可以提交什么动作、何时停止。</a:t>
            </a:r>
          </a:p>
          <a:p>
            <a:r>
              <a:rPr lang="zh-CN" dirty="0"/>
              <a:t>对应到做法：先读身份、虚拟时间、位置、上轮活动和外部观察；再检索私有记忆、感知现场，对照新证据核实上轮待确认事项；存在冲突或选择困难才调用子 Skill；然后选一个当前可执行的动作——需要移动便先移动，需要咨询便先发请求，尚未得到答复就保留不确定性；便签写在动作之前，调用一次 world-act，成功即结束。</a:t>
            </a:r>
          </a:p>
          <a:p>
            <a:r>
              <a:rPr lang="zh-CN" dirty="0"/>
              <a:t>特别提醒：咨询本身也可以是有依据的下一步，不必等全部答案齐备才行动。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子 Skill 不是每轮都调。判断标准很朴素：如果角色正在等待已知的时间边界，没有新消息，也没有需要调整的计划，就不必每轮都调用两个子 Skill，那是白白多花模型调用。反过来，遇到公告与服务台答复不一致，才值得付出额外调用来比较来源。</a:t>
            </a:r>
          </a:p>
          <a:p>
            <a:r>
              <a:rPr lang="zh-CN" dirty="0"/>
              <a:t>拿许安做例子。他原来相信手作活动会按旧公告开始；收到服务台的新答复后，可以先整理"旧公告内容"和"最新咨询结果"的关系，再决定去核实公告、询问组织者，或者先进行其他活动。</a:t>
            </a:r>
          </a:p>
          <a:p>
            <a:r>
              <a:rPr lang="zh-CN" dirty="0"/>
              <a:t>教材给出的是这些选择的条件，不提前替模型写好结局。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第三块看系统当前怎样读取 SKILL.md。配套文件采用本项目当前支持的文档格式，开头能写什么、不能写什么，是有明确合同的。</a:t>
            </a:r>
          </a:p>
          <a:p>
            <a:r>
              <a:rPr lang="zh-CN" dirty="0"/>
              <a:t>写错字段不是风格问题，而是运行问题：解析器不认识的字段会让保存或解析直接出错。</a:t>
            </a:r>
          </a:p>
          <a:p>
            <a:r>
              <a:rPr lang="zh-CN" dirty="0"/>
              <a:t>这一块把三件事讲清：front matter 的字段合同、正文里的依赖怎样被解析成工具调用、以及调用次数的硬上限在哪里。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SKILL.md 的开头是和解析器签的合同。当前系统只认三个字段：name、description，以及可选的 example_input。kind 不写在这里，它由资源类型或对应目录确定。</a:t>
            </a:r>
          </a:p>
          <a:p>
            <a:r>
              <a:rPr lang="zh-CN" dirty="0"/>
              <a:t>有个容易踩的坑：第二章介绍过的通用 Skill 材料，不能原样假设具有本系统的全部运行合同。比如自己加上 version、allowed-tools 这些前置字段，当前解析器不支持，会直接遇到问题。</a:t>
            </a:r>
          </a:p>
          <a:p>
            <a:r>
              <a:rPr lang="zh-CN" dirty="0"/>
              <a:t>正文往下是给模型读的说明：只依据输入中的事实和共享上下文提出建议，不知道的条件写成待确认项，不补造已发生的行动。这份子 Skill 材料的态度，就是全部建议都落在证据上。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依赖被解析后，运行时为模型提供 call_skill 工具，参数只有两个：name 和 input_text。父技能要把有用的观察、约束和问题传给子技能，再利用子技能返回的自然语言建议继续判断。</a:t>
            </a:r>
          </a:p>
          <a:p>
            <a:r>
              <a:rPr lang="zh-CN" dirty="0"/>
              <a:t>两条容易误解的地方。第一，依赖关系不是执行顺序，不会因为某个子 Skill 写在列表第一项就自动先调用。第二，子 Skill 拿到的是同一轮的 IterationContext，但不能替根 Brain 提交世界动作——执行器会直接从子技能的可用工具里去掉 world-act。</a:t>
            </a:r>
          </a:p>
          <a:p>
            <a:r>
              <a:rPr lang="zh-CN" dirty="0"/>
              <a:t>本案例再进一步：两个子 Skill 保持纯建议角色，不改世界、也不写记忆。根 Brain 对建议负责，并完成最终校验。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调用次数有硬边界。SkillRuntime 使用运行配置传入的 max_hops：它既限制单个循环里的工具调用，也累计整棵调用树的工具次数；除此之外还会检查完全重复的调用，以及语义上重复且没有进展的调用。</a:t>
            </a:r>
          </a:p>
          <a:p>
            <a:r>
              <a:rPr lang="zh-CN" dirty="0"/>
              <a:t>所以 SOP 里写"最多尝试三次"只是行为约定，改不了内核上限。写长调用链的时候，要为必要的记忆处理和最终动作留出预算，而不是把所有可用技能依次调用一遍——预算都花在要建议上，真正要提交的动作就没得提交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第四块进入页面操作：把五份材料真正录进系统。</a:t>
            </a:r>
          </a:p>
          <a:p>
            <a:r>
              <a:rPr lang="zh-CN" dirty="0"/>
              <a:t>顺序是四步：在资源中心的"技能"入口创建两个子技能和两个对象技能，类型选择"单个技能"；在"大脑"入口创建 qinghe-open-day-brain；在地图编辑器里给公告栏和服务台绑定对象 Skill；保存之后重新打开核对识别出的依赖，最后把资源选入实验。</a:t>
            </a:r>
          </a:p>
          <a:p>
            <a:r>
              <a:rPr lang="zh-CN" dirty="0"/>
              <a:t>先提醒一句：界面名称依据当前页面和前端源码，看到入口不等于已经完成保存或运行，每一步都要有核对动作。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开始录入。在资源中心的"技能"入口创建两个子技能和两个对象技能，类型都选择"单个技能"；Brain 不走这个入口，要在"大脑"入口创建 qinghe-open-day-brain。</a:t>
            </a:r>
          </a:p>
          <a:p>
            <a:r>
              <a:rPr lang="zh-CN" dirty="0"/>
              <a:t>两个要点：稳定名称必须与配套文档保持一致，否则依赖解析对不上；SKILL.md 要全文放入编辑区域，然后点击"保存内容"。</a:t>
            </a:r>
          </a:p>
          <a:p>
            <a:r>
              <a:rPr lang="zh-CN" dirty="0"/>
              <a:t>保存完成不等于录入完成——后面还要重新打开核对识别出的依赖。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保存之后不是直接开跑，而是核对。重新打开 Brain 的"Scripts 与 MCP"页，核对它识别出的两个子 Skill，以及正文引用的感知、导航、记忆、动作能力。识别列表对不上，多半是名称不一致或正文引用写错。</a:t>
            </a:r>
          </a:p>
          <a:p>
            <a:r>
              <a:rPr lang="zh-CN" dirty="0"/>
              <a:t>对象技能的绑定在另一个地方：进入地图编辑器，选中公告栏或服务台，从"对象 Skill"的 Skill 选项中绑定对应技能。</a:t>
            </a:r>
          </a:p>
          <a:p>
            <a:r>
              <a:rPr lang="zh-CN" dirty="0"/>
              <a:t>两者检查位置不同的原因要理解：Brain 属于实验运行装配，跟着实验走；对象技能属于地图的 Game Object，跟着地图走。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把资源选入实验的时候，系统会递归复制完整依赖内容，实验得到自己的副本。从这一刻起，修改公共 Brain 不会自动改变这个实验；草稿要调整，就在明确的实验范围内编辑或重新导入，保存后再次核对内容与依赖。</a:t>
            </a:r>
          </a:p>
          <a:p>
            <a:r>
              <a:rPr lang="zh-CN" dirty="0"/>
              <a:t>已封存的实验更不能指望靠修改公共文档"跟随更新"，封存的处理后面章节再讲。</a:t>
            </a:r>
          </a:p>
          <a:p>
            <a:r>
              <a:rPr lang="zh-CN" dirty="0"/>
              <a:t>最后强调记录：这里的文件属于资料准备，尚未证明已在页面保存、导入或由模型成功执行。完成操作时应记录保存后的实际内容摘要和实验预检结果。普通叶子 Skill 可以按需要试运行；依赖仿真 MCP 的 Brain 或对象 Skill，要在具备世界上下文的实验中核验，不能把孤立聊天输出当作世界行为证据。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最后一块解决评价问题。</a:t>
            </a:r>
          </a:p>
          <a:p>
            <a:r>
              <a:rPr lang="zh-CN" dirty="0"/>
              <a:t>假设 Brain 输出"我已经通知了大家"，这句话只说明模型生成了文本。要证明通知发生，得找到真实的 SPEAK 或对象回复事实；要证明公告更新，得找到对象提交的状态变化。</a:t>
            </a:r>
          </a:p>
          <a:p>
            <a:r>
              <a:rPr lang="zh-CN" dirty="0"/>
              <a:t>检查一次行为，要把三个层次连起来看：它得到了什么输入、通过哪些工具拿到新证据、最终提交了什么动作。只看最后一句回答，什么也证明不了。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检查一次行为，把三个层次连起来看。</a:t>
            </a:r>
          </a:p>
          <a:p>
            <a:r>
              <a:rPr lang="zh-CN" dirty="0"/>
              <a:t>第一层，Brain 得到的输入是什么：身份、记忆、消息——没读到的它不可能知道。第二层，通过哪些工具获得新证据：检索、感知、调用子 Skill，每次调用都留下轨迹。第三层，最终提交了什么动作：有没有被接受、进入 World Commit。</a:t>
            </a:r>
          </a:p>
          <a:p>
            <a:r>
              <a:rPr lang="zh-CN" dirty="0"/>
              <a:t>"我已经通知了大家"不能当验收，它只说明模型生成了文本。证明通知要找到真实的 SPEAK 或对象回复事实；证明公告更新要找到状态变化。accepted: true 也首先只表示请求被接受，仍须以 World Commit 与 StepResult 核对。</a:t>
            </a:r>
          </a:p>
          <a:p>
            <a:r>
              <a:rPr lang="zh-CN" dirty="0"/>
              <a:t>只看最后一句回答，无法判断有没有跳过咨询、误用建议或提前宣布成功。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留一个练习：把"每轮都反思一次"改成"证据冲突、重要目标改变或重复无进展时才整理记忆"。</a:t>
            </a:r>
          </a:p>
          <a:p>
            <a:r>
              <a:rPr lang="zh-CN" dirty="0"/>
              <a:t>改完观察真实调用轨迹，比较额外调用次数与行为质量，而不是只比较文字长短——少调用不等于变差，多调用也不等于更认真。</a:t>
            </a:r>
          </a:p>
          <a:p>
            <a:r>
              <a:rPr lang="zh-CN" dirty="0"/>
              <a:t>再做一项检查：会不会出现"子 Skill 已经通知林岚"这样的建议。参考判断是，这种说法应改成候选动作，因为子 Skill 的文本没有构成通知事实。通知到底有没有发生，还是要回到世界里的 SPEAK 或对象回复事实上来。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收束成三句话。</a:t>
            </a:r>
          </a:p>
          <a:p>
            <a:r>
              <a:rPr lang="zh-CN" dirty="0"/>
              <a:t>第一，分清类型与位置：atomic、pack、brain 是文档的固有类型，子 Skill 与对象根 Skill 是装配后的使用角色；依赖是可调用关系，不是固定顺序。</a:t>
            </a:r>
          </a:p>
          <a:p>
            <a:r>
              <a:rPr lang="zh-CN" dirty="0"/>
              <a:t>第二，SOP 写条件与证据：存在冲突才调用子 Skill，便签写在动作之前，成功 world-act 后本轮结束，结果仍须整步提交核验；调用次数受内核上限约束。</a:t>
            </a:r>
          </a:p>
          <a:p>
            <a:r>
              <a:rPr lang="zh-CN" dirty="0"/>
              <a:t>第三，文本不等于事实：把输入、工具证据、提交动作三层连起来看，才算判断了 Brain 做对了。</a:t>
            </a:r>
          </a:p>
          <a:p>
            <a:r>
              <a:rPr lang="zh-CN" dirty="0"/>
              <a:t>带着这三句话进入下一节：感知、导航与动作——看角色怎样真正在世界里移动和说话。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地图、人物和活动目标都准备好了，接下来是真正的问题：林岚怎样发现安排需要调整？周宁什么时候协助来访者？许安面对新的消息，怎样改变原来的打算？&#10;&#10;这些决定不能由我替角色写死。把&quot;第几步必须说哪句话&quot;当作自主行为，角色就只是提线木偶。&#10;&#10;这一节把这项工作交给 Brain 和 Skill：Brain 是 Agent 本轮行动的组织者；子 Skill 可以比较方案、整理证据或提出建议；内核负责检查动作是否合法、提交事实和推进时间。&#10;&#10;学完之后应该能回答两个问题：决定写在什么材料里，以及凭什么说它做对了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4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Brain 与 Skill：{'\n'}让角色自己决定下一步&lt;/Text&gt;&#10;            &lt;Box style={{ width: 72, height: 4, background: '#276FBF' }} /&gt;&#10;            &lt;Text style={{ fontSize: 17, color: '#546779', lineHeight: 1.7, width: 560 }}&gt;不为四个人画四张固定流程图，也不把&quot;第几步必须说哪句话&quot;当作自主行为。决定写成条件与证据，交给运行中的角色。&lt;/Text&gt;&#10;            &lt;Box style={{ flexDirection: 'row', gap: 12, marginTop: 4 }}&gt;&#10;                &lt;Box style={{ width: 118, height: 42, background: '#EDF4FC', borderRadius: 8, justifyContent: 'center', alignItems: 'center' }}&gt;&#10;                    &lt;Text style={{ fontSize: 15, color: '#276FBF' }}&gt;类型与位置&lt;/Text&gt;&#10;                &lt;/Box&gt;&#10;                &lt;Box style={{ width: 118, height: 42, background: '#EDF4FC', borderRadius: 8, justifyContent: 'center', alignItems: 'center' }}&gt;&#10;                    &lt;Text style={{ fontSize: 15, color: '#276FBF' }}&gt;条件式 SOP&lt;/Text&gt;&#10;                &lt;/Box&gt;&#10;                &lt;Box style={{ width: 118, height: 42, background: '#ECF7F2', borderRadius: 8, justifyContent: 'center', alignItems: 'center' }}&gt;&#10;                    &lt;Text style={{ fontSize: 15, color: '#26816B' }}&gt;依赖核对&lt;/Text&gt;&#10;                &lt;/Box&gt;&#10;                &lt;Box style={{ width: 118, height: 42, background: '#FFF4E6', borderRadius: 8, justifyContent: 'center', alignItems: 'center' }}&gt;&#10;                    &lt;Text style={{ fontSize: 15, color: '#CB6B28' }}&gt;事实判断&lt;/Text&gt;&#10;                &lt;/Box&gt;&#10;            &lt;/Box&gt;&#10;        &lt;/Box&gt;&#10;&#10;        &lt;Box style={{ width: 560, flexDirection: 'column', justifyContent: 'center', gap: 0 }}&gt;&#10;&#10;            &lt;Box style={{ width: 560, background: '#F4F7FA', borderRadius: 10, padding: '14px 16px', flexDirection: 'column', gap: 8 }}&gt;&#10;                &lt;Text style={{ fontSize: 14, color: '#546779' }}&gt;4 名 Agent　·　人物资料、位置、私有记忆各自不同&lt;/Text&gt;&#10;                &lt;Box style={{ flexDirection: 'row', gap: 8 }}&gt;&#10;                    &lt;Box style={{ width: 122, height: 36, background: '#FFFFFF', borderRadius: 8, justifyContent: 'center', alignItems: 'center' }}&gt;&#10;                        &lt;Text style={{ fontSize: 14, color: '#276FBF' }}&gt;林岚&lt;/Text&gt;&#10;                    &lt;/Box&gt;&#10;                    &lt;Box style={{ width: 122, height: 36, background: '#FFFFFF', borderRadius: 8, justifyContent: 'center', alignItems: 'center' }}&gt;&#10;                        &lt;Text style={{ fontSize: 14, color: '#276FBF' }}&gt;周宁&lt;/Text&gt;&#10;                    &lt;/Box&gt;&#10;                    &lt;Box style={{ width: 122, height: 36, background: '#FFFFFF', borderRadius: 8, justifyContent: 'center', alignItems: 'center' }}&gt;&#10;                        &lt;Text style={{ fontSize: 14, color: '#276FBF' }}&gt;陈晨&lt;/Text&gt;&#10;                    &lt;/Box&gt;&#10;                    &lt;Box style={{ width: 122, height: 36, background: '#FFFFFF', borderRadius: 8, justifyContent: 'center', alignItems: 'center' }}&gt;&#10;                        &lt;Text style={{ fontSize: 14, color: '#276FBF' }}&gt;许安&lt;/Text&gt;&#10;                    &lt;/Box&gt;&#10;                &lt;/Box&gt;&#10;            &lt;/Box&gt;&#10;&#10;            &lt;Box style={{ width: 560, height: 30, justifyContent: 'center', alignItems: 'center' }}&gt;&#10;                &lt;Text style={{ fontSize: 20, color: '#276FBF' }}&gt;↓&lt;/Text&gt;&#10;            &lt;/Box&gt;&#10;&#10;            &lt;Box style={{ width: 560, height: 68, background: '#276FBF', borderRadius: 10, padding: '0 20px', flexDirection: 'row', alignItems: 'center', justifyContent: 'space-between' }}&gt;&#10;                &lt;Text style={{ fontSize: 18, fontWeight: 'bold', color: '#FFFFFF' }}&gt;qinghe-open-day-brain&lt;/Text&gt;&#10;                &lt;Text style={{ fontSize: 14, color: '#FFFFFF' }}&gt;组织本轮行动&lt;/Text&gt;&#10;            &lt;/Box&gt;&#10;&#10;            &lt;Box style={{ width: 560, height: 30, justifyContent: 'center', alignItems: 'center' }}&gt;&#10;                &lt;Text style={{ fontSize: 20, color: '#26816B' }}&gt;↓&lt;/Text&gt;&#10;            &lt;/Box&gt;&#10;&#10;            &lt;Box style={{ flexDirection: 'row', gap: 12 }}&gt;&#10;                &lt;Box style={{ width: 274, height: 56, background: '#ECF7F2', borderRadius: 8, justifyContent: 'center', alignItems: 'center' }}&gt;&#10;                    &lt;Text style={{ fontSize: 15, color: '#26816B' }}&gt;比较方案 · 整理证据&lt;/Text&gt;&#10;                &lt;/Box&gt;&#10;                &lt;Box style={{ width: 274, height: 56, background: '#ECF7F2', borderRadius: 8, justifyContent: 'center', alignItems: 'center' }}&gt;&#10;                    &lt;Text style={{ fontSize: 15, color: '#26816B' }}&gt;只返回建议，不写结局&lt;/Text&gt;&#10;                &lt;/Box&gt;&#10;            &lt;/Box&gt;&#10;&#10;            &lt;Box style={{ width: 560, height: 30, justifyContent: 'center', alignItems: 'center' }}&gt;&#10;                &lt;Text style={{ fontSize: 20, color: '#276FBF' }}&gt;↓&lt;/Text&gt;&#10;            &lt;/Box&gt;&#10;&#10;            &lt;Box style={{ width: 560, height: 60, background: '#20344B', borderRadius: 10, flexDirection: 'row', alignItems: 'center', justifyContent: 'center', gap: 12 }}&gt;&#10;                &lt;Text style={{ fontSize: 15, color: '#FFFFFF' }}&gt;调用 world-act&lt;/Text&gt;&#10;                &lt;Text style={{ fontSize: 16, color: '#B5C7D8' }}&gt;›&lt;/Text&gt;&#10;                &lt;Text style={{ fontSize: 15, color: '#FFFFFF' }}&gt;内核检查合法性并提交事实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3.4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让角色自己决定下一步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不为四个人画四张固定流程图，也不把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第几步必须说哪句话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当作自主行为。决定写成条件与证据，交给运行中的角色。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19150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类型与位置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847850" y="480060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28825" y="49149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条件式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086100" y="480060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362325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依赖核对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24350" y="480060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600575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事实判断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990725"/>
            <a:ext cx="5334000" cy="847725"/>
          </a:xfrm>
          <a:prstGeom prst="roundRect">
            <a:avLst>
              <a:gd name="adj" fmla="val 1123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00800" y="2124075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·　人物资料、位置、私有记忆各自不同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400800" y="23622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48475" y="2457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639050" y="23622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086725" y="2457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877300" y="23622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324975" y="2457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10115550" y="2362200"/>
            <a:ext cx="11620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563225" y="2457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867775" y="28670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248400" y="3124200"/>
            <a:ext cx="5334000" cy="647700"/>
          </a:xfrm>
          <a:prstGeom prst="roundRect">
            <a:avLst>
              <a:gd name="adj" fmla="val 1470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438900" y="3343275"/>
            <a:ext cx="2028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qinghe-open-day-brain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591800" y="33718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组织本轮行动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867775" y="38004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248400" y="4057650"/>
            <a:ext cx="26098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924675" y="4238625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比较方案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整理证据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972550" y="4057650"/>
            <a:ext cx="26098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563100" y="4238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只返回建议，不写结局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867775" y="46196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248400" y="4876800"/>
            <a:ext cx="5334000" cy="571500"/>
          </a:xfrm>
          <a:prstGeom prst="roundRect">
            <a:avLst>
              <a:gd name="adj" fmla="val 1666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0" y="5076825"/>
            <a:ext cx="981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调用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24875" y="5067300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B5C7D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696325" y="50768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内核检查合法性并提交事实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notes={`先把路线图立起来，五件事按顺序讲，编号和后面的扉页一一对应。&#10;&#10;第一件事，分清 Skill&quot;是什么类型&quot;和&quot;在哪里使用&quot;，避免把对象技能接在 Brain 依赖后面当成必经步骤。第二件事，把 SOP 写成条件与证据，让角色在分支处自己判断，而不是照台词表演。第三件事，看系统当前怎样读取 SKILL.md：哪些字段能写，哪些字段写了会出错，子 Skill 缺什么工具。第四件事，到页面上建立和核对依赖，包括对象绑定和选入实验后的复制关系。第五件事解决评价问题：Brain 说&quot;我已经通知了大家&quot;，凭什么信。&#10;&#10;五件事连成一条线：先写对材料，再核对装配，最后用事实验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　Brain 与 Skill&lt;/Text&gt;&#10;            &lt;Text style={{ fontSize: 34, fontWeight: 'bold', color: '#20344B' }}&gt;本节要看清的五件事&lt;/Text&gt;&#10;        &lt;/Box&gt;&#10;    &lt;/Box&gt;&#10;&#10;    &lt;Box style={{ height: 540, flexDirection: 'row', alignItems: 'center', gap: 40 }}&gt;&#10;&#10;        &lt;Box style={{ width: 360, flexDirection: 'column', gap: 14 }}&gt;&#10;            &lt;Text style={{ fontSize: 20, fontWeight: 'bold', color: '#20344B', lineHeight: 1.4 }}&gt;不替角色写结局，{'\n'}只写它做决定的条件&lt;/Text&gt;&#10;            &lt;Box style={{ width: 56, height: 4, background: '#276FBF' }} /&gt;&#10;            &lt;Text style={{ fontSize: 15, color: '#546779', lineHeight: 1.7 }}&gt;从五份 Skill 的类型与位置开始，到用真实提交的事实判断 Brain 做对了没有。每件事都落回青禾开放日的角色与对象。&lt;/Text&gt;&#10;        &lt;/Box&gt;&#10;&#10;        &lt;Box style={{ width: 752, flexDirection: 'column', gap: 12 }}&gt;&#10;&#10;            &lt;Box style={{ width: 752, height: 88, background: '#EDF4FC', borderRadius: 10, flexDirection: 'row', alignItems: 'center', padding: '0 18px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: 1, flexDirection: 'column', gap: 3 }}&gt;&#10;                    &lt;Text style={{ fontSize: 17, fontWeight: 'bold', color: '#20344B' }}&gt;分清&quot;是什么类型&quot;和&quot;在哪里使用&quot;&lt;/Text&gt;&#10;                    &lt;Text style={{ fontSize: 14, color: '#546779' }}&gt;固有类型 atomic／pack／brain，与装配后的子 Skill、对象根 Skill 是两个维度。&lt;/Text&gt;&#10;                &lt;/Box&gt;&#10;            &lt;/Box&gt;&#10;&#10;            &lt;Box style={{ width: 752, height: 88, background: '#EDF4FC', borderRadius: 10, flexDirection: 'row', alignItems: 'center', padding: '0 18px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: 1, flexDirection: 'column', gap: 3 }}&gt;&#10;                    &lt;Text style={{ fontSize: 17, fontWeight: 'bold', color: '#20344B' }}&gt;把 SOP 写成条件与证据&lt;/Text&gt;&#10;                    &lt;Text style={{ fontSize: 14, color: '#546779' }}&gt;读取、检索、按需调用子 Skill、一次 world-act；成功即结束，受调用上限约束。&lt;/Text&gt;&#10;                &lt;/Box&gt;&#10;            &lt;/Box&gt;&#10;&#10;            &lt;Box style={{ width: 752, height: 88, background: '#EDF4FC', borderRadius: 10, flexDirection: 'row', alignItems: 'center', padding: '0 18px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: 1, flexDirection: 'column', gap: 3 }}&gt;&#10;                    &lt;Text style={{ fontSize: 17, fontWeight: 'bold', color: '#20344B' }}&gt;当前系统怎样读取 SKILL.md&lt;/Text&gt;&#10;                    &lt;Text style={{ fontSize: 14, color: '#546779' }}&gt;开头只认 name、description、example_input；依赖靠 call_skill 调用；子 Skill 没有 world-act。&lt;/Text&gt;&#10;                &lt;/Box&gt;&#10;            &lt;/Box&gt;&#10;&#10;            &lt;Box style={{ width: 752, height: 88, background: '#ECF7F2', borderRadius: 10, flexDirection: 'row', alignItems: 'center', padding: '0 18px', gap: 16 }}&gt;&#10;                &lt;Box style={{ width: 44, height: 44, background: '#26816B', borderRadius: 8, justifyContent: 'center', alignItems: 'center' }}&gt;&#10;                    &lt;Text style={{ fontSize: 20, fontWeight: 'bold', color: '#FFFFFF' }}&gt;4&lt;/Text&gt;&#10;                &lt;/Box&gt;&#10;                &lt;Box style={{ flex: 1, flexDirection: 'column', gap: 3 }}&gt;&#10;                    &lt;Text style={{ fontSize: 17, fontWeight: 'bold', color: '#20344B' }}&gt;在页面中建立和核对依赖&lt;/Text&gt;&#10;                    &lt;Text style={{ fontSize: 14, color: '#546779' }}&gt;技能与大脑两个入口创建；Scripts 与 MCP 页核对；对象在地图编辑器绑定；选入实验即递归复制。&lt;/Text&gt;&#10;                &lt;/Box&gt;&#10;            &lt;/Box&gt;&#10;&#10;            &lt;Box style={{ width: 752, height: 88, background: '#FFF4E6', borderRadius: 10, flexDirection: 'row', alignItems: 'center', padding: '0 18px', gap: 16 }}&gt;&#10;                &lt;Box style={{ width: 44, height: 44, background: '#CB6B28', borderRadius: 8, justifyContent: 'center', alignItems: 'center' }}&gt;&#10;                    &lt;Text style={{ fontSize: 20, fontWeight: 'bold', color: '#FFFFFF' }}&gt;5&lt;/Text&gt;&#10;                &lt;/Box&gt;&#10;                &lt;Box style={{ flex: 1, flexDirection: 'column', gap: 3 }}&gt;&#10;                    &lt;Text style={{ fontSize: 17, fontWeight: 'bold', color: '#20344B' }}&gt;怎样判断 Brain 做对了&lt;/Text&gt;&#10;                    &lt;Text style={{ fontSize: 14, color: '#546779' }}&gt;把输入、工具证据、提交动作三个层次连起来看；文本不等于世界发生了事实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本节要看清的五件事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2800350"/>
            <a:ext cx="34290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不替角色写结局，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只写它做决定的条件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35814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34290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从五份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的类型与位置开始，到用真实提交的事实判断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做对了没有。每件事都落回青禾开放日的角色与对象。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419600" y="1390650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591050" y="1600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743450" y="1695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62550" y="16192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分清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是什么类型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和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在哪里使用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162550" y="18478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固有类型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atomic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pack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，与装配后的子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、对象根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是两个维度。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419600" y="2343150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4591050" y="2552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743450" y="2647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162550" y="25717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把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写成条件与证据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162550" y="28003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读取、检索、按需调用子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；成功即结束，受调用上限约束。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419600" y="3295650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459105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74345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162550" y="35242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当前系统怎样读取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162550" y="37528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开头只认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name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description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example_input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；依赖靠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call_skill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调用；子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419600" y="4248150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4591050" y="4457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743450" y="4552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162550" y="44767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在页面中建立和核对依赖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162550" y="47053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技能与大脑两个入口创建；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Scripts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页核对；对象在地图编辑器绑定；选入实验即递归复制。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419600" y="5200650"/>
            <a:ext cx="716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4591050" y="5410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743450" y="5505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162550" y="54292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怎样判断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做对了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162550" y="5657850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把输入、工具证据、提交动作三个层次连起来看；文本不等于世界发生了事实。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1" name="" descr="&lt;Slide notes={`第一块先解决一个容易混淆的问题：一份 Skill&quot;是什么类型&quot;和&quot;在哪里使用&quot;，是两个不同的维度。&#10;&#10;固有类型说的是这份文档本身：atomic 是单个技能，pack 是技能包，brain 用来驱动 Agent。&#10;&#10;使用角色说的是装配之后的位置：同一个 atomic 技能，既可以被 Brain 按需调用当子 Skill，也可以作为地图上某个 Game Object 的根 Skill。&#10;&#10;把这两个维度分开，后面的依赖图才不会看错——尤其不会把对象技能误接在 Brain 的依赖后面，当成行动的必经步骤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4.1&lt;/Text&gt;&#10;&#10;        &lt;Text style={{ fontSize: 56, fontWeight: 'bold', color: '#20344B', lineHeight: 1.15 }}&gt;先分清&quot;是什么类型&quot;{'\n'}和&quot;在哪里使用&quot;&lt;/Text&gt;&#10;&#10;        &lt;Box style={{ width: 72, height: 4, background: '#276FBF' }} /&gt;&#10;&#10;        &lt;Text style={{ fontSize: 18, color: '#546779', lineHeight: 1.7, width: 900 }}&gt;固有类型描述文档本身；使用角色描述装配后的位置。两个维度分开看，依赖关系才不会读错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固有类型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装配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使用角色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3.4.1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先分清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是什么类型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和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在哪里使用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固有类型描述文档本身；使用角色描述装配后的位置。两个维度分开看，依赖关系才不会读错。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695450" y="46196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固有类型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143500" y="46196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248650" y="46196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使用角色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77" name="" descr="&lt;Slide notes={`五份 Skill 的关系一张图看清。&#10;&#10;左边是实验装配：四名 Agent 共用同一个 qinghe-open-day-brain，这是实验里唯一的 Brain。Brain 的两条出线表示它可以按需求助两个子 Skill——一个比较候选做法，一个整理记忆，用完把建议带回来。&#10;&#10;右边是地图绑定：公告栏和服务台各有一份根 Skill，绑在自己的 Game Object 上，各自运行，不接在 Brain 依赖后面，不是必经步骤。&#10;&#10;两条边界：子 Skill 不能提交世界动作，本案例里连记忆都不写；对象 Skill 只能修改自身状态。依赖表示可以调用，不表示必须先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1　先分清&quot;是什么类型&quot;和&quot;在哪里使用&quot;&lt;/Text&gt;&#10;            &lt;Text style={{ fontSize: 34, fontWeight: 'bold', color: '#20344B' }}&gt;五份 Skill：依赖与绑定&lt;/Text&gt;&#10;        &lt;/Box&gt;&#10;    &lt;/Box&gt;&#10;&#10;    &lt;Box style={{ height: 540, flexDirection: 'column', gap: 16 }}&gt;&#10;&#10;        &lt;Box style={{ flexDirection: 'row', gap: 32 }}&gt;&#10;&#10;            &lt;Box style={{ width: 660, height: 396, background: '#F4F7FA', borderRadius: 12, padding: 16, flexDirection: 'column', justifyContent: 'center', gap: 8 }}&gt;&#10;                &lt;Text style={{ fontSize: 16, fontWeight: 'bold', color: '#276FBF' }}&gt;实验装配：唯一的 Brain&lt;/Text&gt;&#10;                &lt;Text style={{ fontSize: 13, color: '#546779' }}&gt;4 名 Agent　·　人物资料、位置、私有记忆各自不同&lt;/Text&gt;&#10;                &lt;Box style={{ flexDirection: 'row', gap: 8 }}&gt;&#10;                    &lt;Box style={{ width: 126, height: 34, background: '#FFFFFF', borderRadius: 8, justifyContent: 'center', alignItems: 'center' }}&gt;&#10;                        &lt;Text style={{ fontSize: 14, color: '#276FBF' }}&gt;林岚&lt;/Text&gt;&#10;                    &lt;/Box&gt;&#10;                    &lt;Box style={{ width: 126, height: 34, background: '#FFFFFF', borderRadius: 8, justifyContent: 'center', alignItems: 'center' }}&gt;&#10;                        &lt;Text style={{ fontSize: 14, color: '#276FBF' }}&gt;周宁&lt;/Text&gt;&#10;                    &lt;/Box&gt;&#10;                    &lt;Box style={{ width: 126, height: 34, background: '#FFFFFF', borderRadius: 8, justifyContent: 'center', alignItems: 'center' }}&gt;&#10;                        &lt;Text style={{ fontSize: 14, color: '#276FBF' }}&gt;陈晨&lt;/Text&gt;&#10;                    &lt;/Box&gt;&#10;                    &lt;Box style={{ width: 126, height: 34, background: '#FFFFFF', borderRadius: 8, justifyContent: 'center', alignItems: 'center' }}&gt;&#10;                        &lt;Text style={{ fontSize: 14, color: '#276FBF' }}&gt;许安&lt;/Text&gt;&#10;                    &lt;/Box&gt;&#10;                &lt;/Box&gt;&#10;                &lt;Box style={{ width: 628, height: 26, justifyContent: 'center', alignItems: 'center' }}&gt;&#10;                    &lt;Text style={{ fontSize: 16, color: '#276FBF' }}&gt;↓&lt;/Text&gt;&#10;                &lt;/Box&gt;&#10;                &lt;Box style={{ width: 628, height: 62, background: '#276FBF', borderRadius: 8, flexDirection: 'row', alignItems: 'center', justifyContent: 'space-between', padding: '0 18px' }}&gt;&#10;                    &lt;Text style={{ fontSize: 17, fontWeight: 'bold', color: '#FFFFFF' }}&gt;qinghe-open-day-brain&lt;/Text&gt;&#10;                    &lt;Text style={{ fontSize: 14, color: '#FFFFFF' }}&gt;类型 brain&lt;/Text&gt;&#10;                &lt;/Box&gt;&#10;                &lt;Box style={{ width: 628, height: 26, justifyContent: 'center', alignItems: 'center' }}&gt;&#10;                    &lt;Text style={{ fontSize: 16, color: '#26816B' }}&gt;↓&lt;/Text&gt;&#10;                &lt;/Box&gt;&#10;                &lt;Box style={{ flexDirection: 'row', gap: 12 }}&gt;&#10;                    &lt;Box style={{ width: 308, height: 78, background: '#ECF7F2', borderRadius: 8, padding: '10px 14px', flexDirection: 'column', gap: 3, justifyContent: 'center' }}&gt;&#10;                        &lt;Text style={{ fontSize: 15, fontWeight: 'bold', color: '#26816B' }}&gt;qinghe-compare-options&lt;/Text&gt;&#10;                        &lt;Text style={{ fontSize: 13, color: '#546779' }}&gt;类型 atomic　·　按需调用，返回建议&lt;/Text&gt;&#10;                    &lt;/Box&gt;&#10;                    &lt;Box style={{ width: 308, height: 78, background: '#ECF7F2', borderRadius: 8, padding: '10px 14px', flexDirection: 'column', gap: 3, justifyContent: 'center' }}&gt;&#10;                        &lt;Text style={{ fontSize: 15, fontWeight: 'bold', color: '#26816B' }}&gt;qinghe-memory-review&lt;/Text&gt;&#10;                        &lt;Text style={{ fontSize: 13, color: '#546779' }}&gt;类型 atomic　·　按需调用，返回建议&lt;/Text&gt;&#10;                    &lt;/Box&gt;&#10;                &lt;/Box&gt;&#10;            &lt;/Box&gt;&#10;&#10;            &lt;Box style={{ width: 460, height: 396, background: '#F7F3E8', borderRadius: 12, padding: 16, flexDirection: 'column', justifyContent: 'center', gap: 12 }}&gt;&#10;                &lt;Text style={{ fontSize: 16, fontWeight: 'bold', color: '#20344B' }}&gt;地图 Game Object 的独立根 Skill&lt;/Text&gt;&#10;                &lt;Box style={{ flexDirection: 'row', alignItems: 'center' }}&gt;&#10;                    &lt;Box style={{ width: 96, height: 56, background: '#FFFFFF', borderRadius: 8, justifyContent: 'center', alignItems: 'center' }}&gt;&#10;                        &lt;Text style={{ fontSize: 14, color: '#20344B' }}&gt;公告栏&lt;/Text&gt;&#10;                    &lt;/Box&gt;&#10;                    &lt;Box style={{ width: 36, height: 56, justifyContent: 'center', alignItems: 'center' }}&gt;&#10;                        &lt;Text style={{ fontSize: 20, color: '#26816B' }}&gt;›&lt;/Text&gt;&#10;                    &lt;/Box&gt;&#10;                    &lt;Box style={{ width: 296, height: 56, background: '#ECF7F2', borderRadius: 8, justifyContent: 'center', alignItems: 'center' }}&gt;&#10;                        &lt;Text style={{ fontSize: 14, fontWeight: 'bold', color: '#26816B' }}&gt;qinghe-notice-board&lt;/Text&gt;&#10;                    &lt;/Box&gt;&#10;                &lt;/Box&gt;&#10;                &lt;Box style={{ flexDirection: 'row', alignItems: 'center' }}&gt;&#10;                    &lt;Box style={{ width: 96, height: 56, background: '#FFFFFF', borderRadius: 8, justifyContent: 'center', alignItems: 'center' }}&gt;&#10;                        &lt;Text style={{ fontSize: 14, color: '#20344B' }}&gt;服务台&lt;/Text&gt;&#10;                    &lt;/Box&gt;&#10;                    &lt;Box style={{ width: 36, height: 56, justifyContent: 'center', alignItems: 'center' }}&gt;&#10;                        &lt;Text style={{ fontSize: 20, color: '#26816B' }}&gt;›&lt;/Text&gt;&#10;                    &lt;/Box&gt;&#10;                    &lt;Box style={{ width: 296, height: 56, background: '#ECF7F2', borderRadius: 8, justifyContent: 'center', alignItems: 'center' }}&gt;&#10;                        &lt;Text style={{ fontSize: 14, fontWeight: 'bold', color: '#26816B' }}&gt;qinghe-helpdesk&lt;/Text&gt;&#10;                    &lt;/Box&gt;&#10;                &lt;/Box&gt;&#10;                &lt;Box style={{ width: 428, height: 66, background: '#FFFFFF', borderRadius: 8, padding: '10px 14px', flexDirection: 'column', gap: 3, justifyContent: 'center' }}&gt;&#10;                    &lt;Text style={{ fontSize: 14, fontWeight: 'bold', color: '#26816B' }}&gt;各有对象身份&lt;/Text&gt;&#10;                    &lt;Text style={{ fontSize: 13, color: '#546779' }}&gt;只能修改自身状态；不接在 Brain 依赖后面，不是必经步骤&lt;/Text&gt;&#10;                &lt;/Box&gt;&#10;            &lt;/Box&gt;&#10;&#10;        &lt;/Box&gt;&#10;&#10;        &lt;Box style={{ flexDirection: 'row', gap: 32 }}&gt;&#10;            &lt;Box style={{ width: 560, height: 96, background: '#ECF7F2', borderRadius: 10, flexDirection: 'row', alignItems: 'center', padding: '0 18px', gap: 14 }}&gt;&#10;                &lt;Box style={{ width: 4, height: 52, background: '#26816B' }} /&gt;&#10;                &lt;Box style={{ flex: 1, flexDirection: 'column', gap: 4 }}&gt;&#10;                    &lt;Text style={{ fontSize: 16, fontWeight: 'bold', color: '#26816B' }}&gt;子 Skill 不能 world-act&lt;/Text&gt;&#10;                    &lt;Text style={{ fontSize: 14, color: '#546779' }}&gt;本案例两个子 Skill 也不写记忆，保持纯建议角色&lt;/Text&gt;&#10;                &lt;/Box&gt;&#10;            &lt;/Box&gt;&#10;            &lt;Box style={{ width: 560, height: 96, background: '#EDF4FC', borderRadius: 10, flexDirection: 'row', alignItems: 'center', padding: '0 18px', gap: 14 }}&gt;&#10;                &lt;Box style={{ width: 4, height: 52, background: '#276FBF' }} /&gt;&#10;                &lt;Box style={{ flex: 1, flexDirection: 'column', gap: 4 }}&gt;&#10;                    &lt;Text style={{ fontSize: 16, fontWeight: 'bold', color: '#276FBF' }}&gt;依赖表示可调用关系，不是固定顺序&lt;/Text&gt;&#10;                    &lt;Text style={{ fontSize: 14, color: '#546779' }}&gt;公告栏与服务台各自运行，不构成 Brain 的必经步骤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先分清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是什么类型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在哪里使用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371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五份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：依赖与绑定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1143000"/>
            <a:ext cx="6286500" cy="377190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62000" y="1552575"/>
            <a:ext cx="598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实验装配：唯一的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62000" y="1819275"/>
            <a:ext cx="598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名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·　人物资料、位置、私有记忆各自不同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762000" y="2047875"/>
            <a:ext cx="12001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228725" y="2133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2038350" y="2047875"/>
            <a:ext cx="12001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2505075" y="2133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3314700" y="2047875"/>
            <a:ext cx="12001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781425" y="2133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4591050" y="2047875"/>
            <a:ext cx="12001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057775" y="2133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714750" y="24765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762000" y="2771775"/>
            <a:ext cx="5981700" cy="590550"/>
          </a:xfrm>
          <a:prstGeom prst="roundRect">
            <a:avLst>
              <a:gd name="adj" fmla="val 1290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33450" y="2971800"/>
            <a:ext cx="1914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qinghe-open-day-brain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934075" y="2990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类型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714750" y="34671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762000" y="3762375"/>
            <a:ext cx="293370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95350" y="396240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qinghe-compare-options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95350" y="4162425"/>
            <a:ext cx="2667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atomic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·　按需调用，返回建议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3810000" y="3762375"/>
            <a:ext cx="293370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943350" y="396240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qinghe-memory-review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943350" y="4162425"/>
            <a:ext cx="2667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atomic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·　按需调用，返回建议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7200900" y="1143000"/>
            <a:ext cx="4381500" cy="3771900"/>
          </a:xfrm>
          <a:prstGeom prst="roundRect">
            <a:avLst>
              <a:gd name="adj" fmla="val 303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7353300" y="191452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地图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Game Object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的独立根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7353300" y="221932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610475" y="24098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410575" y="237172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8610600" y="2219325"/>
            <a:ext cx="2819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324975" y="2409825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qinghe-notice-board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353300" y="286702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610475" y="30575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410575" y="301942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8610600" y="2867025"/>
            <a:ext cx="2819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458325" y="3057525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qinghe-helpdesk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7353300" y="3514725"/>
            <a:ext cx="40767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7486650" y="36576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各有对象身份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486650" y="3848100"/>
            <a:ext cx="3810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只能修改自身状态；不接在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依赖后面，不是必经步骤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506730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781050" y="5276850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52500" y="53340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子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不能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952500" y="5562600"/>
            <a:ext cx="481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本案例两个子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也不写记忆，保持纯建议角色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248400" y="5067300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419850" y="52768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591300" y="5334000"/>
            <a:ext cx="481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依赖表示可调用关系，不是固定顺序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591300" y="5562600"/>
            <a:ext cx="481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公告栏与服务台各自运行，不构成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的必经步骤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29" name="" descr="&lt;Slide notes={`Skill 有三种固有类型：atomic 是单个技能，处理相对集中的问题；pack 是技能包，组合其他技能；brain 专门用来驱动 Agent。&#10;&#10;类型不等于位置。一个 atomic 技能既可以被 Brain 按需调用当子 Skill，也可以作为地图对象的根 Skill。&#10;&#10;五份材料对上号：唯一的 Brain 根据当前角色、可见事实和个人记忆选择本轮动作；compare-options 比较可行做法、指出缺少的证据；memory-review 区分已知事实、待确认事项和失效认识；公告栏和服务台的根 Skill 各自回答与自身相关的请求。&#10;&#10;它们目前还是待录入的作者材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1　先分清&quot;是什么类型&quot;和&quot;在哪里使用&quot;&lt;/Text&gt;&#10;            &lt;Text style={{ fontSize: 34, fontWeight: 'bold', color: '#20344B' }}&gt;三种类型，两种使用位置&lt;/Text&gt;&#10;        &lt;/Box&gt;&#10;    &lt;/Box&gt;&#10;&#10;    &lt;Box style={{ height: 540, flexDirection: 'row', gap: 32 }}&gt;&#10;&#10;        &lt;Box style={{ width: 420, flexDirection: 'column', gap: 16 }}&gt;&#10;&#10;            &lt;Box style={{ width: 420, height: 156, background: '#F4F7FA', borderRadius: 10, padding: '16px 18px', flexDirection: 'column', gap: 6, justifyContent: 'center' }}&gt;&#10;                &lt;Text style={{ fontSize: 20, fontWeight: 'bold', color: '#276FBF' }}&gt;atomic&lt;/Text&gt;&#10;                &lt;Box style={{ width: 40, height: 3, background: '#276FBF' }} /&gt;&#10;                &lt;Text style={{ fontSize: 15, color: '#546779', lineHeight: 1.55 }}&gt;单个技能。处理相对集中的问题，可被 Brain 调用，也可作为对象的根 Skill。&lt;/Text&gt;&#10;            &lt;/Box&gt;&#10;&#10;            &lt;Box style={{ width: 420, height: 156, background: '#F4F7FA', borderRadius: 10, padding: '16px 18px', flexDirection: 'column', gap: 6, justifyContent: 'center' }}&gt;&#10;                &lt;Text style={{ fontSize: 20, fontWeight: 'bold', color: '#276FBF' }}&gt;pack&lt;/Text&gt;&#10;                &lt;Box style={{ width: 40, height: 3, background: '#276FBF' }} /&gt;&#10;                &lt;Text style={{ fontSize: 15, color: '#546779', lineHeight: 1.55 }}&gt;技能包。把其他技能组合起来，覆盖更大的任务面。&lt;/Text&gt;&#10;            &lt;/Box&gt;&#10;&#10;            &lt;Box style={{ width: 420, height: 156, background: '#EDF4FC', borderRadius: 10, padding: '16px 18px', flexDirection: 'column', gap: 6, justifyContent: 'center' }}&gt;&#10;                &lt;Text style={{ fontSize: 20, fontWeight: 'bold', color: '#276FBF' }}&gt;brain&lt;/Text&gt;&#10;                &lt;Box style={{ width: 40, height: 3, background: '#276FBF' }} /&gt;&#10;                &lt;Text style={{ fontSize: 15, color: '#546779', lineHeight: 1.55 }}&gt;大脑。用来驱动 Agent，是本轮行动的组织者。本案例实验中只有一个。&lt;/Text&gt;&#10;            &lt;/Box&gt;&#10;&#10;        &lt;/Box&gt;&#10;&#10;        &lt;Box style={{ width: 700, flexDirection: 'column', gap: 10, justifyContent: 'center' }}&gt;&#10;&#10;            &lt;Box style={{ width: 700, height: 92, background: '#FFFFFF', borderRadius: 10, flexDirection: 'row', gap: 12 }}&gt;&#10;                &lt;Box style={{ width: 252, height: 92, background: '#276FBF', borderRadius: 10, justifyContent: 'center', alignItems: 'center', padding: '0 10px' }}&gt;&#10;                    &lt;Text style={{ fontSize: 14, fontWeight: 'bold', color: '#FFFFFF', textAlign: 'center' }}&gt;qinghe-open-day-brain&lt;/Text&gt;&#10;                &lt;/Box&gt;&#10;                &lt;Box style={{ flex: 1, flexDirection: 'column', gap: 4, justifyContent: 'center' }}&gt;&#10;                    &lt;Text style={{ fontSize: 15, fontWeight: 'bold', color: '#276FBF' }}&gt;brain　·　实验唯一 Brain&lt;/Text&gt;&#10;                    &lt;Text style={{ fontSize: 14, color: '#546779', lineHeight: 1.5 }}&gt;根据当前角色、可见事实和个人记忆选择本轮动作&lt;/Text&gt;&#10;                &lt;/Box&gt;&#10;            &lt;/Box&gt;&#10;&#10;            &lt;Box style={{ width: 700, height: 92, background: '#FFFFFF', borderRadius: 10, flexDirection: 'row', gap: 12 }}&gt;&#10;                &lt;Box style={{ width: 252, height: 92, background: '#20344B', borderRadius: 10, justifyContent: 'center', alignItems: 'center', padding: '0 10px' }}&gt;&#10;                    &lt;Text style={{ fontSize: 14, fontWeight: 'bold', color: '#FFFFFF', textAlign: 'center' }}&gt;qinghe-compare-options&lt;/Text&gt;&#10;                &lt;/Box&gt;&#10;                &lt;Box style={{ flex: 1, flexDirection: 'column', gap: 4, justifyContent: 'center' }}&gt;&#10;                    &lt;Text style={{ fontSize: 15, fontWeight: 'bold', color: '#26816B' }}&gt;atomic　·　按需调用的子 Skill&lt;/Text&gt;&#10;                    &lt;Text style={{ fontSize: 14, color: '#546779', lineHeight: 1.5 }}&gt;比较两种以上可行做法，指出缺少的证据&lt;/Text&gt;&#10;                &lt;/Box&gt;&#10;            &lt;/Box&gt;&#10;&#10;            &lt;Box style={{ width: 700, height: 92, background: '#FFFFFF', borderRadius: 10, flexDirection: 'row', gap: 12 }}&gt;&#10;                &lt;Box style={{ width: 252, height: 92, background: '#20344B', borderRadius: 10, justifyContent: 'center', alignItems: 'center', padding: '0 10px' }}&gt;&#10;                    &lt;Text style={{ fontSize: 14, fontWeight: 'bold', color: '#FFFFFF', textAlign: 'center' }}&gt;qinghe-memory-review&lt;/Text&gt;&#10;                &lt;/Box&gt;&#10;                &lt;Box style={{ flex: 1, flexDirection: 'column', gap: 4, justifyContent: 'center' }}&gt;&#10;                    &lt;Text style={{ fontSize: 15, fontWeight: 'bold', color: '#26816B' }}&gt;atomic　·　按需调用的子 Skill&lt;/Text&gt;&#10;                    &lt;Text style={{ fontSize: 14, color: '#546779', lineHeight: 1.5 }}&gt;区分已知事实、待确认事项和失效认识&lt;/Text&gt;&#10;                &lt;/Box&gt;&#10;            &lt;/Box&gt;&#10;&#10;            &lt;Box style={{ width: 700, height: 92, background: '#F7F3E8', borderRadius: 10, flexDirection: 'row', gap: 12 }}&gt;&#10;                &lt;Box style={{ width: 252, height: 92, background: '#20344B', borderRadius: 10, justifyContent: 'center', alignItems: 'center', padding: '0 10px' }}&gt;&#10;                    &lt;Text style={{ fontSize: 14, fontWeight: 'bold', color: '#FFFFFF', textAlign: 'center' }}&gt;qinghe-notice-board&lt;/Text&gt;&#10;                &lt;/Box&gt;&#10;                &lt;Box style={{ flex: 1, flexDirection: 'column', gap: 4, justifyContent: 'center' }}&gt;&#10;                    &lt;Text style={{ fontSize: 15, fontWeight: 'bold', color: '#20344B' }}&gt;atomic　·　公告栏根 Skill&lt;/Text&gt;&#10;                    &lt;Text style={{ fontSize: 14, color: '#546779', lineHeight: 1.5 }}&gt;回答公告查询，处理符合教案规则的更新请求&lt;/Text&gt;&#10;                &lt;/Box&gt;&#10;            &lt;/Box&gt;&#10;&#10;            &lt;Box style={{ width: 700, height: 92, background: '#F7F3E8', borderRadius: 10, flexDirection: 'row', gap: 12 }}&gt;&#10;                &lt;Box style={{ width: 252, height: 92, background: '#20344B', borderRadius: 10, justifyContent: 'center', alignItems: 'center', padding: '0 10px' }}&gt;&#10;                    &lt;Text style={{ fontSize: 14, fontWeight: 'bold', color: '#FFFFFF', textAlign: 'center' }}&gt;qinghe-helpdesk&lt;/Text&gt;&#10;                &lt;/Box&gt;&#10;                &lt;Box style={{ flex: 1, flexDirection: 'column', gap: 4, justifyContent: 'center' }}&gt;&#10;                    &lt;Text style={{ fontSize: 15, fontWeight: 'bold', color: '#20344B' }}&gt;atomic　·　服务台根 Skill&lt;/Text&gt;&#10;                    &lt;Text style={{ fontSize: 14, color: '#546779', lineHeight: 1.5 }}&gt;根据自身掌握的场地信息回答咨询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先分清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是什么类型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在哪里使用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三种类型，两种使用位置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1143000"/>
            <a:ext cx="4000500" cy="1485900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81050" y="1438275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atomic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781050" y="172402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81050" y="1809750"/>
            <a:ext cx="3657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单个技能。处理相对集中的问题，可被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调用，也可作为对象的根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2781300"/>
            <a:ext cx="4000500" cy="1485900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81050" y="3209925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pack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781050" y="349567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81050" y="3581400"/>
            <a:ext cx="36576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技能包。把其他技能组合起来，覆盖更大的任务面。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4419600"/>
            <a:ext cx="4000500" cy="1485900"/>
          </a:xfrm>
          <a:prstGeom prst="roundRect">
            <a:avLst>
              <a:gd name="adj" fmla="val 64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81050" y="4714875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brain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781050" y="500062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3657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大脑。用来驱动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，是本轮行动的组织者。本案例实验中只有一个。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4914900" y="13335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4914900" y="1333500"/>
            <a:ext cx="2400300" cy="876300"/>
          </a:xfrm>
          <a:prstGeom prst="roundRect">
            <a:avLst>
              <a:gd name="adj" fmla="val 1087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324475" y="1695450"/>
            <a:ext cx="15811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qinghe-open-day-brain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429500" y="154305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brain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·　实验唯一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429500" y="175260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根据当前角色、可见事实和个人记忆选择本轮动作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4914900" y="230505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4914900" y="2305050"/>
            <a:ext cx="2400300" cy="876300"/>
          </a:xfrm>
          <a:prstGeom prst="roundRect">
            <a:avLst>
              <a:gd name="adj" fmla="val 1087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276850" y="2667000"/>
            <a:ext cx="16859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qinghe-compare-options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429500" y="251460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atomic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　·　按需调用的子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429500" y="272415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比较两种以上可行做法，指出缺少的证据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4914900" y="32766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4914900" y="3276600"/>
            <a:ext cx="2400300" cy="876300"/>
          </a:xfrm>
          <a:prstGeom prst="roundRect">
            <a:avLst>
              <a:gd name="adj" fmla="val 1087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324475" y="3638550"/>
            <a:ext cx="15906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qinghe-memory-review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429500" y="348615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atomic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　·　按需调用的子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429500" y="369570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区分已知事实、待确认事项和失效认识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4914900" y="424815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62" name=""/>
          <p:cNvSpPr/>
          <p:nvPr/>
        </p:nvSpPr>
        <p:spPr>
          <a:xfrm rot="0" flipH="0" flipV="0">
            <a:off x="4914900" y="4248150"/>
            <a:ext cx="2400300" cy="876300"/>
          </a:xfrm>
          <a:prstGeom prst="roundRect">
            <a:avLst>
              <a:gd name="adj" fmla="val 1087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5419725" y="4610100"/>
            <a:ext cx="14001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qinghe-notice-board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429500" y="445770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atomic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　·　公告栏根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429500" y="466725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回答公告查询，处理符合教案规则的更新请求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4914900" y="52197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4914900" y="5219700"/>
            <a:ext cx="2400300" cy="876300"/>
          </a:xfrm>
          <a:prstGeom prst="roundRect">
            <a:avLst>
              <a:gd name="adj" fmla="val 1087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553075" y="5581650"/>
            <a:ext cx="113347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qinghe-helpdesk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429500" y="542925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atomic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　·　服务台根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429500" y="563880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根据自身掌握的场地信息回答咨询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73" name="" descr="&lt;Slide notes={`很多人会问：四个人共用一个 Brain，他们不会长得一模一样吗？&#10;&#10;不会。角色差异来自五样东西：人物资料、当前任务、当前位置、收到的消息和私有记忆。林岚在服务台听到的新答复，许安并不知道；许安对旧公告的记忆，林岚也没有。同一个 Brain 拿到不同的输入，自然做出不同的决定。&#10;&#10;所以我们不需要为四个人画四张固定流程图，也不需要复制四套几乎相同的程序——那是把&quot;第几步必须说哪句话&quot;当成自主行为。&#10;&#10;反过来，公告栏和服务台虽然也有自己的 Skill，但它们是地图对象，有各自的对象身份，不会出现在公共 Agent 列表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1　先分清&quot;是什么类型&quot;和&quot;在哪里使用&quot;&lt;/Text&gt;&#10;            &lt;Text style={{ fontSize: 34, fontWeight: 'bold', color: '#20344B' }}&gt;四个人共用一个 Brain&lt;/Text&gt;&#10;        &lt;/Box&gt;&#10;    &lt;/Box&gt;&#10;&#10;    &lt;Box style={{ height: 540, flexDirection: 'row', gap: 32 }}&gt;&#10;&#10;        &lt;Box style={{ width: 380, flexDirection: 'column', justifyContent: 'center', gap: 14 }}&gt;&#10;            &lt;Text style={{ fontSize: 22, fontWeight: 'bold', color: '#20344B', lineHeight: 1.4 }}&gt;角色差异{'\n'}不在程序里&lt;/Text&gt;&#10;            &lt;Box style={{ width: 56, height: 4, background: '#276FBF' }} /&gt;&#10;            &lt;Text style={{ fontSize: 15, color: '#546779', lineHeight: 1.7 }}&gt;同一个 Brain，读到不同的输入，做出不同的决定。不必复制四套几乎相同的程序，也不把&quot;第几步必须说哪句话&quot;当作自主行为。&lt;/Text&gt;&#10;            &lt;Box style={{ width: 380, background: '#F7F3E8', borderRadius: 10, padding: '14px 16px', flexDirection: 'column', gap: 4 }}&gt;&#10;                &lt;Text style={{ fontSize: 15, fontWeight: 'bold', color: '#20344B' }}&gt;对象不是 Agent&lt;/Text&gt;&#10;                &lt;Text style={{ fontSize: 13, color: '#546779', lineHeight: 1.55 }}&gt;公告栏与服务台有各自的对象身份，不会出现在公共 Agent 列表中。&lt;/Text&gt;&#10;            &lt;/Box&gt;&#10;        &lt;/Box&gt;&#10;&#10;        &lt;Box style={{ width: 740, flexDirection: 'column', justifyContent: 'center', gap: 14 }}&gt;&#10;&#10;            &lt;Box style={{ width: 740, height: 150, background: '#F4F7FA', borderRadius: 10, padding: '12px 16px', flexDirection: 'column', gap: 6, justifyContent: 'center' }}&gt;&#10;                &lt;Text style={{ fontSize: 13, color: '#546779' }}&gt;4 名 Agent　·　共用同一个 Brain&lt;/Text&gt;&#10;                &lt;Box style={{ flexDirection: 'row', gap: 10, justifyContent: 'center' }}&gt;&#10;                    &lt;Box style={{ width: 130, height: 34, background: '#FFFFFF', borderRadius: 8, justifyContent: 'center', alignItems: 'center' }}&gt;&#10;                        &lt;Text style={{ fontSize: 14, color: '#276FBF' }}&gt;林岚&lt;/Text&gt;&#10;                    &lt;/Box&gt;&#10;                    &lt;Box style={{ width: 130, height: 34, background: '#FFFFFF', borderRadius: 8, justifyContent: 'center', alignItems: 'center' }}&gt;&#10;                        &lt;Text style={{ fontSize: 14, color: '#276FBF' }}&gt;周宁&lt;/Text&gt;&#10;                    &lt;/Box&gt;&#10;                    &lt;Box style={{ width: 130, height: 34, background: '#FFFFFF', borderRadius: 8, justifyContent: 'center', alignItems: 'center' }}&gt;&#10;                        &lt;Text style={{ fontSize: 14, color: '#276FBF' }}&gt;陈晨&lt;/Text&gt;&#10;                    &lt;/Box&gt;&#10;                    &lt;Box style={{ width: 130, height: 34, background: '#FFFFFF', borderRadius: 8, justifyContent: 'center', alignItems: 'center' }}&gt;&#10;                        &lt;Text style={{ fontSize: 14, color: '#276FBF' }}&gt;许安&lt;/Text&gt;&#10;                    &lt;/Box&gt;&#10;                &lt;/Box&gt;&#10;                &lt;Box style={{ width: 708, height: 22, justifyContent: 'center', alignItems: 'center' }}&gt;&#10;                    &lt;Text style={{ fontSize: 15, color: '#276FBF' }}&gt;↓&lt;/Text&gt;&#10;                &lt;/Box&gt;&#10;                &lt;Box style={{ width: 340, height: 40, background: '#276FBF', borderRadius: 8, justifyContent: 'center', alignItems: 'center', alignSelf: 'center' }}&gt;&#10;                    &lt;Text style={{ fontSize: 14, fontWeight: 'bold', color: '#FFFFFF' }}&gt;qinghe-open-day-brain&lt;/Text&gt;&#10;                &lt;/Box&gt;&#10;            &lt;/Box&gt;&#10;&#10;            &lt;Box style={{ width: 740, flexDirection: 'column', gap: 8 }}&gt;&#10;                &lt;Box style={{ width: 740, height: 52, background: '#EDF4FC', borderRadius: 8, flexDirection: 'row', alignItems: 'center', padding: '0 16px', gap: 12 }}&gt;&#10;                    &lt;Box style={{ width: 4, height: 28, background: '#276FBF' }} /&gt;&#10;                    &lt;Text style={{ fontSize: 15, fontWeight: 'bold', color: '#20344B', width: 110 }}&gt;人物资料&lt;/Text&gt;&#10;                    &lt;Text style={{ fontSize: 14, color: '#546779', flex: 1 }}&gt;性格、习惯与表达方式各不相同&lt;/Text&gt;&#10;                &lt;/Box&gt;&#10;                &lt;Box style={{ width: 740, height: 52, background: '#EDF4FC', borderRadius: 8, flexDirection: 'row', alignItems: 'center', padding: '0 16px', gap: 12 }}&gt;&#10;                    &lt;Box style={{ width: 4, height: 28, background: '#276FBF' }} /&gt;&#10;                    &lt;Text style={{ fontSize: 15, fontWeight: 'bold', color: '#20344B', width: 110 }}&gt;当前任务&lt;/Text&gt;&#10;                    &lt;Text style={{ fontSize: 14, color: '#546779', flex: 1 }}&gt;本轮要完成的目标不同&lt;/Text&gt;&#10;                &lt;/Box&gt;&#10;                &lt;Box style={{ width: 740, height: 52, background: '#EDF4FC', borderRadius: 8, flexDirection: 'row', alignItems: 'center', padding: '0 16px', gap: 12 }}&gt;&#10;                    &lt;Box style={{ width: 4, height: 28, background: '#26816B' }} /&gt;&#10;                    &lt;Text style={{ fontSize: 15, fontWeight: 'bold', color: '#20344B', width: 110 }}&gt;位置&lt;/Text&gt;&#10;                    &lt;Text style={{ fontSize: 14, color: '#546779', flex: 1 }}&gt;感知到的现场不同&lt;/Text&gt;&#10;                &lt;/Box&gt;&#10;                &lt;Box style={{ width: 740, height: 52, background: '#EDF4FC', borderRadius: 8, flexDirection: 'row', alignItems: 'center', padding: '0 16px', gap: 12 }}&gt;&#10;                    &lt;Box style={{ width: 4, height: 28, background: '#26816B' }} /&gt;&#10;                    &lt;Text style={{ fontSize: 15, fontWeight: 'bold', color: '#20344B', width: 110 }}&gt;收到的消息&lt;/Text&gt;&#10;                    &lt;Text style={{ fontSize: 14, color: '#546779', flex: 1 }}&gt;只收到发给自己的会话与答复&lt;/Text&gt;&#10;                &lt;/Box&gt;&#10;                &lt;Box style={{ width: 740, height: 52, background: '#EDF4FC', borderRadius: 8, flexDirection: 'row', alignItems: 'center', padding: '0 16px', gap: 12 }}&gt;&#10;                    &lt;Box style={{ width: 4, height: 28, background: '#26816B' }} /&gt;&#10;                    &lt;Text style={{ fontSize: 15, fontWeight: 'bold', color: '#20344B', width: 110 }}&gt;私有记忆&lt;/Text&gt;&#10;                    &lt;Text style={{ fontSize: 14, color: '#546779', flex: 1 }}&gt;只记得自己经历过的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先分清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是什么类型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在哪里使用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19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四个人共用一个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3619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角色差异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不在程序里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307657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3619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，读到不同的输入，做出不同的决定。不必复制四套几乎相同的程序，也不把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第几步必须说哪句话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当作自主行为。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09600" y="4257675"/>
            <a:ext cx="3619500" cy="942975"/>
          </a:xfrm>
          <a:prstGeom prst="roundRect">
            <a:avLst>
              <a:gd name="adj" fmla="val 1010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762000" y="439102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对象不是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62000" y="4600575"/>
            <a:ext cx="3314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公告栏与服务台有各自的对象身份，不会出现在公共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列表中。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4533900" y="1543050"/>
            <a:ext cx="7048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686300" y="1638300"/>
            <a:ext cx="674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名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　·　共用同一个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5438775" y="184785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924550" y="1933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772275" y="184785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258050" y="1933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105775" y="184785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591550" y="1933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9439275" y="1847850"/>
            <a:ext cx="1238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925050" y="1933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020050" y="2247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438900" y="2495550"/>
            <a:ext cx="32385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267575" y="260985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qinghe-open-day-brain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4533900" y="3105150"/>
            <a:ext cx="704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4686300" y="321945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838700" y="32670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人物资料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00750" y="327660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性格、习惯与表达方式各不相同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4533900" y="3676650"/>
            <a:ext cx="704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4686300" y="379095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838700" y="38385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当前任务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00750" y="384810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本轮要完成的目标不同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4533900" y="4248150"/>
            <a:ext cx="704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4686300" y="436245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838700" y="44100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位置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00750" y="441960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感知到的现场不同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4533900" y="4819650"/>
            <a:ext cx="704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4686300" y="493395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838700" y="49815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收到的消息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000750" y="499110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只收到发给自己的会话与答复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4533900" y="5391150"/>
            <a:ext cx="704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4686300" y="550545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838700" y="55530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私有记忆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000750" y="556260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只记得自己经历过的事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9" name="" descr="&lt;Slide notes={`第二块解决&quot;怎么写&quot;的问题：把 SOP 写成条件与证据。&#10;&#10;SOP 是标准作业程序。这里的 SOP 写的不是固定台词，而是角色每一步的判断条件：先读取什么、什么时候需要帮忙、什么时候可以行动、什么时候必须停。&#10;&#10;先说清一个前提：这套&quot;先读取、再判断&quot;的写法是本案例选用的方法，不是所有实验都必须采用的内核流水线。它可以换，但换掉之后，可靠性的责任就落在新的写法上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4.2&lt;/Text&gt;&#10;&#10;        &lt;Text style={{ fontSize: 56, fontWeight: 'bold', color: '#20344B', lineHeight: 1.15 }}&gt;把 SOP 写成条件与证据&lt;/Text&gt;&#10;&#10;        &lt;Box style={{ width: 72, height: 4, background: '#276FBF' }} /&gt;&#10;&#10;        &lt;Text style={{ fontSize: 18, color: '#546779', lineHeight: 1.7, width: 900 }}&gt;不写&quot;第几步必须说哪句话&quot;，写清楚每一步的判断条件与证据来源。&lt;/Text&gt;&#10;&#10;        &lt;Box style={{ flexDirection: 'row', alignItems: 'center', marginTop: 10 }}&gt;&#10;            &lt;Box style={{ width: 220, height: 64, background: '#EDF4FC', borderRadius: 8, justifyContent: 'center', alignItems: 'center' }}&gt;&#10;                &lt;Text style={{ fontSize: 18, color: '#276FBF' }}&gt;读取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FFF4E6', borderRadius: 8, justifyContent: 'center', alignItems: 'center' }}&gt;&#10;                &lt;Text style={{ fontSize: 18, color: '#CB6B28' }}&gt;判断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EDF4FC', borderRadius: 8, justifyContent: 'center', alignItems: 'center' }}&gt;&#10;                &lt;Text style={{ fontSize: 18, color: '#276FBF' }}&gt;行动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20, height: 64, background: '#ECF7F2', borderRadius: 8, justifyContent: 'center', alignItems: 'center' }}&gt;&#10;                &lt;Text style={{ fontSize: 18, color: '#26816B' }}&gt;核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3.4.2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写成条件与证据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不写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第几步必须说哪句话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，写清楚每一步的判断条件与证据来源。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096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485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读取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2876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31242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0005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391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56388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5151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行动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9057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81534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0297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核验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38" name="" descr="&lt;Slide notes={`条件式 SOP 的完整走法。&#10;&#10;先读上下文：身份、虚拟时间、位置、上轮活动和外部观察。再检索与当前目标有关的私有记忆，感知附近实际存在的人物、空间和对象，并核实上轮的待确认事项。&#10;&#10;存在冲突或选择困难，就按需调用子 Skill 取得建议，并回判断。然后选择一个当前可执行的动作：需要移动便先移动，需要咨询便先发请求，尚未得到答复便保留不确定性。&#10;&#10;必要的待确认便签要写在动作之前，然后才调用一次 world-act。动作被成功接受，本轮立即结束，结果仍须整步提交核验；被拒绝才回到读取与检索，并受 max_hops 与无进展检查约束——SOP 绕不过内核上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2　把 SOP 写成条件与证据&lt;/Text&gt;&#10;            &lt;Text style={{ fontSize: 34, fontWeight: 'bold', color: '#20344B' }}&gt;条件式 SOP：成功 world-act 后本轮结束&lt;/Text&gt;&#10;        &lt;/Box&gt;&#10;    &lt;/Box&gt;&#10;&#10;    &lt;Box style={{ height: 540, flexDirection: 'column', justifyContent: 'center', gap: 14 }}&gt;&#10;&#10;        &lt;Box style={{ flexDirection: 'row', marginLeft: 238, alignItems: 'center' }}&gt;&#10;            &lt;Box style={{ width: 230, height: 52, background: '#FFF4E6', borderRadius: 8, justifyContent: 'center', alignItems: 'center' }}&gt;&#10;                &lt;Text style={{ fontSize: 15, fontWeight: 'bold', color: '#CB6B28' }}&gt;存在冲突或选择困难？&lt;/Text&gt;&#10;            &lt;/Box&gt;&#10;            &lt;Box style={{ width: 38, height: 52, justifyContent: 'center', alignItems: 'center' }}&gt;&#10;                &lt;Text style={{ fontSize: 20, color: '#26816B' }}&gt;›&lt;/Text&gt;&#10;            &lt;/Box&gt;&#10;            &lt;Box style={{ width: 310, height: 52, background: '#ECF7F2', borderRadius: 8, justifyContent: 'center', alignItems: 'center' }}&gt;&#10;                &lt;Text style={{ fontSize: 15, fontWeight: 'bold', color: '#26816B' }}&gt;按需调用子 Skill　取得建议&lt;/Text&gt;&#10;            &lt;/Box&gt;&#10;        &lt;/Box&gt;&#10;&#10;        &lt;Box style={{ flexDirection: 'row', marginLeft: 470, alignItems: 'center', height: 26 }}&gt;&#10;            &lt;Box style={{ width: 44, justifyContent: 'center', alignItems: 'center' }}&gt;&#10;                &lt;Text style={{ fontSize: 18, color: '#26816B' }}&gt;↓&lt;/Text&gt;&#10;            &lt;/Box&gt;&#10;            &lt;Text style={{ fontSize: 13, color: '#546779' }}&gt;建议并入下一步判断；无冲突则直接选择&lt;/Text&gt;&#10;        &lt;/Box&gt;&#10;&#10;        &lt;Box style={{ flexDirection: 'row', alignItems: 'center' }}&gt;&#10;            &lt;Box style={{ width: 200, height: 112, background: '#EDF4FC', borderRadius: 8, padding: '12px 14px', flexDirection: 'column', gap: 5, justifyContent: 'center' }}&gt;&#10;                &lt;Text style={{ fontSize: 16, fontWeight: 'bold', color: '#276FBF' }}&gt;读取本轮上下文&lt;/Text&gt;&#10;                &lt;Text style={{ fontSize: 13, color: '#546779', lineHeight: 1.5 }}&gt;身份、虚拟时间、位置、上轮活动、外部观察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12, background: '#EDF4FC', borderRadius: 8, padding: '12px 14px', flexDirection: 'column', gap: 5, justifyContent: 'center' }}&gt;&#10;                &lt;Text style={{ fontSize: 16, fontWeight: 'bold', color: '#276FBF' }}&gt;检索与感知&lt;/Text&gt;&#10;                &lt;Text style={{ fontSize: 13, color: '#546779', lineHeight: 1.5 }}&gt;私有记忆、现场人物空间，核实待确认事项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12, background: '#EDF4FC', borderRadius: 8, padding: '12px 14px', flexDirection: 'column', gap: 5, justifyContent: 'center' }}&gt;&#10;                &lt;Text style={{ fontSize: 16, fontWeight: 'bold', color: '#276FBF' }}&gt;选择有依据的下一步&lt;/Text&gt;&#10;                &lt;Text style={{ fontSize: 13, color: '#546779', lineHeight: 1.5 }}&gt;可移动、咨询、活动或等待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12, background: '#EDF4FC', borderRadius: 8, padding: '12px 14px', flexDirection: 'column', gap: 5, justifyContent: 'center' }}&gt;&#10;                &lt;Text style={{ fontSize: 16, fontWeight: 'bold', color: '#276FBF' }}&gt;必要便签写在动作前&lt;/Text&gt;&#10;                &lt;Text style={{ fontSize: 13, color: '#546779', lineHeight: 1.5 }}&gt;待确认事项先落盘，再提交动作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12, background: '#20344B', borderRadius: 8, padding: '12px 14px', flexDirection: 'column', gap: 5, justifyContent: 'center' }}&gt;&#10;                &lt;Text style={{ fontSize: 16, fontWeight: 'bold', color: '#FFFFFF' }}&gt;调用一次 world-act&lt;/Text&gt;&#10;                &lt;Text style={{ fontSize: 13, color: '#B5C7D8', lineHeight: 1.5 }}&gt;动作由内核检查合法性后提交&lt;/Text&gt;&#10;            &lt;/Box&gt;&#10;        &lt;/Box&gt;&#10;&#10;        &lt;Box style={{ flexDirection: 'row', justifyContent: 'center', alignItems: 'center', gap: 0, marginTop: 6 }}&gt;&#10;            &lt;Box style={{ width: 250, height: 64, background: '#FFF4E6', borderRadius: 8, justifyContent: 'center', alignItems: 'center' }}&gt;&#10;                &lt;Text style={{ fontSize: 15, fontWeight: 'bold', color: '#CB6B28' }}&gt;动作被成功接受？&lt;/Text&gt;&#10;            &lt;/Box&gt;&#10;            &lt;Box style={{ width: 44, height: 64, flexDirection: 'column', justifyContent: 'center', alignItems: 'center', gap: 0 }}&gt;&#10;                &lt;Text style={{ fontSize: 12, color: '#26816B' }}&gt;是&lt;/Text&gt;&#10;                &lt;Text style={{ fontSize: 18, color: '#26816B' }}&gt;›&lt;/Text&gt;&#10;            &lt;/Box&gt;&#10;            &lt;Box style={{ width: 310, height: 64, background: '#26816B', borderRadius: 8, flexDirection: 'column', justifyContent: 'center', alignItems: 'center', gap: 2 }}&gt;&#10;                &lt;Text style={{ fontSize: 15, fontWeight: 'bold', color: '#FFFFFF' }}&gt;立即结束本轮&lt;/Text&gt;&#10;                &lt;Text style={{ fontSize: 12, color: '#ECF7F2' }}&gt;结果仍须整步提交核验&lt;/Text&gt;&#10;            &lt;/Box&gt;&#10;            &lt;Box style={{ width: 44, height: 64, flexDirection: 'column', justifyContent: 'center', alignItems: 'center', gap: 0 }}&gt;&#10;                &lt;Text style={{ fontSize: 12, color: '#CB6B28' }}&gt;否&lt;/Text&gt;&#10;                &lt;Text style={{ fontSize: 18, color: '#CB6B28' }}&gt;›&lt;/Text&gt;&#10;            &lt;/Box&gt;&#10;            &lt;Box style={{ width: 250, height: 64, background: '#F4F7FA', borderRadius: 8, justifyContent: 'center', alignItems: 'center' }}&gt;&#10;                &lt;Text style={{ fontSize: 15, fontWeight: 'bold', color: '#546779' }}&gt;回到读取与检索&lt;/Text&gt;&#10;            &lt;/Box&gt;&#10;        &lt;/Box&gt;&#10;&#10;        &lt;Box style={{ width: 1152, height: 88, background: '#FFF4E6', borderRadius: 10, flexDirection: 'row', alignItems: 'center', padding: '0 18px', gap: 14 }}&gt;&#10;            &lt;Box style={{ width: 4, height: 48, background: '#CB6B28' }} /&gt;&#10;            &lt;Box style={{ flex: 1, flexDirection: 'column', gap: 4 }}&gt;&#10;                &lt;Text style={{ fontSize: 16, fontWeight: 'bold', color: '#CB6B28' }}&gt;max_hops 与执行器的无进展检查约束调用循环&lt;/Text&gt;&#10;                &lt;Text style={{ fontSize: 14, color: '#546779' }}&gt;既限制工具循环，也累计整棵调用树的工具次数；检查完全重复与无进展调用；SOP 不可绕过限制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写成条件与证据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6096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条件式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：成功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后本轮结束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2876550" y="1790700"/>
            <a:ext cx="2190750" cy="495300"/>
          </a:xfrm>
          <a:prstGeom prst="roundRect">
            <a:avLst>
              <a:gd name="adj" fmla="val 1538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3257550" y="19526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存在冲突或选择困难？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219700" y="19240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5429250" y="1790700"/>
            <a:ext cx="295275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019800" y="19526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按需调用子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　取得建议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5257800" y="2438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5505450" y="246697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建议并入下一步判断；无冲突则直接选择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28003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42950" y="29908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读取本轮上下文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42950" y="3228975"/>
            <a:ext cx="1638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身份、虚拟时间、位置、上轮活动、外部观察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2657475" y="3209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2876550" y="28003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3009900" y="29908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检索与感知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009900" y="3228975"/>
            <a:ext cx="1638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私有记忆、现场人物空间，核实待确认事项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4924425" y="3209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5143500" y="28003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5276850" y="31051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选择有依据的下一步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5276850" y="3343275"/>
            <a:ext cx="1638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可移动、咨询、活动或等待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191375" y="3209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7410450" y="28003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543800" y="29908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必要便签写在动作前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543800" y="3228975"/>
            <a:ext cx="16383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待确认事项先落盘，再提交动作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9458325" y="32099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9677400" y="28003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9810750" y="31051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调用一次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9810750" y="3343275"/>
            <a:ext cx="1638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动作由内核检查合法性后提交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1819275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2438400" y="42767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动作被成功接受？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352925" y="41910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6816B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381500" y="43338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4619625" y="4057650"/>
            <a:ext cx="2952750" cy="609600"/>
          </a:xfrm>
          <a:prstGeom prst="roundRect">
            <a:avLst>
              <a:gd name="adj" fmla="val 125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667375" y="42005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立即结束本轮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5524500" y="439102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CF7F2"/>
                </a:solidFill>
                <a:latin typeface="Microsoft YaHei"/>
                <a:ea typeface="Microsoft YaHei"/>
              </a:rPr>
              <a:t>结果仍须整步提交核验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724775" y="41910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753350" y="4333875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7991475" y="40576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686800" y="42767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回到读取与检索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609600" y="48006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1" name=""/>
          <p:cNvSpPr/>
          <p:nvPr/>
        </p:nvSpPr>
        <p:spPr>
          <a:xfrm rot="0" flipH="0" flipV="0">
            <a:off x="781050" y="49911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52500" y="5029200"/>
            <a:ext cx="10458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max_hops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与执行器的无进展检查约束调用循环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952500" y="5257800"/>
            <a:ext cx="1045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既限制工具循环，也累计整棵调用树的工具次数；检查完全重复与无进展调用；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不可绕过限制。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86" name="" descr="&lt;Slide notes={`一个可靠的 Brain 至少要回答五件事：现在知道什么、还缺少什么、何时需要子 Skill、可以提交什么动作、何时停止。&#10;&#10;对应到做法：先读身份、虚拟时间、位置、上轮活动和外部观察；再检索私有记忆、感知现场，对照新证据核实上轮待确认事项；存在冲突或选择困难才调用子 Skill；然后选一个当前可执行的动作——需要移动便先移动，需要咨询便先发请求，尚未得到答复就保留不确定性；便签写在动作之前，调用一次 world-act，成功即结束。&#10;&#10;特别提醒：咨询本身也可以是有依据的下一步，不必等全部答案齐备才行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2　把 SOP 写成条件与证据&lt;/Text&gt;&#10;            &lt;Text style={{ fontSize: 34, fontWeight: 'bold', color: '#20344B' }}&gt;可靠的 Brain 至少回答五件事&lt;/Text&gt;&#10;        &lt;/Box&gt;&#10;    &lt;/Box&gt;&#10;&#10;    &lt;Box style={{ height: 540, flexDirection: 'row', gap: 32 }}&gt;&#10;&#10;        &lt;Box style={{ width: 660, flexDirection: 'column', gap: 12, justifyContent: 'center' }}&gt;&#10;&#10;            &lt;Box style={{ width: 660, height: 84, background: '#F4F7FA', borderRadius: 10, flexDirection: 'row', alignItems: 'center', padding: '0 16px', gap: 14 }}&gt;&#10;                &lt;Box style={{ width: 200, height: 52, background: '#276FBF', borderRadius: 8, justifyContent: 'center', alignItems: 'center' }}&gt;&#10;                    &lt;Text style={{ fontSize: 15, fontWeight: 'bold', color: '#FFFFFF' }}&gt;现在知道什么？&lt;/Text&gt;&#10;                &lt;/Box&gt;&#10;                &lt;Text style={{ fontSize: 14, color: '#546779', flex: 1, lineHeight: 1.5 }}&gt;读取本轮身份、虚拟时间、当前位置、上轮活动和外部观察&lt;/Text&gt;&#10;            &lt;/Box&gt;&#10;&#10;            &lt;Box style={{ width: 660, height: 84, background: '#F4F7FA', borderRadius: 10, flexDirection: 'row', alignItems: 'center', padding: '0 16px', gap: 14 }}&gt;&#10;                &lt;Box style={{ width: 200, height: 52, background: '#276FBF', borderRadius: 8, justifyContent: 'center', alignItems: 'center' }}&gt;&#10;                    &lt;Text style={{ fontSize: 15, fontWeight: 'bold', color: '#FFFFFF' }}&gt;还缺少什么？&lt;/Text&gt;&#10;                &lt;/Box&gt;&#10;                &lt;Text style={{ fontSize: 14, color: '#546779', flex: 1, lineHeight: 1.5 }}&gt;检索相关私有记忆，感知现场；对照新证据核实待确认事项&lt;/Text&gt;&#10;            &lt;/Box&gt;&#10;&#10;            &lt;Box style={{ width: 660, height: 84, background: '#F4F7FA', borderRadius: 10, flexDirection: 'row', alignItems: 'center', padding: '0 16px', gap: 14 }}&gt;&#10;                &lt;Box style={{ width: 200, height: 52, background: '#26816B', borderRadius: 8, justifyContent: 'center', alignItems: 'center' }}&gt;&#10;                    &lt;Text style={{ fontSize: 15, fontWeight: 'bold', color: '#FFFFFF' }}&gt;何时需要子 Skill？&lt;/Text&gt;&#10;                &lt;/Box&gt;&#10;                &lt;Text style={{ fontSize: 14, color: '#546779', flex: 1, lineHeight: 1.5 }}&gt;存在冲突或选择困难时按需调用，取得建议后并回判断&lt;/Text&gt;&#10;            &lt;/Box&gt;&#10;&#10;            &lt;Box style={{ width: 660, height: 84, background: '#F4F7FA', borderRadius: 10, flexDirection: 'row', alignItems: 'center', padding: '0 16px', gap: 14 }}&gt;&#10;                &lt;Box style={{ width: 200, height: 52, background: '#276FBF', borderRadius: 8, justifyContent: 'center', alignItems: 'center' }}&gt;&#10;                    &lt;Text style={{ fontSize: 15, fontWeight: 'bold', color: '#FFFFFF' }}&gt;可以提交什么动作？&lt;/Text&gt;&#10;                &lt;/Box&gt;&#10;                &lt;Text style={{ fontSize: 14, color: '#546779', flex: 1, lineHeight: 1.5 }}&gt;需要移动先移动，需要咨询先发请求；未得到答复便保留不确定性&lt;/Text&gt;&#10;            &lt;/Box&gt;&#10;&#10;            &lt;Box style={{ width: 660, height: 84, background: '#F4F7FA', borderRadius: 10, flexDirection: 'row', alignItems: 'center', padding: '0 16px', gap: 14 }}&gt;&#10;                &lt;Box style={{ width: 200, height: 52, background: '#20344B', borderRadius: 8, justifyContent: 'center', alignItems: 'center' }}&gt;&#10;                    &lt;Text style={{ fontSize: 15, fontWeight: 'bold', color: '#FFFFFF' }}&gt;何时停止？&lt;/Text&gt;&#10;                &lt;/Box&gt;&#10;                &lt;Text style={{ fontSize: 14, color: '#546779', flex: 1, lineHeight: 1.5 }}&gt;必要便签写在动作前，调用一次 world-act；成功即结束本轮&lt;/Text&gt;&#10;            &lt;/Box&gt;&#10;&#10;        &lt;/Box&gt;&#10;&#10;        &lt;Box style={{ width: 460, flexDirection: 'column', justifyContent: 'center', gap: 16 }}&gt;&#10;&#10;            &lt;Box style={{ width: 460, background: '#ECF7F2', borderRadius: 10, padding: '18px 20px', flexDirection: 'column', gap: 8 }}&gt;&#10;                &lt;Text style={{ fontSize: 17, fontWeight: 'bold', color: '#26816B' }}&gt;咨询也是行动&lt;/Text&gt;&#10;                &lt;Text style={{ fontSize: 15, color: '#546779', lineHeight: 1.65 }}&gt;从&quot;需要比较或整理&quot;分支走向动作选择，咨询本身就可以是有依据的下一步，不必等全部答案齐备才行动。&lt;/Text&gt;&#10;            &lt;/Box&gt;&#10;&#10;            &lt;Box style={{ width: 460, background: '#EDF4FC', borderRadius: 10, padding: '18px 20px', flexDirection: 'column', gap: 8 }}&gt;&#10;                &lt;Text style={{ fontSize: 17, fontWeight: 'bold', color: '#276FBF' }}&gt;SOP 是选用的方法&lt;/Text&gt;&#10;                &lt;Text style={{ fontSize: 15, color: '#546779', lineHeight: 1.65 }}&gt;&quot;先读取、再判断&quot;是本案例选用的 SOP，不是所有实验都必须采用的内核流水线；换写法可以，可靠性的责任随之转移。&lt;/Text&gt;&#10;            &lt;/Box&gt;&#10;&#10;            &lt;Box style={{ width: 460, background: '#F7F3E8', borderRadius: 10, padding: '18px 20px', flexDirection: 'column', gap: 8 }}&gt;&#10;                &lt;Text style={{ fontSize: 17, fontWeight: 'bold', color: '#20344B' }}&gt;教材不替模型写结局&lt;/Text&gt;&#10;                &lt;Text style={{ fontSize: 15, color: '#546779', lineHeight: 1.65 }}&gt;给出的是选择的条件；每个角色走到哪个分支，由运行时的输入与证据决定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0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写成条件与证据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86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可靠的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至少回答五件事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1485900"/>
            <a:ext cx="6286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762000" y="16383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219200" y="18002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现在知道什么？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2800350" y="1762125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读取本轮身份、虚拟时间、当前位置、上轮活动和外部观察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09600" y="2400300"/>
            <a:ext cx="6286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762000" y="25527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285875" y="27146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还缺少什么？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2800350" y="2676525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检索相关私有记忆，感知现场；对照新证据核实待确认事项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09600" y="3314700"/>
            <a:ext cx="6286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762000" y="34671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14425" y="3629025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何时需要子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2800350" y="3590925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存在冲突或选择困难时按需调用，取得建议后并回判断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09600" y="4229100"/>
            <a:ext cx="6286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762000" y="43815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076325" y="45434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可以提交什么动作？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2800350" y="4505325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需要移动先移动，需要咨询先发请求；未得到答复便保留不确定性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09600" y="5143500"/>
            <a:ext cx="6286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8" name=""/>
          <p:cNvSpPr/>
          <p:nvPr/>
        </p:nvSpPr>
        <p:spPr>
          <a:xfrm rot="0" flipH="0" flipV="0">
            <a:off x="762000" y="5295900"/>
            <a:ext cx="1905000" cy="495300"/>
          </a:xfrm>
          <a:prstGeom prst="roundRect">
            <a:avLst>
              <a:gd name="adj" fmla="val 15385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362075" y="54578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何时停止？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2800350" y="5419725"/>
            <a:ext cx="3943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必要便签写在动作前，调用一次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；成功即结束本轮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7200900" y="1781175"/>
            <a:ext cx="4381500" cy="1190625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391400" y="19526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咨询也是行动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7391400" y="2228850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需要比较或整理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分支走向动作选择，咨询本身就可以是有依据的下一步，不必等全部答案齐备才行动。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200900" y="3124200"/>
            <a:ext cx="4381500" cy="1190625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391400" y="32956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是选用的方法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391400" y="3571875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先读取、再判断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是本案例选用的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，不是所有实验都必须采用的内核流水线；换写法可以，可靠性的责任随之转移。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7200900" y="4467225"/>
            <a:ext cx="4381500" cy="1190625"/>
          </a:xfrm>
          <a:prstGeom prst="roundRect">
            <a:avLst>
              <a:gd name="adj" fmla="val 8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391400" y="46386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教材不替模型写结局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7391400" y="4914900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给出的是选择的条件；每个角色走到哪个分支，由运行时的输入与证据决定。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notes={`子 Skill 不是每轮都调。判断标准很朴素：如果角色正在等待已知的时间边界，没有新消息，也没有需要调整的计划，就不必每轮都调用两个子 Skill，那是白白多花模型调用。反过来，遇到公告与服务台答复不一致，才值得付出额外调用来比较来源。&#10;&#10;拿许安做例子。他原来相信手作活动会按旧公告开始；收到服务台的新答复后，可以先整理&quot;旧公告内容&quot;和&quot;最新咨询结果&quot;的关系，再决定去核实公告、询问组织者，或者先进行其他活动。&#10;&#10;教材给出的是这些选择的条件，不提前替模型写好结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2　把 SOP 写成条件与证据&lt;/Text&gt;&#10;            &lt;Text style={{ fontSize: 34, fontWeight: 'bold', color: '#20344B' }}&gt;什么时候才值得调用子 Skill&lt;/Text&gt;&#10;        &lt;/Box&gt;&#10;    &lt;/Box&gt;&#10;&#10;    &lt;Box style={{ height: 540, flexDirection: 'row', gap: 32 }}&gt;&#10;&#10;        &lt;Box style={{ width: 520, flexDirection: 'column', justifyContent: 'center', gap: 16 }}&gt;&#10;&#10;            &lt;Box style={{ width: 520, height: 200, background: '#ECF7F2', borderRadius: 10, padding: '18px 20px', flexDirection: 'column', gap: 10 }}&gt;&#10;                &lt;Box style={{ flexDirection: 'row', alignItems: 'center', gap: 10 }}&gt;&#10;                    &lt;Box style={{ width: 40, height: 40, background: '#26816B', borderRadius: 8, justifyContent: 'center', alignItems: 'center' }}&gt;&#10;                        &lt;Text style={{ fontSize: 18, fontWeight: 'bold', color: '#FFFFFF' }}&gt;静&lt;/Text&gt;&#10;                    &lt;/Box&gt;&#10;                    &lt;Text style={{ fontSize: 19, fontWeight: 'bold', color: '#26816B' }}&gt;不必调用&lt;/Text&gt;&#10;                &lt;/Box&gt;&#10;                &lt;Text style={{ fontSize: 15, color: '#546779', lineHeight: 1.65 }}&gt;正在等待已知时间边界，没有新消息，也没有需要调整的计划——就不必每轮都调用两个子 Skill。&lt;/Text&gt;&#10;            &lt;/Box&gt;&#10;&#10;            &lt;Box style={{ width: 520, height: 200, background: '#FFF4E6', borderRadius: 10, padding: '18px 20px', flexDirection: 'column', gap: 10 }}&gt;&#10;                &lt;Box style={{ flexDirection: 'row', alignItems: 'center', gap: 10 }}&gt;&#10;                    &lt;Box style={{ width: 40, height: 40, background: '#CB6B28', borderRadius: 8, justifyContent: 'center', alignItems: 'center' }}&gt;&#10;                        &lt;Text style={{ fontSize: 18, fontWeight: 'bold', color: '#FFFFFF' }}&gt;动&lt;/Text&gt;&#10;                    &lt;/Box&gt;&#10;                    &lt;Text style={{ fontSize: 19, fontWeight: 'bold', color: '#CB6B28' }}&gt;值得调用&lt;/Text&gt;&#10;                &lt;/Box&gt;&#10;                &lt;Text style={{ fontSize: 15, color: '#546779', lineHeight: 1.65 }}&gt;遇到公告与服务台答复不一致，才值得付出额外模型调用来比较来源。&lt;/Text&gt;&#10;            &lt;/Box&gt;&#10;&#10;        &lt;/Box&gt;&#10;&#10;        &lt;Box style={{ width: 600, flexDirection: 'column', justifyContent: 'center', gap: 12 }}&gt;&#10;&#10;            &lt;Text style={{ fontSize: 15, color: '#546779' }}&gt;案例：许安面对新消息&lt;/Text&gt;&#10;&#10;            &lt;Box style={{ width: 600, height: 78, background: '#F4F7FA', borderRadius: 10, flexDirection: 'row', alignItems: 'center', padding: '0 18px', gap: 14 }}&gt;&#10;                &lt;Box style={{ width: 32, height: 32, background: '#276FBF', borderRadius: 8, justifyContent: 'center', alignItems: 'center' }}&gt;&#10;                    &lt;Text style={{ fontSize: 15, fontWeight: 'bold', color: '#FFFFFF' }}&gt;1&lt;/Text&gt;&#10;                &lt;/Box&gt;&#10;                &lt;Text style={{ fontSize: 15, color: '#20344B', flex: 1, lineHeight: 1.5 }}&gt;原来相信手作活动会按旧公告开始&lt;/Text&gt;&#10;            &lt;/Box&gt;&#10;&#10;            &lt;Box style={{ width: 600, height: 22, justifyContent: 'center', alignItems: 'center' }}&gt;&#10;                &lt;Text style={{ fontSize: 16, color: '#276FBF' }}&gt;↓&lt;/Text&gt;&#10;            &lt;/Box&gt;&#10;&#10;            &lt;Box style={{ width: 600, height: 78, background: '#F4F7FA', borderRadius: 10, flexDirection: 'row', alignItems: 'center', padding: '0 18px', gap: 14 }}&gt;&#10;                &lt;Box style={{ width: 32, height: 32, background: '#276FBF', borderRadius: 8, justifyContent: 'center', alignItems: 'center' }}&gt;&#10;                    &lt;Text style={{ fontSize: 15, fontWeight: 'bold', color: '#FFFFFF' }}&gt;2&lt;/Text&gt;&#10;                &lt;/Box&gt;&#10;                &lt;Text style={{ fontSize: 15, color: '#20344B', flex: 1, lineHeight: 1.5 }}&gt;收到服务台的新答复，与旧认识冲突&lt;/Text&gt;&#10;            &lt;/Box&gt;&#10;&#10;            &lt;Box style={{ width: 600, height: 22, justifyContent: 'center', alignItems: 'center' }}&gt;&#10;                &lt;Text style={{ fontSize: 16, color: '#276FBF' }}&gt;↓&lt;/Text&gt;&#10;            &lt;/Box&gt;&#10;&#10;            &lt;Box style={{ width: 600, height: 128, background: '#EDF4FC', borderRadius: 10, padding: '14px 18px', flexDirection: 'column', gap: 10 }}&gt;&#10;                &lt;Box style={{ flexDirection: 'row', alignItems: 'center', gap: 14 }}&gt;&#10;                    &lt;Box style={{ width: 32, height: 32, background: '#276FBF', borderRadius: 8, justifyContent: 'center', alignItems: 'center' }}&gt;&#10;                        &lt;Text style={{ fontSize: 15, fontWeight: 'bold', color: '#FFFFFF' }}&gt;3&lt;/Text&gt;&#10;                    &lt;/Box&gt;&#10;                    &lt;Text style={{ fontSize: 15, color: '#20344B' }}&gt;整理&quot;旧公告内容&quot;与&quot;最新咨询结果&quot;的关系，再决定：&lt;/Text&gt;&#10;                &lt;/Box&gt;&#10;                &lt;Box style={{ flexDirection: 'row', gap: 10, marginLeft: 46 }}&gt;&#10;                    &lt;Box style={{ width: 156, height: 36, background: '#FFFFFF', borderRadius: 8, justifyContent: 'center', alignItems: 'center' }}&gt;&#10;                        &lt;Text style={{ fontSize: 14, color: '#276FBF' }}&gt;去核实公告&lt;/Text&gt;&#10;                    &lt;/Box&gt;&#10;                    &lt;Box style={{ width: 156, height: 36, background: '#FFFFFF', borderRadius: 8, justifyContent: 'center', alignItems: 'center' }}&gt;&#10;                        &lt;Text style={{ fontSize: 14, color: '#276FBF' }}&gt;询问组织者&lt;/Text&gt;&#10;                    &lt;/Box&gt;&#10;                    &lt;Box style={{ width: 156, height: 36, background: '#FFFFFF', borderRadius: 8, justifyContent: 'center', alignItems: 'center' }}&gt;&#10;                        &lt;Text style={{ fontSize: 14, color: '#276FBF' }}&gt;先做其他活动&lt;/Text&gt;&#10;                    &lt;/Box&gt;&#10;                &lt;/Box&gt;&#10;            &lt;/Box&gt;&#10;&#10;            &lt;Box style={{ width: 600, height: 62, background: '#FFF4E6', borderRadius: 10, flexDirection: 'row', alignItems: 'center', padding: '0 18px', gap: 12 }}&gt;&#10;                &lt;Box style={{ width: 4, height: 34, background: '#CB6B28' }} /&gt;&#10;                &lt;Text style={{ fontSize: 15, fontWeight: 'bold', color: '#CB6B28' }}&gt;教材给出选择的条件，不提前替模型写好结局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写成条件与证据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19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什么时候才值得调用子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1733550"/>
            <a:ext cx="49530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800100" y="1905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04875" y="19907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静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276350" y="19907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不必调用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00100" y="2381250"/>
            <a:ext cx="4572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正在等待已知时间边界，没有新消息，也没有需要调整的计划——就不必每轮都调用两个子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3790950"/>
            <a:ext cx="49530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800100" y="3962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04875" y="40481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276350" y="40481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值得调用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00100" y="4438650"/>
            <a:ext cx="4572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遇到公告与服务台答复不一致，才值得付出额外模型调用来比较来源。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867400" y="142875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案例：许安面对新消息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867400" y="1714500"/>
            <a:ext cx="57150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38850" y="19335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143625" y="20002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77000" y="19621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原来相信手作活动会按旧公告开始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686800" y="25812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867400" y="2895600"/>
            <a:ext cx="57150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6038850" y="31146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143625" y="31813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477000" y="3143250"/>
            <a:ext cx="4933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收到服务台的新答复，与旧认识冲突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686800" y="37623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867400" y="4076700"/>
            <a:ext cx="57150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38850" y="42100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143625" y="4276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477000" y="42767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整理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旧公告内容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最新咨询结果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的关系，再决定：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477000" y="4610100"/>
            <a:ext cx="1485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86575" y="47053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去核实公告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058150" y="4610100"/>
            <a:ext cx="1485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467725" y="47053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询问组织者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9639300" y="4610100"/>
            <a:ext cx="1485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982200" y="47053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先做其他活动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867400" y="5410200"/>
            <a:ext cx="57150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38850" y="554355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191250" y="56197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教材给出选择的条件，不提前替模型写好结局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notes={`第三块看系统当前怎样读取 SKILL.md。配套文件采用本项目当前支持的文档格式，开头能写什么、不能写什么，是有明确合同的。&#10;&#10;写错字段不是风格问题，而是运行问题：解析器不认识的字段会让保存或解析直接出错。&#10;&#10;这一块把三件事讲清：front matter 的字段合同、正文里的依赖怎样被解析成工具调用、以及调用次数的硬上限在哪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4.3&lt;/Text&gt;&#10;&#10;        &lt;Text style={{ fontSize: 56, fontWeight: 'bold', color: '#20344B', lineHeight: 1.15 }}&gt;当前系统怎样读取 SKILL.md&lt;/Text&gt;&#10;&#10;        &lt;Box style={{ width: 72, height: 4, background: '#276FBF' }} /&gt;&#10;&#10;        &lt;Text style={{ fontSize: 18, color: '#546779', lineHeight: 1.7, width: 900 }}&gt;文档格式是当前系统的运行合同：字段、依赖与调用上限都由它决定。&lt;/Text&gt;&#10;&#10;        &lt;Box style={{ flexDirection: 'row', alignItems: 'center', marginTop: 10 }}&gt;&#10;            &lt;Box style={{ width: 220, height: 64, background: '#EDF4FC', borderRadius: 8, justifyContent: 'center', alignItems: 'center' }}&gt;&#10;                &lt;Text style={{ fontSize: 18, color: '#276FBF' }}&gt;开头字段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EDF4FC', borderRadius: 8, justifyContent: 'center', alignItems: 'center' }}&gt;&#10;                &lt;Text style={{ fontSize: 18, color: '#276FBF' }}&gt;正文依赖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20, height: 64, background: '#ECF7F2', borderRadius: 8, justifyContent: 'center', alignItems: 'center' }}&gt;&#10;                &lt;Text style={{ fontSize: 18, color: '#26816B' }}&gt;运行时调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3.4.3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当前系统怎样读取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文档格式是当前系统的运行合同：字段、依赖与调用上限都由它决定。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314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开头字段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876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1242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29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正文依赖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391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6388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2579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运行时调用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notes={`SKILL.md 的开头是和解析器签的合同。当前系统只认三个字段：name、description，以及可选的 example_input。kind 不写在这里，它由资源类型或对应目录确定。&#10;&#10;有个容易踩的坑：第二章介绍过的通用 Skill 材料，不能原样假设具有本系统的全部运行合同。比如自己加上 version、allowed-tools 这些前置字段，当前解析器不支持，会直接遇到问题。&#10;&#10;正文往下是给模型读的说明：只依据输入中的事实和共享上下文提出建议，不知道的条件写成待确认项，不补造已发生的行动。这份子 Skill 材料的态度，就是全部建议都落在证据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3　当前系统怎样读取 SKILL.md&lt;/Text&gt;&#10;            &lt;Text style={{ fontSize: 34, fontWeight: 'bold', color: '#20344B' }}&gt;开头只认三个字段&lt;/Text&gt;&#10;        &lt;/Box&gt;&#10;    &lt;/Box&gt;&#10;&#10;    &lt;Box style={{ height: 540, flexDirection: 'row', gap: 32 }}&gt;&#10;&#10;        &lt;Box style={{ width: 600, flexDirection: 'column', justifyContent: 'center' }}&gt;&#10;&#10;            &lt;Box style={{ width: 600, height: 40, background: '#276FBF', borderRadius: 10, borderBottomLeftRadius: 0, borderBottomRightRadius: 0, flexDirection: 'row', alignItems: 'center', justifyContent: 'space-between', padding: '0 16px' }}&gt;&#10;                &lt;Text style={{ fontSize: 14, color: '#FFFFFF' }}&gt;SKILL.md　·　qinghe-compare-options&lt;/Text&gt;&#10;                &lt;Text style={{ fontSize: 12, color: '#EDF4FC' }}&gt;等宽色块重绘&lt;/Text&gt;&#10;            &lt;/Box&gt;&#10;&#10;            &lt;Box style={{ width: 600, height: 380, background: '#20344B', borderRadius: 10, borderTopLeftRadius: 0, borderTopRightRadius: 0, padding: '18px 22px', flexDirection: 'column', gap: 10 }}&gt;&#10;                &lt;Text style={{ fontSize: 14, color: '#B5C7D8' }}&gt;---&lt;/Text&gt;&#10;                &lt;Box style={{ flexDirection: 'column', gap: 8 }}&gt;&#10;                    &lt;Text style={{ fontSize: 13, color: '#FFFFFF' }}&gt;&lt;Text style={{ fontSize: 13, fontWeight: 'bold', color: '#FFFFFF' }}&gt;name:&lt;/Text&gt; qinghe-compare-options&lt;/Text&gt;&#10;                    &lt;Text style={{ fontSize: 13, color: '#FFFFFF' }}&gt;&lt;Text style={{ fontSize: 13, fontWeight: 'bold', color: '#FFFFFF' }}&gt;description:&lt;/Text&gt; 比较开放日现场的候选做法，返回有依据的建议。&lt;/Text&gt;&#10;                    &lt;Text style={{ fontSize: 13, color: '#FFFFFF' }}&gt;&lt;Text style={{ fontSize: 13, fontWeight: 'bold', color: '#FFFFFF' }}&gt;example_input:&lt;/Text&gt; 已有两种活动安排，请比较依据和待确认事项。&lt;/Text&gt;&#10;                &lt;/Box&gt;&#10;                &lt;Text style={{ fontSize: 14, color: '#B5C7D8' }}&gt;---&lt;/Text&gt;&#10;                &lt;Text style={{ fontSize: 14, fontWeight: 'bold', color: '#FFFFFF', marginTop: 6 }}&gt;# 比较候选做法&lt;/Text&gt;&#10;                &lt;Text style={{ fontSize: 13, color: '#B5C7D8', lineHeight: 1.6 }}&gt;只依据输入中的事实和共享上下文提出建议。{'\n'}不知道的条件写成待确认项，不补造已发生的行动。&lt;/Text&gt;&#10;            &lt;/Box&gt;&#10;&#10;        &lt;/Box&gt;&#10;&#10;        &lt;Box style={{ width: 520, flexDirection: 'column', justifyContent: 'center', gap: 16 }}&gt;&#10;&#10;            &lt;Box style={{ width: 520, height: 150, background: '#EDF4FC', borderRadius: 10, padding: '16px 20px', flexDirection: 'column', gap: 8 }}&gt;&#10;                &lt;Text style={{ fontSize: 17, fontWeight: 'bold', color: '#276FBF' }}&gt;开头只使用三个字段&lt;/Text&gt;&#10;                &lt;Text style={{ fontSize: 15, color: '#546779', lineHeight: 1.6 }}&gt;name、description 和可选的 example_input。kind 由资源类型或对应目录确定，不写入 front matter。&lt;/Text&gt;&#10;            &lt;/Box&gt;&#10;&#10;            &lt;Box style={{ width: 520, height: 150, background: '#F4F7FA', borderRadius: 10, padding: '16px 20px', flexDirection: 'column', gap: 8 }}&gt;&#10;                &lt;Text style={{ fontSize: 17, fontWeight: 'bold', color: '#20344B' }}&gt;通用材料不等于运行合同&lt;/Text&gt;&#10;                &lt;Text style={{ fontSize: 15, color: '#546779', lineHeight: 1.6 }}&gt;第二章介绍的通用 Skill 材料，不能原样假设具有本系统的全部运行合同。&lt;/Text&gt;&#10;            &lt;/Box&gt;&#10;&#10;            &lt;Box style={{ width: 520, height: 150, background: '#FFF4E6', borderRadius: 10, padding: '16px 20px', flexDirection: 'column', gap: 8 }}&gt;&#10;                &lt;Text style={{ fontSize: 17, fontWeight: 'bold', color: '#CB6B28' }}&gt;自行加字段会出错&lt;/Text&gt;&#10;                &lt;Text style={{ fontSize: 15, color: '#546779', lineHeight: 1.6 }}&gt;在这里自行添加 version、allowed-tools 等前置字段，会遇到当前解析器不支持的问题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当前系统怎样读取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开头只认三个字段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714500"/>
            <a:ext cx="5715000" cy="381000"/>
          </a:xfrm>
          <a:custGeom>
            <a:pathLst>
              <a:path w="600" h="40">
                <a:moveTo>
                  <a:pt x="10" y="0"/>
                </a:moveTo>
                <a:lnTo>
                  <a:pt x="590" y="0"/>
                </a:lnTo>
                <a:cubicBezTo>
                  <a:pt x="596" y="0"/>
                  <a:pt x="600" y="4"/>
                  <a:pt x="600" y="10"/>
                </a:cubicBezTo>
                <a:lnTo>
                  <a:pt x="600" y="40"/>
                </a:lnTo>
                <a:lnTo>
                  <a:pt x="600" y="40"/>
                </a:lnTo>
                <a:lnTo>
                  <a:pt x="0" y="40"/>
                </a:lnTo>
                <a:lnTo>
                  <a:pt x="0" y="40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SKILL.md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·　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qinghe-compare-options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486400" y="18383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DF4FC"/>
                </a:solidFill>
                <a:latin typeface="Microsoft YaHei"/>
                <a:ea typeface="Microsoft YaHei"/>
              </a:rPr>
              <a:t>等宽色块重绘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2095500"/>
            <a:ext cx="5715000" cy="3619500"/>
          </a:xfrm>
          <a:custGeom>
            <a:pathLst>
              <a:path w="600" h="380">
                <a:moveTo>
                  <a:pt x="0" y="0"/>
                </a:moveTo>
                <a:lnTo>
                  <a:pt x="600" y="0"/>
                </a:lnTo>
                <a:lnTo>
                  <a:pt x="600" y="0"/>
                </a:lnTo>
                <a:lnTo>
                  <a:pt x="600" y="370"/>
                </a:lnTo>
                <a:cubicBezTo>
                  <a:pt x="600" y="376"/>
                  <a:pt x="596" y="380"/>
                  <a:pt x="590" y="380"/>
                </a:cubicBezTo>
                <a:lnTo>
                  <a:pt x="10" y="380"/>
                </a:lnTo>
                <a:cubicBezTo>
                  <a:pt x="4" y="380"/>
                  <a:pt x="0" y="376"/>
                  <a:pt x="0" y="37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344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19150" y="22669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5C7D8"/>
                </a:solidFill>
                <a:latin typeface="Microsoft YaHei"/>
                <a:ea typeface="Microsoft YaHei"/>
              </a:rPr>
              <a:t>---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19150" y="2524125"/>
            <a:ext cx="529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name: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qinghe-compare-options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19150" y="2752725"/>
            <a:ext cx="529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description: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比较开放日现场的候选做法，返回有依据的建议。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9150" y="2981325"/>
            <a:ext cx="529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example_input: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已有两种活动安排，请比较依据和待确认事项。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9150" y="32289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5C7D8"/>
                </a:solidFill>
                <a:latin typeface="Microsoft YaHei"/>
                <a:ea typeface="Microsoft YaHei"/>
              </a:rPr>
              <a:t>---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9150" y="354330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#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比较候选做法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19150" y="3800475"/>
            <a:ext cx="52959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只依据输入中的事实和共享上下文提出建议。</a:t>
            </a:r>
            <a:endParaRPr/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不知道的条件写成待确认项，不补造已发生的行动。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629400" y="1419225"/>
            <a:ext cx="4953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819900" y="157162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开头只使用三个字段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19900" y="1847850"/>
            <a:ext cx="4572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name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description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和可选的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example_input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kind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由资源类型或对应目录确定，不写入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front matter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629400" y="3000375"/>
            <a:ext cx="49530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19900" y="315277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通用材料不等于运行合同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819900" y="3429000"/>
            <a:ext cx="4572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第二章介绍的通用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材料，不能原样假设具有本系统的全部运行合同。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629400" y="4581525"/>
            <a:ext cx="4953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19900" y="473392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自行加字段会出错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19900" y="5010150"/>
            <a:ext cx="4572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在这里自行添加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version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allowed-tools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等前置字段，会遇到当前解析器不支持的问题。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notes={`依赖被解析后，运行时为模型提供 call_skill 工具，参数只有两个：name 和 input_text。父技能要把有用的观察、约束和问题传给子技能，再利用子技能返回的自然语言建议继续判断。&#10;&#10;两条容易误解的地方。第一，依赖关系不是执行顺序，不会因为某个子 Skill 写在列表第一项就自动先调用。第二，子 Skill 拿到的是同一轮的 IterationContext，但不能替根 Brain 提交世界动作——执行器会直接从子技能的可用工具里去掉 world-act。&#10;&#10;本案例再进一步：两个子 Skill 保持纯建议角色，不改世界、也不写记忆。根 Brain 对建议负责，并完成最终校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3　当前系统怎样读取 SKILL.md&lt;/Text&gt;&#10;            &lt;Text style={{ fontSize: 34, fontWeight: 'bold', color: '#20344B' }}&gt;依赖怎么被调用，子 Skill 缺什么&lt;/Text&gt;&#10;        &lt;/Box&gt;&#10;    &lt;/Box&gt;&#10;&#10;    &lt;Box style={{ height: 540, flexDirection: 'column', justifyContent: 'center', gap: 24 }}&gt;&#10;&#10;        &lt;Box style={{ flexDirection: 'row', alignItems: 'center' }}&gt;&#10;            &lt;Box style={{ width: 200, height: 104, background: '#20344B', borderRadius: 8, padding: '12px 12px', flexDirection: 'column', gap: 5, justifyContent: 'center' }}&gt;&#10;                &lt;Text style={{ fontSize: 14, fontWeight: 'bold', color: '#FFFFFF', textAlign: 'center' }}&gt;$qinghe-{'\n'}compare-options&lt;/Text&gt;&#10;                &lt;Text style={{ fontSize: 12, color: '#B5C7D8', textAlign: 'center' }}&gt;Brain 正文中的依赖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04, background: '#EDF4FC', borderRadius: 8, padding: '12px 14px', flexDirection: 'column', gap: 5, justifyContent: 'center' }}&gt;&#10;                &lt;Text style={{ fontSize: 15, fontWeight: 'bold', color: '#276FBF' }}&gt;运行时解析出依赖&lt;/Text&gt;&#10;                &lt;Text style={{ fontSize: 12, color: '#546779', lineHeight: 1.5 }}&gt;注册为可调用的子 Skill&lt;/Text&gt;&#10;            &lt;/Box&gt;&#10;            &lt;Box style={{ width: 38, justifyContent: 'center', alignItems: 'center' }}&gt;&#10;                &lt;Text style={{ fontSize: 22, color: '#276FBF' }}&gt;›&lt;/Text&gt;&#10;            &lt;/Box&gt;&#10;            &lt;Box style={{ width: 200, height: 104, background: '#EDF4FC', borderRadius: 8, padding: '12px 14px', flexDirection: 'column', gap: 5, justifyContent: 'center' }}&gt;&#10;                &lt;Text style={{ fontSize: 15, fontWeight: 'bold', color: '#276FBF' }}&gt;提供 call_skill 工具&lt;/Text&gt;&#10;                &lt;Text style={{ fontSize: 12, color: '#546779', lineHeight: 1.5 }}&gt;参数：name、input_text&lt;/Text&gt;&#10;            &lt;/Box&gt;&#10;            &lt;Box style={{ width: 38, justifyContent: 'center', alignItems: 'center' }}&gt;&#10;                &lt;Text style={{ fontSize: 22, color: '#26816B' }}&gt;›&lt;/Text&gt;&#10;            &lt;/Box&gt;&#10;            &lt;Box style={{ width: 200, height: 104, background: '#ECF7F2', borderRadius: 8, padding: '12px 14px', flexDirection: 'column', gap: 5, justifyContent: 'center' }}&gt;&#10;                &lt;Text style={{ fontSize: 15, fontWeight: 'bold', color: '#26816B' }}&gt;子 Skill 返回建议&lt;/Text&gt;&#10;                &lt;Text style={{ fontSize: 12, color: '#546779', lineHeight: 1.5 }}&gt;自然语言结果&lt;/Text&gt;&#10;            &lt;/Box&gt;&#10;            &lt;Box style={{ width: 38, justifyContent: 'center', alignItems: 'center' }}&gt;&#10;                &lt;Text style={{ fontSize: 22, color: '#26816B' }}&gt;›&lt;/Text&gt;&#10;            &lt;/Box&gt;&#10;            &lt;Box style={{ width: 200, height: 104, background: '#ECF7F2', borderRadius: 8, padding: '12px 14px', flexDirection: 'column', gap: 5, justifyContent: 'center' }}&gt;&#10;                &lt;Text style={{ fontSize: 15, fontWeight: 'bold', color: '#26816B' }}&gt;根 Brain 继续判断&lt;/Text&gt;&#10;                &lt;Text style={{ fontSize: 12, color: '#546779', lineHeight: 1.5 }}&gt;对建议负责并完成校验&lt;/Text&gt;&#10;            &lt;/Box&gt;&#10;        &lt;/Box&gt;&#10;&#10;        &lt;Box style={{ flexDirection: 'row', gap: 32 }}&gt;&#10;&#10;            &lt;Box style={{ width: 560, background: '#ECF7F2', borderRadius: 10, padding: '18px 20px', flexDirection: 'column', gap: 10 }}&gt;&#10;                &lt;Text style={{ fontSize: 18, fontWeight: 'bold', color: '#26816B' }}&gt;子 Skill 不能替 Brain 动手&lt;/Text&gt;&#10;                &lt;Box style={{ flexDirection: 'column', gap: 8 }}&gt;&#10;                    &lt;Box style={{ flexDirection: 'row', gap: 10, alignItems: 'center' }}&gt;&#10;                        &lt;Box style={{ width: 4, height: 26, background: '#26816B' }} /&gt;&#10;                        &lt;Text style={{ fontSize: 14, color: '#546779', flex: 1, lineHeight: 1.5 }}&gt;得到的是同一轮的 IterationContext&lt;/Text&gt;&#10;                    &lt;/Box&gt;&#10;                    &lt;Box style={{ flexDirection: 'row', gap: 10, alignItems: 'center' }}&gt;&#10;                        &lt;Box style={{ width: 4, height: 26, background: '#CB6B28' }} /&gt;&#10;                        &lt;Text style={{ fontSize: 14, color: '#546779', flex: 1, lineHeight: 1.5 }}&gt;执行器从子技能的可用工具中去掉 world-act&lt;/Text&gt;&#10;                    &lt;/Box&gt;&#10;                    &lt;Box style={{ flexDirection: 'row', gap: 10, alignItems: 'center' }}&gt;&#10;                        &lt;Box style={{ width: 4, height: 26, background: '#26816B' }} /&gt;&#10;                        &lt;Text style={{ fontSize: 14, color: '#546779', flex: 1, lineHeight: 1.5 }}&gt;本案例两个子 Skill 不改世界、不写记忆&lt;/Text&gt;&#10;                    &lt;/Box&gt;&#10;                &lt;/Box&gt;&#10;            &lt;/Box&gt;&#10;&#10;            &lt;Box style={{ width: 560, background: '#EDF4FC', borderRadius: 10, padding: '18px 20px', flexDirection: 'column', gap: 10 }}&gt;&#10;                &lt;Text style={{ fontSize: 18, fontWeight: 'bold', color: '#276FBF' }}&gt;依赖关系不是执行顺序&lt;/Text&gt;&#10;                &lt;Box style={{ flexDirection: 'column', gap: 8 }}&gt;&#10;                    &lt;Box style={{ flexDirection: 'row', gap: 10, alignItems: 'center' }}&gt;&#10;                        &lt;Box style={{ width: 4, height: 26, background: '#276FBF' }} /&gt;&#10;                        &lt;Text style={{ fontSize: 14, color: '#546779', flex: 1, lineHeight: 1.5 }}&gt;不会因为写在列表第一项就自动先调用&lt;/Text&gt;&#10;                    &lt;/Box&gt;&#10;                    &lt;Box style={{ flexDirection: 'row', gap: 10, alignItems: 'center' }}&gt;&#10;                        &lt;Box style={{ width: 4, height: 26, background: '#276FBF' }} /&gt;&#10;                        &lt;Text style={{ fontSize: 14, color: '#546779', flex: 1, lineHeight: 1.5 }}&gt;父技能把有用的观察、约束和问题传给子技能&lt;/Text&gt;&#10;                    &lt;/Box&gt;&#10;                    &lt;Box style={{ flexDirection: 'row', gap: 10, alignItems: 'center' }}&gt;&#10;                        &lt;Box style={{ width: 4, height: 26, background: '#276FBF' }} /&gt;&#10;                        &lt;Text style={{ fontSize: 14, color: '#546779', flex: 1, lineHeight: 1.5 }}&gt;再利用其自然语言结果继续判断&lt;/Text&gt;&#10;                    &lt;/Box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3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当前系统怎样读取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762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依赖怎么被调用，子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缺什么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2333625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23900" y="2571750"/>
            <a:ext cx="1676400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$qinghe-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compare-options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23900" y="2943225"/>
            <a:ext cx="1676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正文中的依赖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657475" y="2705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2876550" y="2333625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009900" y="261937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运行时解析出依赖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009900" y="28384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注册为可调用的子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924425" y="2705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5143500" y="2333625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276850" y="261937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提供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call_skill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276850" y="28384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参数：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name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input_text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191375" y="2705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410450" y="2333625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543800" y="261937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子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返回建议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543800" y="28384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自然语言结果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458325" y="27051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9677400" y="2333625"/>
            <a:ext cx="19050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810750" y="261937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根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继续判断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810750" y="28384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对建议负责并完成校验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3552825"/>
            <a:ext cx="5334000" cy="1543050"/>
          </a:xfrm>
          <a:prstGeom prst="roundRect">
            <a:avLst>
              <a:gd name="adj" fmla="val 61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子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不能替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动手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00100" y="402907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33450" y="402907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得到的是同一轮的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IterationContext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00100" y="4352925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33450" y="435292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执行器从子技能的可用工具中去掉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800100" y="4676775"/>
            <a:ext cx="38100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33450" y="467677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本案例两个子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不改世界、不写记忆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248400" y="3552825"/>
            <a:ext cx="5334000" cy="1543050"/>
          </a:xfrm>
          <a:prstGeom prst="roundRect">
            <a:avLst>
              <a:gd name="adj" fmla="val 61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438900" y="372427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依赖关系不是执行顺序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438900" y="402907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572250" y="402907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不会因为写在列表第一项就自动先调用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438900" y="435292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572250" y="435292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父技能把有用的观察、约束和问题传给子技能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438900" y="4676775"/>
            <a:ext cx="38100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572250" y="4676775"/>
            <a:ext cx="4819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再利用其自然语言结果继续判断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notes={`调用次数有硬边界。SkillRuntime 使用运行配置传入的 max_hops：它既限制单个循环里的工具调用，也累计整棵调用树的工具次数；除此之外还会检查完全重复的调用，以及语义上重复且没有进展的调用。&#10;&#10;所以 SOP 里写&quot;最多尝试三次&quot;只是行为约定，改不了内核上限。写长调用链的时候，要为必要的记忆处理和最终动作留出预算，而不是把所有可用技能依次调用一遍——预算都花在要建议上，真正要提交的动作就没得提交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3　当前系统怎样读取 SKILL.md&lt;/Text&gt;&#10;            &lt;Text style={{ fontSize: 34, fontWeight: 'bold', color: '#20344B' }}&gt;调用的硬边界&lt;/Text&gt;&#10;        &lt;/Box&gt;&#10;    &lt;/Box&gt;&#10;&#10;    &lt;Box style={{ height: 540, flexDirection: 'row', gap: 32 }}&gt;&#10;&#10;        &lt;Box style={{ width: 480, flexDirection: 'column', justifyContent: 'center' }}&gt;&#10;            &lt;Box style={{ width: 480, height: 400, background: '#20344B', borderRadius: 12, padding: '26px 28px', flexDirection: 'column', gap: 14 }}&gt;&#10;                &lt;Text style={{ fontSize: 42, fontWeight: 'bold', color: '#FFFFFF' }}&gt;max_hops&lt;/Text&gt;&#10;                &lt;Box style={{ width: 56, height: 4, background: '#CB6B28' }} /&gt;&#10;                &lt;Text style={{ fontSize: 15, color: '#B5C7D8', lineHeight: 1.7 }}&gt;由运行配置传入。{'\n'}既限制工具循环，也累计整棵调用树的工具次数。&lt;/Text&gt;&#10;                &lt;Box style={{ width: 424, height: 92, background: '#2C4258', borderRadius: 8, padding: '12px 16px', flexDirection: 'column', gap: 4, justifyContent: 'center' }}&gt;&#10;                    &lt;Text style={{ fontSize: 14, fontWeight: 'bold', color: '#FFFFFF' }}&gt;还会检查两类调用&lt;/Text&gt;&#10;                    &lt;Text style={{ fontSize: 13, color: '#B5C7D8' }}&gt;完全重复；语义上重复且没有进展&lt;/Text&gt;&#10;                &lt;/Box&gt;&#10;            &lt;/Box&gt;&#10;        &lt;/Box&gt;&#10;&#10;        &lt;Box style={{ width: 640, flexDirection: 'column', justifyContent: 'center', gap: 16 }}&gt;&#10;&#10;            &lt;Box style={{ width: 640, height: 128, background: '#FFF4E6', borderRadius: 10, padding: '16px 20px', flexDirection: 'column', gap: 8 }}&gt;&#10;                &lt;Text style={{ fontSize: 17, fontWeight: 'bold', color: '#CB6B28' }}&gt;SOP 写&quot;最多尝试三次&quot;只是行为约定&lt;/Text&gt;&#10;                &lt;Text style={{ fontSize: 15, color: '#546779', lineHeight: 1.6 }}&gt;写在 SOP 里的次数不能修改内核上限；真正的天花板始终由运行配置决定。&lt;/Text&gt;&#10;            &lt;/Box&gt;&#10;&#10;            &lt;Box style={{ width: 640, height: 128, background: '#EDF4FC', borderRadius: 10, padding: '16px 20px', flexDirection: 'column', gap: 8 }}&gt;&#10;                &lt;Text style={{ fontSize: 17, fontWeight: 'bold', color: '#276FBF' }}&gt;为记忆处理与最终动作留出预算&lt;/Text&gt;&#10;                &lt;Text style={{ fontSize: 15, color: '#546779', lineHeight: 1.6 }}&gt;编写长调用链时，必要的记忆处理和最终要提交的动作，都要在调用预算之内。&lt;/Text&gt;&#10;            &lt;/Box&gt;&#10;&#10;            &lt;Box style={{ width: 640, height: 128, background: '#ECF7F2', borderRadius: 10, padding: '16px 20px', flexDirection: 'column', gap: 8 }}&gt;&#10;                &lt;Text style={{ fontSize: 17, fontWeight: 'bold', color: '#26816B' }}&gt;不要把可用技能依次调用一遍&lt;/Text&gt;&#10;                &lt;Text style={{ fontSize: 15, color: '#546779', lineHeight: 1.6 }}&gt;调用是为了补证据，不是为了凑流程；没冲突、没困难，就不必动用子 Skill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4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当前系统怎样读取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SKILL.md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调用的硬边界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1809750"/>
            <a:ext cx="4572000" cy="3810000"/>
          </a:xfrm>
          <a:prstGeom prst="roundRect">
            <a:avLst>
              <a:gd name="adj" fmla="val 3000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40386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>max_hops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76300" y="2676525"/>
            <a:ext cx="5334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76300" y="2847975"/>
            <a:ext cx="40386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B5C7D8"/>
                </a:solidFill>
                <a:latin typeface="Microsoft YaHei"/>
                <a:ea typeface="Microsoft YaHei"/>
              </a:rPr>
              <a:t>由运行配置传入。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B5C7D8"/>
                </a:solidFill>
                <a:latin typeface="Microsoft YaHei"/>
                <a:ea typeface="Microsoft YaHei"/>
              </a:rPr>
              <a:t>既限制工具循环，也累计整棵调用树的工具次数。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76300" y="3571875"/>
            <a:ext cx="4038600" cy="876300"/>
          </a:xfrm>
          <a:prstGeom prst="roundRect">
            <a:avLst>
              <a:gd name="adj" fmla="val 8696"/>
            </a:avLst>
          </a:prstGeom>
          <a:solidFill>
            <a:srgbClr val="2C425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28700" y="3838575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还会检查两类调用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28700" y="4038600"/>
            <a:ext cx="3733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完全重复；语义上重复且没有进展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486400" y="17335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676900" y="188595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写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最多尝试三次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只是行为约定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676900" y="2162175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写在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里的次数不能修改内核上限；真正的天花板始终由运行配置决定。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486400" y="31051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676900" y="325755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为记忆处理与最终动作留出预算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676900" y="3533775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编写长调用链时，必要的记忆处理和最终要提交的动作，都要在调用预算之内。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486400" y="44767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676900" y="4629150"/>
            <a:ext cx="571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不要把可用技能依次调用一遍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676900" y="4905375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调用是为了补证据，不是为了凑流程；没冲突、没困难，就不必动用子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notes={`第四块进入页面操作：把五份材料真正录进系统。&#10;&#10;顺序是四步：在资源中心的&quot;技能&quot;入口创建两个子技能和两个对象技能，类型选择&quot;单个技能&quot;；在&quot;大脑&quot;入口创建 qinghe-open-day-brain；在地图编辑器里给公告栏和服务台绑定对象 Skill；保存之后重新打开核对识别出的依赖，最后把资源选入实验。&#10;&#10;先提醒一句：界面名称依据当前页面和前端源码，看到入口不等于已经完成保存或运行，每一步都要有核对动作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4.4&lt;/Text&gt;&#10;&#10;        &lt;Text style={{ fontSize: 56, fontWeight: 'bold', color: '#20344B', lineHeight: 1.15 }}&gt;在页面中建立和核对依赖&lt;/Text&gt;&#10;&#10;        &lt;Box style={{ width: 72, height: 4, background: '#276FBF' }} /&gt;&#10;&#10;        &lt;Text style={{ fontSize: 18, color: '#546779', lineHeight: 1.7, width: 900 }}&gt;录入、绑定、核对、选入——每一步都有对应的检查位置。&lt;/Text&gt;&#10;&#10;        &lt;Box style={{ flexDirection: 'row', alignItems: 'center', marginTop: 10 }}&gt;&#10;            &lt;Box style={{ width: 200, height: 64, background: '#EDF4FC', borderRadius: 8, justifyContent: 'center', alignItems: 'center' }}&gt;&#10;                &lt;Text style={{ fontSize: 18, color: '#276FBF' }}&gt;创建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00, height: 64, background: '#EDF4FC', borderRadius: 8, justifyContent: 'center', alignItems: 'center' }}&gt;&#10;                &lt;Text style={{ fontSize: 18, color: '#276FBF' }}&gt;绑定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200, height: 64, background: '#FFF4E6', borderRadius: 8, justifyContent: 'center', alignItems: 'center' }}&gt;&#10;                &lt;Text style={{ fontSize: 18, color: '#CB6B28' }}&gt;核对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00, height: 64, background: '#ECF7F2', borderRadius: 8, justifyContent: 'center', alignItems: 'center' }}&gt;&#10;                &lt;Text style={{ fontSize: 18, color: '#26816B' }}&gt;选入实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5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3.4.4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在页面中建立和核对依赖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录入、绑定、核对、选入——每一步都有对应的检查位置。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40576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906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创建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6860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933700" y="40576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7147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绑定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010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5257800" y="40576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388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核对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3342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7581900" y="40576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选入实验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notes={`开始录入。在资源中心的&quot;技能&quot;入口创建两个子技能和两个对象技能，类型都选择&quot;单个技能&quot;；Brain 不走这个入口，要在&quot;大脑&quot;入口创建 qinghe-open-day-brain。&#10;&#10;两个要点：稳定名称必须与配套文档保持一致，否则依赖解析对不上；SKILL.md 要全文放入编辑区域，然后点击&quot;保存内容&quot;。&#10;&#10;保存完成不等于录入完成——后面还要重新打开核对识别出的依赖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4　在页面中建立和核对依赖&lt;/Text&gt;&#10;            &lt;Text style={{ fontSize: 34, fontWeight: 'bold', color: '#20344B' }}&gt;创建五份 Skill&lt;/Text&gt;&#10;        &lt;/Box&gt;&#10;    &lt;/Box&gt;&#10;&#10;    &lt;Box style={{ height: 540, flexDirection: 'row', gap: 32 }}&gt;&#10;&#10;        &lt;Box style={{ width: 620, flexDirection: 'column', justifyContent: 'center' }}&gt;&#10;&#10;            &lt;Box style={{ width: 620, height: 40, background: '#276FBF', borderRadius: 10, borderBottomLeftRadius: 0, borderBottomRightRadius: 0, flexDirection: 'row', alignItems: 'center', justifyContent: 'space-between', padding: '0 14px' }}&gt;&#10;                &lt;Text style={{ fontSize: 14, color: '#FFFFFF' }}&gt;资源中心　·　技能&lt;/Text&gt;&#10;                &lt;Box style={{ width: 70, height: 20, background: '#FFFFFF', borderRadius: 6, justifyContent: 'center', alignItems: 'center' }}&gt;&#10;                    &lt;Text style={{ fontSize: 11, color: '#276FBF' }}&gt;示意&lt;/Text&gt;&#10;                &lt;/Box&gt;&#10;            &lt;/Box&gt;&#10;&#10;            &lt;Box style={{ width: 620, height: 400, backgroundColor: '#F4F7FA', borderRadius: 10, borderTopLeftRadius: 0, borderTopRightRadius: 0, flexDirection: 'row', padding: 12, gap: 12 }}&gt;&#10;&#10;                &lt;Box style={{ width: 140, background: '#EDF4FC', borderRadius: 8, padding: 10, flexDirection: 'column', gap: 6 }}&gt;&#10;                    &lt;Box style={{ width: 120, height: 26, background: '#276FBF', borderRadius: 6, justifyContent: 'center', alignItems: 'center' }}&gt;&#10;                        &lt;Text style={{ fontSize: 12, color: '#FFFFFF' }}&gt;技能&lt;/Text&gt;&#10;                    &lt;/Box&gt;&#10;                    &lt;Box style={{ width: 120, height: 26, background: '#FFFFFF', borderRadius: 6, justifyContent: 'center', alignItems: 'center' }}&gt;&#10;                        &lt;Text style={{ fontSize: 12, color: '#546779' }}&gt;大脑&lt;/Text&gt;&#10;                    &lt;/Box&gt;&#10;                    &lt;Box style={{ width: 120, height: 26, background: '#FFFFFF', borderRadius: 6, justifyContent: 'center', alignItems: 'center' }}&gt;&#10;                        &lt;Text style={{ fontSize: 12, color: '#546779' }}&gt;地图&lt;/Text&gt;&#10;                    &lt;/Box&gt;&#10;                    &lt;Box style={{ width: 120, height: 26, background: '#FFFFFF', borderRadius: 6, justifyContent: 'center', alignItems: 'center' }}&gt;&#10;                        &lt;Text style={{ fontSize: 12, color: '#546779' }}&gt;智能体&lt;/Text&gt;&#10;                    &lt;/Box&gt;&#10;                    &lt;Box style={{ width: 120, height: 26, background: '#FFFFFF', borderRadius: 6, justifyContent: 'center', alignItems: 'center' }}&gt;&#10;                        &lt;Text style={{ fontSize: 12, color: '#546779' }}&gt;模型&lt;/Text&gt;&#10;                    &lt;/Box&gt;&#10;                &lt;/Box&gt;&#10;&#10;                &lt;Box style={{ width: 440, flexDirection: 'column', gap: 8 }}&gt;&#10;                    &lt;Box style={{ width: 440, height: 38, background: '#FFFFFF', borderRadius: 6, flexDirection: 'row', alignItems: 'center', padding: '0 12px', gap: 10 }}&gt;&#10;                        &lt;Box style={{ width: 72 }}&gt;&lt;Text style={{ fontSize: 12, color: '#546779' }}&gt;资源名称&lt;/Text&gt;&lt;/Box&gt;&#10;                        &lt;Box style={{ flex: 1 }}&gt;&lt;Text style={{ fontSize: 12, color: '#20344B' }}&gt;qinghe-compare-options&lt;/Text&gt;&lt;/Box&gt;&#10;                    &lt;/Box&gt;&#10;                    &lt;Box style={{ width: 440, height: 38, background: '#FFFFFF', borderRadius: 6, flexDirection: 'row', alignItems: 'center', padding: '0 12px', gap: 10 }}&gt;&#10;                        &lt;Box style={{ width: 72 }}&gt;&lt;Text style={{ fontSize: 12, color: '#546779' }}&gt;类型&lt;/Text&gt;&lt;/Box&gt;&#10;                        &lt;Box style={{ flex: 1 }}&gt;&lt;Text style={{ fontSize: 12, color: '#20344B' }}&gt;单个技能&lt;/Text&gt;&lt;/Box&gt;&#10;                    &lt;/Box&gt;&#10;                    &lt;Text style={{ fontSize: 12, color: '#546779', marginTop: 2 }}&gt;SKILL.md 编辑区&lt;/Text&gt;&#10;                    &lt;Box style={{ width: 440, height: 172, background: '#20344B', borderRadius: 6, padding: '12px 14px', flexDirection: 'column', gap: 7 }}&gt;&#10;                        &lt;Text style={{ fontSize: 12, color: '#B5C7D8' }}&gt;---&lt;/Text&gt;&#10;                        &lt;Text style={{ fontSize: 12, color: '#FFFFFF' }}&gt;name: qinghe-compare-options&lt;/Text&gt;&#10;                        &lt;Text style={{ fontSize: 12, color: '#FFFFFF' }}&gt;description: 比较开放日现场的候选做法，返回有依据的建议。&lt;/Text&gt;&#10;                        &lt;Text style={{ fontSize: 12, color: '#FFFFFF' }}&gt;example_input: 已有两种活动安排，请比较依据和待确认事项。&lt;/Text&gt;&#10;                        &lt;Text style={{ fontSize: 12, color: '#B5C7D8' }}&gt;---&lt;/Text&gt;&#10;                        &lt;Text style={{ fontSize: 12, color: '#B5C7D8' }}&gt;……（SKILL.md 全文）&lt;/Text&gt;&#10;                    &lt;/Box&gt;&#10;                    &lt;Box style={{ width: 110, height: 34, background: '#276FBF', borderRadius: 6, justifyContent: 'center', alignItems: 'center' }}&gt;&#10;                        &lt;Text style={{ fontSize: 13, color: '#FFFFFF' }}&gt;保存内容&lt;/Text&gt;&#10;                    &lt;/Box&gt;&#10;                &lt;/Box&gt;&#10;&#10;            &lt;/Box&gt;&#10;&#10;            &lt;Text style={{ fontSize: 13, color: '#546779', lineHeight: 1.5, marginTop: 8 }}&gt;界面为拼装示意，非系统截图；入口名称依据当前页面与前端源码。&lt;/Text&gt;&#10;&#10;        &lt;/Box&gt;&#10;&#10;        &lt;Box style={{ width: 500, flexDirection: 'column', justifyContent: 'center', gap: 16 }}&gt;&#10;&#10;            &lt;Box style={{ width: 500, height: 140, background: '#EDF4FC', borderRadius: 10, padding: '16px 20px', flexDirection: 'column', gap: 8 }}&gt;&#10;                &lt;Text style={{ fontSize: 17, fontWeight: 'bold', color: '#276FBF' }}&gt;「技能」入口创建四个&lt;/Text&gt;&#10;                &lt;Text style={{ fontSize: 15, color: '#546779', lineHeight: 1.6 }}&gt;两个子技能与两个对象技能，类型选择&quot;单个技能&quot;。&lt;/Text&gt;&#10;            &lt;/Box&gt;&#10;&#10;            &lt;Box style={{ width: 500, height: 140, background: '#EDF4FC', borderRadius: 10, padding: '16px 20px', flexDirection: 'column', gap: 8 }}&gt;&#10;                &lt;Text style={{ fontSize: 17, fontWeight: 'bold', color: '#276FBF' }}&gt;「大脑」入口创建 Brain&lt;/Text&gt;&#10;                &lt;Text style={{ fontSize: 15, color: '#546779', lineHeight: 1.6 }}&gt;qinghe-open-day-brain 单独在大脑入口创建，不与技能混在一起。&lt;/Text&gt;&#10;            &lt;/Box&gt;&#10;&#10;            &lt;Box style={{ width: 500, height: 140, background: '#ECF7F2', borderRadius: 10, padding: '16px 20px', flexDirection: 'column', gap: 8 }}&gt;&#10;                &lt;Text style={{ fontSize: 17, fontWeight: 'bold', color: '#26816B' }}&gt;名称与文档保持一致&lt;/Text&gt;&#10;                &lt;Text style={{ fontSize: 15, color: '#546779', lineHeight: 1.6 }}&gt;稳定名称与配套文档一致，SKILL.md 全文放入编辑区域后点击&quot;保存内容&quot;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6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在页面中建立和核对依赖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创建五份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1466850"/>
            <a:ext cx="5905500" cy="381000"/>
          </a:xfrm>
          <a:custGeom>
            <a:pathLst>
              <a:path w="620" h="40">
                <a:moveTo>
                  <a:pt x="10" y="0"/>
                </a:moveTo>
                <a:lnTo>
                  <a:pt x="610" y="0"/>
                </a:lnTo>
                <a:cubicBezTo>
                  <a:pt x="616" y="0"/>
                  <a:pt x="620" y="4"/>
                  <a:pt x="620" y="10"/>
                </a:cubicBezTo>
                <a:lnTo>
                  <a:pt x="620" y="40"/>
                </a:lnTo>
                <a:lnTo>
                  <a:pt x="620" y="40"/>
                </a:lnTo>
                <a:lnTo>
                  <a:pt x="0" y="40"/>
                </a:lnTo>
                <a:lnTo>
                  <a:pt x="0" y="40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2950" y="15811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资源中心　·　技能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715000" y="1562100"/>
            <a:ext cx="6667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943600" y="15906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1847850"/>
            <a:ext cx="5905500" cy="3810000"/>
          </a:xfrm>
          <a:custGeom>
            <a:pathLst>
              <a:path w="620" h="400">
                <a:moveTo>
                  <a:pt x="0" y="0"/>
                </a:moveTo>
                <a:lnTo>
                  <a:pt x="620" y="0"/>
                </a:lnTo>
                <a:lnTo>
                  <a:pt x="620" y="0"/>
                </a:lnTo>
                <a:lnTo>
                  <a:pt x="620" y="390"/>
                </a:lnTo>
                <a:cubicBezTo>
                  <a:pt x="620" y="396"/>
                  <a:pt x="616" y="400"/>
                  <a:pt x="610" y="400"/>
                </a:cubicBezTo>
                <a:lnTo>
                  <a:pt x="10" y="400"/>
                </a:lnTo>
                <a:cubicBezTo>
                  <a:pt x="4" y="400"/>
                  <a:pt x="0" y="396"/>
                  <a:pt x="0" y="39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23900" y="1962150"/>
            <a:ext cx="1333500" cy="3581400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19150" y="2057400"/>
            <a:ext cx="114300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276350" y="21145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技能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819150" y="2362200"/>
            <a:ext cx="11430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276350" y="24193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大脑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19150" y="2667000"/>
            <a:ext cx="11430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276350" y="27241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19150" y="2971800"/>
            <a:ext cx="11430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219200" y="30289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19150" y="3276600"/>
            <a:ext cx="11430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276350" y="33337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2171700" y="1962150"/>
            <a:ext cx="41910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286000" y="20764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资源名称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067050" y="2076450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0344B"/>
                </a:solidFill>
                <a:latin typeface="Microsoft YaHei"/>
                <a:ea typeface="Microsoft YaHei"/>
              </a:rPr>
              <a:t>qinghe-compare-options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2171700" y="2400300"/>
            <a:ext cx="41910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286000" y="25146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067050" y="2514600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单个技能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171700" y="2857500"/>
            <a:ext cx="419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SKILL.md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编辑区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2171700" y="3076575"/>
            <a:ext cx="4191000" cy="1638300"/>
          </a:xfrm>
          <a:prstGeom prst="roundRect">
            <a:avLst>
              <a:gd name="adj" fmla="val 3488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305050" y="319087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>---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2305050" y="340042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>name: qinghe-compare-options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305050" y="360997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description: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比较开放日现场的候选做法，返回有依据的建议。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305050" y="381952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example_input: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已有两种活动安排，请比较依据和待确认事项。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305050" y="402907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>---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305050" y="4238625"/>
            <a:ext cx="392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……（</a:t>
            </a: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SKILL.md </a:t>
            </a: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全文）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2171700" y="4791075"/>
            <a:ext cx="104775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447925" y="4876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保存内容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573405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界面为拼装示意，非系统截图；入口名称依据当前页面与前端源码。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819900" y="15621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010400" y="17145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「技能」入口创建四个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010400" y="1990725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两个子技能与两个对象技能，类型选择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单个技能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819900" y="30480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010400" y="32004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「大脑」入口创建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010400" y="3476625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qinghe-open-day-brain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单独在大脑入口创建，不与技能混在一起。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819900" y="453390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010400" y="46863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名称与文档保持一致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010400" y="4962525"/>
            <a:ext cx="4381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稳定名称与配套文档一致，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SKILL.md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全文放入编辑区域后点击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保存内容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notes={`保存之后不是直接开跑，而是核对。重新打开 Brain 的&quot;Scripts 与 MCP&quot;页，核对它识别出的两个子 Skill，以及正文引用的感知、导航、记忆、动作能力。识别列表对不上，多半是名称不一致或正文引用写错。&#10;&#10;对象技能的绑定在另一个地方：进入地图编辑器，选中公告栏或服务台，从&quot;对象 Skill&quot;的 Skill 选项中绑定对应技能。&#10;&#10;两者检查位置不同的原因要理解：Brain 属于实验运行装配，跟着实验走；对象技能属于地图的 Game Object，跟着地图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4　在页面中建立和核对依赖&lt;/Text&gt;&#10;            &lt;Text style={{ fontSize: 34, fontWeight: 'bold', color: '#20344B' }}&gt;核对依赖与绑定对象 Skill&lt;/Text&gt;&#10;        &lt;/Box&gt;&#10;    &lt;/Box&gt;&#10;&#10;    &lt;Box style={{ height: 540, flexDirection: 'row', gap: 32 }}&gt;&#10;&#10;        &lt;Box style={{ width: 500, flexDirection: 'column', justifyContent: 'center', gap: 16 }}&gt;&#10;&#10;            &lt;Box style={{ width: 500, height: 150, background: '#EDF4FC', borderRadius: 10, padding: '16px 20px', flexDirection: 'column', gap: 8 }}&gt;&#10;                &lt;Text style={{ fontSize: 17, fontWeight: 'bold', color: '#276FBF' }}&gt;重开 Brain 的「Scripts 与 MCP」页&lt;/Text&gt;&#10;                &lt;Text style={{ fontSize: 15, color: '#546779', lineHeight: 1.6 }}&gt;核对识别出的两个子 Skill，以及正文引用的感知、导航、记忆、动作能力。&lt;/Text&gt;&#10;            &lt;/Box&gt;&#10;&#10;            &lt;Box style={{ width: 500, height: 150, background: '#ECF7F2', borderRadius: 10, padding: '16px 20px', flexDirection: 'column', gap: 8 }}&gt;&#10;                &lt;Text style={{ fontSize: 17, fontWeight: 'bold', color: '#26816B' }}&gt;对象技能在地图编辑器绑定&lt;/Text&gt;&#10;                &lt;Text style={{ fontSize: 15, color: '#546779', lineHeight: 1.6 }}&gt;选中公告栏或服务台后，从&quot;对象 Skill&quot;的 Skill 选项中绑定。&lt;/Text&gt;&#10;            &lt;/Box&gt;&#10;&#10;            &lt;Box style={{ width: 500, height: 150, background: '#FFF4E6', borderRadius: 10, padding: '16px 20px', flexDirection: 'column', gap: 8 }}&gt;&#10;                &lt;Text style={{ fontSize: 17, fontWeight: 'bold', color: '#CB6B28' }}&gt;两者的检查位置不同&lt;/Text&gt;&#10;                &lt;Text style={{ fontSize: 15, color: '#546779', lineHeight: 1.6 }}&gt;Brain 属于实验运行装配，对象技能属于地图的 Game Object。&lt;/Text&gt;&#10;            &lt;/Box&gt;&#10;&#10;        &lt;/Box&gt;&#10;&#10;        &lt;Box style={{ width: 620, flexDirection: 'column', justifyContent: 'center', gap: 12 }}&gt;&#10;&#10;            &lt;Box style={{ width: 620, height: 40, background: '#276FBF', borderRadius: 10, borderBottomLeftRadius: 0, borderBottomRightRadius: 0, flexDirection: 'row', alignItems: 'center', justifyContent: 'space-between', padding: '0 14px' }}&gt;&#10;                &lt;Text style={{ fontSize: 14, color: '#FFFFFF' }}&gt;Brain　·　Scripts 与 MCP&lt;/Text&gt;&#10;                &lt;Box style={{ width: 70, height: 20, background: '#FFFFFF', borderRadius: 6, justifyContent: 'center', alignItems: 'center' }}&gt;&#10;                    &lt;Text style={{ fontSize: 11, color: '#276FBF' }}&gt;示意&lt;/Text&gt;&#10;                &lt;/Box&gt;&#10;            &lt;/Box&gt;&#10;            &lt;Box style={{ width: 620, height: 250, backgroundColor: '#F4F7FA', borderRadius: 10, borderTopLeftRadius: 0, borderTopRightRadius: 0, padding: 14, flexDirection: 'column', gap: 10, marginTop: -12 }}&gt;&#10;                &lt;Text style={{ fontSize: 13, fontWeight: 'bold', color: '#20344B' }}&gt;识别出的子 Skill&lt;/Text&gt;&#10;                &lt;Box style={{ width: 592, height: 38, background: '#FFFFFF', borderRadius: 6, flexDirection: 'row', alignItems: 'center', justifyContent: 'space-between', padding: '0 12px' }}&gt;&#10;                    &lt;Text style={{ fontSize: 12, color: '#20344B' }}&gt;qinghe-compare-options&lt;/Text&gt;&#10;                    &lt;Text style={{ fontSize: 12, color: '#26816B' }}&gt;已识别&lt;/Text&gt;&#10;                &lt;/Box&gt;&#10;                &lt;Box style={{ width: 592, height: 38, background: '#FFFFFF', borderRadius: 6, flexDirection: 'row', alignItems: 'center', justifyContent: 'space-between', padding: '0 12px' }}&gt;&#10;                    &lt;Text style={{ fontSize: 12, color: '#20344B' }}&gt;qinghe-memory-review&lt;/Text&gt;&#10;                    &lt;Text style={{ fontSize: 12, color: '#26816B' }}&gt;已识别&lt;/Text&gt;&#10;                &lt;/Box&gt;&#10;                &lt;Text style={{ fontSize: 13, fontWeight: 'bold', color: '#20344B' }}&gt;正文引用的能力&lt;/Text&gt;&#10;                &lt;Box style={{ flexDirection: 'row', gap: 8 }}&gt;&#10;                    &lt;Box style={{ width: 132, height: 30, background: '#FFFFFF', borderRadius: 6, justifyContent: 'center', alignItems: 'center' }}&gt;&#10;                        &lt;Text style={{ fontSize: 12, color: '#276FBF' }}&gt;感知&lt;/Text&gt;&#10;                    &lt;/Box&gt;&#10;                    &lt;Box style={{ width: 132, height: 30, background: '#FFFFFF', borderRadius: 6, justifyContent: 'center', alignItems: 'center' }}&gt;&#10;                        &lt;Text style={{ fontSize: 12, color: '#276FBF' }}&gt;导航&lt;/Text&gt;&#10;                    &lt;/Box&gt;&#10;                    &lt;Box style={{ width: 132, height: 30, background: '#FFFFFF', borderRadius: 6, justifyContent: 'center', alignItems: 'center' }}&gt;&#10;                        &lt;Text style={{ fontSize: 12, color: '#276FBF' }}&gt;记忆&lt;/Text&gt;&#10;                    &lt;/Box&gt;&#10;                    &lt;Box style={{ width: 132, height: 30, background: '#FFFFFF', borderRadius: 6, justifyContent: 'center', alignItems: 'center' }}&gt;&#10;                        &lt;Text style={{ fontSize: 12, color: '#276FBF' }}&gt;动作&lt;/Text&gt;&#10;                    &lt;/Box&gt;&#10;                &lt;/Box&gt;&#10;            &lt;/Box&gt;&#10;&#10;            &lt;Box style={{ width: 620, height: 40, background: '#26816B', borderRadius: 10, borderBottomLeftRadius: 0, borderBottomRightRadius: 0, flexDirection: 'row', alignItems: 'center', justifyContent: 'space-between', padding: '0 14px', marginTop: 12 }}&gt;&#10;                &lt;Text style={{ fontSize: 14, color: '#FFFFFF' }}&gt;地图编辑器　·　对象 Skill&lt;/Text&gt;&#10;                &lt;Box style={{ width: 70, height: 20, background: '#FFFFFF', borderRadius: 6, justifyContent: 'center', alignItems: 'center' }}&gt;&#10;                    &lt;Text style={{ fontSize: 11, color: '#26816B' }}&gt;示意&lt;/Text&gt;&#10;                &lt;/Box&gt;&#10;            &lt;/Box&gt;&#10;            &lt;Box style={{ width: 620, height: 128, backgroundColor: '#F7F3E8', borderRadius: 10, borderTopLeftRadius: 0, borderTopRightRadius: 0, padding: 14, flexDirection: 'column', gap: 8, marginTop: -12 }}&gt;&#10;                &lt;Box style={{ width: 592, height: 38, background: '#FFFFFF', borderRadius: 6, flexDirection: 'row', alignItems: 'center', padding: '0 12px', gap: 10 }}&gt;&#10;                    &lt;Box style={{ width: 84 }}&gt;&lt;Text style={{ fontSize: 12, color: '#546779' }}&gt;选中对象&lt;/Text&gt;&lt;/Box&gt;&#10;                    &lt;Box style={{ flex: 1 }}&gt;&lt;Text style={{ fontSize: 12, color: '#20344B' }}&gt;公告栏&lt;/Text&gt;&lt;/Box&gt;&#10;                &lt;/Box&gt;&#10;                &lt;Box style={{ width: 592, height: 38, background: '#FFFFFF', borderRadius: 6, flexDirection: 'row', alignItems: 'center', padding: '0 12px', gap: 10 }}&gt;&#10;                    &lt;Box style={{ width: 84 }}&gt;&lt;Text style={{ fontSize: 12, color: '#546779' }}&gt;Skill 选项&lt;/Text&gt;&lt;/Box&gt;&#10;                    &lt;Box style={{ flex: 1 }}&gt;&lt;Text style={{ fontSize: 12, color: '#26816B' }}&gt;qinghe-notice-board&lt;/Text&gt;&lt;/Box&gt;&#10;                &lt;/Box&gt;&#10;            &lt;/Box&gt;&#10;&#10;            &lt;Text style={{ fontSize: 13, color: '#546779', lineHeight: 1.5 }}&gt;界面为拼装示意，非系统截图；入口名称依据当前页面与前端源码。&lt;/Text&gt;&#10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7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在页面中建立和核对依赖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95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核对依赖与绑定对象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1419225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00100" y="15716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重开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的「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Scripts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MCP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」页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00100" y="1847850"/>
            <a:ext cx="4381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核对识别出的两个子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，以及正文引用的感知、导航、记忆、动作能力。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3000375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00100" y="31527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对象技能在地图编辑器绑定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选中公告栏或服务台后，从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Skill"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选项中绑定。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4581525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00100" y="47339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两者的检查位置不同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00100" y="501015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属于实验运行装配，对象技能属于地图的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Game Object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5676900" y="1247775"/>
            <a:ext cx="5905500" cy="381000"/>
          </a:xfrm>
          <a:custGeom>
            <a:pathLst>
              <a:path w="620" h="40">
                <a:moveTo>
                  <a:pt x="10" y="0"/>
                </a:moveTo>
                <a:lnTo>
                  <a:pt x="610" y="0"/>
                </a:lnTo>
                <a:cubicBezTo>
                  <a:pt x="616" y="0"/>
                  <a:pt x="620" y="4"/>
                  <a:pt x="620" y="10"/>
                </a:cubicBezTo>
                <a:lnTo>
                  <a:pt x="620" y="40"/>
                </a:lnTo>
                <a:lnTo>
                  <a:pt x="620" y="40"/>
                </a:lnTo>
                <a:lnTo>
                  <a:pt x="0" y="40"/>
                </a:lnTo>
                <a:lnTo>
                  <a:pt x="0" y="40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810250" y="1362075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·　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Scripts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MCP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10782300" y="1343025"/>
            <a:ext cx="6667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010900" y="13716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676900" y="1628775"/>
            <a:ext cx="5905500" cy="2381250"/>
          </a:xfrm>
          <a:custGeom>
            <a:pathLst>
              <a:path w="620" h="250">
                <a:moveTo>
                  <a:pt x="0" y="0"/>
                </a:moveTo>
                <a:lnTo>
                  <a:pt x="620" y="0"/>
                </a:lnTo>
                <a:lnTo>
                  <a:pt x="620" y="0"/>
                </a:lnTo>
                <a:lnTo>
                  <a:pt x="620" y="240"/>
                </a:lnTo>
                <a:cubicBezTo>
                  <a:pt x="620" y="246"/>
                  <a:pt x="616" y="250"/>
                  <a:pt x="610" y="250"/>
                </a:cubicBezTo>
                <a:lnTo>
                  <a:pt x="10" y="250"/>
                </a:lnTo>
                <a:cubicBezTo>
                  <a:pt x="4" y="250"/>
                  <a:pt x="0" y="246"/>
                  <a:pt x="0" y="24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810250" y="1762125"/>
            <a:ext cx="563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0344B"/>
                </a:solidFill>
                <a:latin typeface="Microsoft YaHei"/>
                <a:ea typeface="Microsoft YaHei"/>
              </a:rPr>
              <a:t>识别出的子</a:t>
            </a:r>
            <a:r>
              <a:rPr lang="en-US" sz="9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810250" y="2009775"/>
            <a:ext cx="5638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924550" y="2124075"/>
            <a:ext cx="1381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0344B"/>
                </a:solidFill>
                <a:latin typeface="Microsoft YaHei"/>
                <a:ea typeface="Microsoft YaHei"/>
              </a:rPr>
              <a:t>qinghe-compare-options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991850" y="21240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6816B"/>
                </a:solidFill>
                <a:latin typeface="Microsoft YaHei"/>
                <a:ea typeface="Microsoft YaHei"/>
              </a:rPr>
              <a:t>已识别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5810250" y="2466975"/>
            <a:ext cx="5638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924550" y="2581275"/>
            <a:ext cx="1295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0344B"/>
                </a:solidFill>
                <a:latin typeface="Microsoft YaHei"/>
                <a:ea typeface="Microsoft YaHei"/>
              </a:rPr>
              <a:t>qinghe-memory-review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991850" y="25812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6816B"/>
                </a:solidFill>
                <a:latin typeface="Microsoft YaHei"/>
                <a:ea typeface="Microsoft YaHei"/>
              </a:rPr>
              <a:t>已识别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810250" y="2924175"/>
            <a:ext cx="563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0344B"/>
                </a:solidFill>
                <a:latin typeface="Microsoft YaHei"/>
                <a:ea typeface="Microsoft YaHei"/>
              </a:rPr>
              <a:t>正文引用的能力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810250" y="3171825"/>
            <a:ext cx="12573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324600" y="32480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感知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7143750" y="3171825"/>
            <a:ext cx="12573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658100" y="32480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导航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8477250" y="3171825"/>
            <a:ext cx="12573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991600" y="32480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9810750" y="3171825"/>
            <a:ext cx="12573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0325100" y="32480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76FBF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676900" y="4238625"/>
            <a:ext cx="5905500" cy="381000"/>
          </a:xfrm>
          <a:custGeom>
            <a:pathLst>
              <a:path w="620" h="40">
                <a:moveTo>
                  <a:pt x="10" y="0"/>
                </a:moveTo>
                <a:lnTo>
                  <a:pt x="610" y="0"/>
                </a:lnTo>
                <a:cubicBezTo>
                  <a:pt x="616" y="0"/>
                  <a:pt x="620" y="4"/>
                  <a:pt x="620" y="10"/>
                </a:cubicBezTo>
                <a:lnTo>
                  <a:pt x="620" y="40"/>
                </a:lnTo>
                <a:lnTo>
                  <a:pt x="620" y="40"/>
                </a:lnTo>
                <a:lnTo>
                  <a:pt x="0" y="40"/>
                </a:lnTo>
                <a:lnTo>
                  <a:pt x="0" y="40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810250" y="4352925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地图编辑器　·　对象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10782300" y="4333875"/>
            <a:ext cx="66675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010900" y="43624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6816B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676900" y="4619625"/>
            <a:ext cx="5905500" cy="1219200"/>
          </a:xfrm>
          <a:custGeom>
            <a:pathLst>
              <a:path w="620" h="128">
                <a:moveTo>
                  <a:pt x="0" y="0"/>
                </a:moveTo>
                <a:lnTo>
                  <a:pt x="620" y="0"/>
                </a:lnTo>
                <a:lnTo>
                  <a:pt x="620" y="0"/>
                </a:lnTo>
                <a:lnTo>
                  <a:pt x="620" y="118"/>
                </a:lnTo>
                <a:cubicBezTo>
                  <a:pt x="620" y="124"/>
                  <a:pt x="616" y="128"/>
                  <a:pt x="610" y="128"/>
                </a:cubicBezTo>
                <a:lnTo>
                  <a:pt x="10" y="128"/>
                </a:lnTo>
                <a:cubicBezTo>
                  <a:pt x="4" y="128"/>
                  <a:pt x="0" y="124"/>
                  <a:pt x="0" y="118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F3E8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5810250" y="4752975"/>
            <a:ext cx="5638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924550" y="48672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选中对象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19900" y="4867275"/>
            <a:ext cx="451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810250" y="5191125"/>
            <a:ext cx="56388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924550" y="53054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选项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819900" y="5305425"/>
            <a:ext cx="451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6816B"/>
                </a:solidFill>
                <a:latin typeface="Microsoft YaHei"/>
                <a:ea typeface="Microsoft YaHei"/>
              </a:rPr>
              <a:t>qinghe-notice-board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676900" y="595312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界面为拼装示意，非系统截图；入口名称依据当前页面与前端源码。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6" name="" descr="&lt;Slide notes={`把资源选入实验的时候，系统会递归复制完整依赖内容，实验得到自己的副本。从这一刻起，修改公共 Brain 不会自动改变这个实验；草稿要调整，就在明确的实验范围内编辑或重新导入，保存后再次核对内容与依赖。&#10;&#10;已封存的实验更不能指望靠修改公共文档&quot;跟随更新&quot;，封存的处理后面章节再讲。&#10;&#10;最后强调记录：这里的文件属于资料准备，尚未证明已在页面保存、导入或由模型成功执行。完成操作时应记录保存后的实际内容摘要和实验预检结果。普通叶子 Skill 可以按需要试运行；依赖仿真 MCP 的 Brain 或对象 Skill，要在具备世界上下文的实验中核验，不能把孤立聊天输出当作世界行为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4　在页面中建立和核对依赖&lt;/Text&gt;&#10;            &lt;Text style={{ fontSize: 34, fontWeight: 'bold', color: '#20344B' }}&gt;选入实验：递归复制与记录证据&lt;/Text&gt;&#10;        &lt;/Box&gt;&#10;    &lt;/Box&gt;&#10;&#10;    &lt;Box style={{ height: 540, flexDirection: 'column', justifyContent: 'center', gap: 20 }}&gt;&#10;&#10;        &lt;Box style={{ flexDirection: 'row', justifyContent: 'center', alignItems: 'center' }}&gt;&#10;            &lt;Box style={{ width: 300, height: 110, background: '#EDF4FC', borderRadius: 10, padding: '14px 18px', flexDirection: 'column', gap: 6, justifyContent: 'center' }}&gt;&#10;                &lt;Text style={{ fontSize: 17, fontWeight: 'bold', color: '#276FBF' }}&gt;把资源选入实验&lt;/Text&gt;&#10;                &lt;Text style={{ fontSize: 13, color: '#546779', lineHeight: 1.5 }}&gt;Brain、子 Skill、对象技能与地图&lt;/Text&gt;&#10;            &lt;/Box&gt;&#10;            &lt;Box style={{ width: 44, justifyContent: 'center', alignItems: 'center' }}&gt;&#10;                &lt;Text style={{ fontSize: 24, color: '#276FBF' }}&gt;›&lt;/Text&gt;&#10;            &lt;/Box&gt;&#10;            &lt;Box style={{ width: 300, height: 110, background: '#F7F3E8', borderRadius: 10, padding: '14px 18px', flexDirection: 'column', gap: 6, justifyContent: 'center' }}&gt;&#10;                &lt;Text style={{ fontSize: 17, fontWeight: 'bold', color: '#20344B' }}&gt;递归复制完整依赖内容&lt;/Text&gt;&#10;                &lt;Text style={{ fontSize: 13, color: '#546779', lineHeight: 1.5 }}&gt;整棵依赖树一起复制&lt;/Text&gt;&#10;            &lt;/Box&gt;&#10;            &lt;Box style={{ width: 44, justifyContent: 'center', alignItems: 'center' }}&gt;&#10;                &lt;Text style={{ fontSize: 24, color: '#26816B' }}&gt;›&lt;/Text&gt;&#10;            &lt;/Box&gt;&#10;            &lt;Box style={{ width: 300, height: 110, background: '#ECF7F2', borderRadius: 10, padding: '14px 18px', flexDirection: 'column', gap: 6, justifyContent: 'center' }}&gt;&#10;                &lt;Text style={{ fontSize: 17, fontWeight: 'bold', color: '#26816B' }}&gt;实验得到自己的副本&lt;/Text&gt;&#10;                &lt;Text style={{ fontSize: 13, color: '#546779', lineHeight: 1.5 }}&gt;从这一刻起两边各改各的&lt;/Text&gt;&#10;            &lt;/Box&gt;&#10;        &lt;/Box&gt;&#10;&#10;        &lt;Box style={{ flexDirection: 'row', gap: 32 }}&gt;&#10;            &lt;Box style={{ width: 560, background: '#EDF4FC', borderRadius: 10, padding: '16px 20px', flexDirection: 'column', gap: 8 }}&gt;&#10;                &lt;Text style={{ fontSize: 17, fontWeight: 'bold', color: '#276FBF' }}&gt;修改公共 Brain 不会自动改变实验&lt;/Text&gt;&#10;                &lt;Text style={{ fontSize: 15, color: '#546779', lineHeight: 1.6 }}&gt;草稿需要调整时，在明确的实验范围内编辑或重新导入，保存后再次核对内容与依赖。&lt;/Text&gt;&#10;            &lt;/Box&gt;&#10;            &lt;Box style={{ width: 560, background: '#FFF4E6', borderRadius: 10, padding: '16px 20px', flexDirection: 'column', gap: 8 }}&gt;&#10;                &lt;Text style={{ fontSize: 17, fontWeight: 'bold', color: '#CB6B28' }}&gt;封存实验不能&quot;跟随更新&quot;&lt;/Text&gt;&#10;                &lt;Text style={{ fontSize: 15, color: '#546779', lineHeight: 1.6 }}&gt;不能靠修改公共文档让已封存内容跟随更新；封存的处理见后文。&lt;/Text&gt;&#10;            &lt;/Box&gt;&#10;        &lt;/Box&gt;&#10;&#10;        &lt;Box style={{ width: 1152, background: '#F4F7FA', borderRadius: 10, flexDirection: 'row', alignItems: 'center', padding: '16px 20px', gap: 14 }}&gt;&#10;            &lt;Box style={{ width: 4, height: 56, background: '#20344B' }} /&gt;&#10;            &lt;Box style={{ flex: 1, flexDirection: 'column', gap: 4 }}&gt;&#10;                &lt;Text style={{ fontSize: 16, fontWeight: 'bold', color: '#20344B' }}&gt;资料准备 ≠ 已发生的行为证据&lt;/Text&gt;&#10;                &lt;Text style={{ fontSize: 14, color: '#546779', lineHeight: 1.55 }}&gt;完成操作时记录保存后的实际内容摘要与实验预检结果；普通叶子 Skill 可按需试运行，依赖仿真 MCP 的 Brain 或对象 Skill 应在具备世界上下文的实验中核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8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在页面中建立和核对依赖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选入实验：递归复制与记录证据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1390650" y="20193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562100" y="230505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把资源选入实验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562100" y="2562225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、对象技能与地图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419600" y="24098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667250" y="20193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838700" y="230505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递归复制完整依赖内容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38700" y="2562225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整棵依赖树一起复制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696200" y="24098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943850" y="201930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15300" y="2305050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实验得到自己的副本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115300" y="2562225"/>
            <a:ext cx="251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从这一刻起两边各改各的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3257550"/>
            <a:ext cx="5334000" cy="1133475"/>
          </a:xfrm>
          <a:prstGeom prst="roundRect">
            <a:avLst>
              <a:gd name="adj" fmla="val 84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修改公共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不会自动改变实验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草稿需要调整时，在明确的实验范围内编辑或重新导入，保存后再次核对内容与依赖。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248400" y="3257550"/>
            <a:ext cx="5334000" cy="1133475"/>
          </a:xfrm>
          <a:prstGeom prst="roundRect">
            <a:avLst>
              <a:gd name="adj" fmla="val 84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438900" y="34099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封存实验不能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跟随更新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438900" y="36861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不能靠修改公共文档让已封存内容跟随更新；封存的处理见后文。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45815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800100" y="4733925"/>
            <a:ext cx="38100" cy="5334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71550" y="476250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资料准备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已发生的行为证据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71550" y="499110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完成操作时记录保存后的实际内容摘要与实验预检结果；普通叶子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可按需试运行，依赖仿真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应在具备世界上下文的实验中核验。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34" name="" descr="&lt;Slide notes={`最后一块解决评价问题。&#10;&#10;假设 Brain 输出&quot;我已经通知了大家&quot;，这句话只说明模型生成了文本。要证明通知发生，得找到真实的 SPEAK 或对象回复事实；要证明公告更新，得找到对象提交的状态变化。&#10;&#10;检查一次行为，要把三个层次连起来看：它得到了什么输入、通过哪些工具拿到新证据、最终提交了什么动作。只看最后一句回答，什么也证明不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5　　3.4.5&lt;/Text&gt;&#10;&#10;        &lt;Text style={{ fontSize: 56, fontWeight: 'bold', color: '#20344B', lineHeight: 1.15 }}&gt;怎样判断 Brain 做对了&lt;/Text&gt;&#10;&#10;        &lt;Box style={{ width: 72, height: 4, background: '#276FBF' }} /&gt;&#10;&#10;        &lt;Text style={{ fontSize: 18, color: '#546779', lineHeight: 1.7, width: 900 }}&gt;模型说过的话，不等于世界已经发生的事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输入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工具证据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提交动作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19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3.4.5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怎样判断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做对了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模型说过的话，不等于世界已经发生的事。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8669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工具证据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提交动作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5" name="" descr="&lt;Slide notes={`检查一次行为，把三个层次连起来看。&#10;&#10;第一层，Brain 得到的输入是什么：身份、记忆、消息——没读到的它不可能知道。第二层，通过哪些工具获得新证据：检索、感知、调用子 Skill，每次调用都留下轨迹。第三层，最终提交了什么动作：有没有被接受、进入 World Commit。&#10;&#10;&quot;我已经通知了大家&quot;不能当验收，它只说明模型生成了文本。证明通知要找到真实的 SPEAK 或对象回复事实；证明公告更新要找到状态变化。accepted: true 也首先只表示请求被接受，仍须以 World Commit 与 StepResult 核对。&#10;&#10;只看最后一句回答，无法判断有没有跳过咨询、误用建议或提前宣布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5　怎样判断 Brain 做对了&lt;/Text&gt;&#10;            &lt;Text style={{ fontSize: 34, fontWeight: 'bold', color: '#20344B' }}&gt;三个层次连起来看&lt;/Text&gt;&#10;        &lt;/Box&gt;&#10;    &lt;/Box&gt;&#10;&#10;    &lt;Box style={{ height: 540, flexDirection: 'column', justifyContent: 'center', gap: 14 }}&gt;&#10;&#10;        &lt;Box style={{ width: 1152, height: 62, background: '#F4F7FA', borderRadius: 10, flexDirection: 'row', alignItems: 'center', padding: '0 20px', gap: 16 }}&gt;&#10;            &lt;Box style={{ width: 4, height: 34, background: '#CB6B28' }} /&gt;&#10;            &lt;Text style={{ fontSize: 17, color: '#20344B' }}&gt;「我已经通知了大家」——这句话只说明模型生成了文本&lt;/Text&gt;&#10;        &lt;/Box&gt;&#10;&#10;        &lt;Box style={{ flexDirection: 'row', justifyContent: 'center', alignItems: 'center' }}&gt;&#10;            &lt;Box style={{ width: 344, height: 140, background: '#EDF4FC', borderRadius: 10, padding: '16px 18px', flexDirection: 'column', gap: 8, justifyContent: 'center' }}&gt;&#10;                &lt;Text style={{ fontSize: 19, fontWeight: 'bold', color: '#276FBF' }}&gt;Brain 得到的输入是什么&lt;/Text&gt;&#10;                &lt;Text style={{ fontSize: 14, color: '#546779', lineHeight: 1.55 }}&gt;身份、记忆、消息；没读到的它不可能知道&lt;/Text&gt;&#10;            &lt;/Box&gt;&#10;            &lt;Box style={{ width: 44, justifyContent: 'center', alignItems: 'center' }}&gt;&#10;                &lt;Text style={{ fontSize: 24, color: '#276FBF' }}&gt;›&lt;/Text&gt;&#10;            &lt;/Box&gt;&#10;            &lt;Box style={{ width: 344, height: 140, background: '#EDF4FC', borderRadius: 10, padding: '16px 18px', flexDirection: 'column', gap: 8, justifyContent: 'center' }}&gt;&#10;                &lt;Text style={{ fontSize: 19, fontWeight: 'bold', color: '#276FBF' }}&gt;通过哪些工具获得新证据&lt;/Text&gt;&#10;                &lt;Text style={{ fontSize: 14, color: '#546779', lineHeight: 1.55 }}&gt;检索、感知、调用子 Skill，每次调用留下轨迹&lt;/Text&gt;&#10;            &lt;/Box&gt;&#10;            &lt;Box style={{ width: 44, justifyContent: 'center', alignItems: 'center' }}&gt;&#10;                &lt;Text style={{ fontSize: 24, color: '#CB6B28' }}&gt;›&lt;/Text&gt;&#10;            &lt;/Box&gt;&#10;            &lt;Box style={{ width: 344, height: 140, background: '#ECF7F2', borderRadius: 10, padding: '16px 18px', flexDirection: 'column', gap: 8, justifyContent: 'center' }}&gt;&#10;                &lt;Text style={{ fontSize: 19, fontWeight: 'bold', color: '#26816B' }}&gt;最终提交了什么动作&lt;/Text&gt;&#10;                &lt;Text style={{ fontSize: 14, color: '#546779', lineHeight: 1.55 }}&gt;world-act 是否被接受、是否进入 World Commit&lt;/Text&gt;&#10;            &lt;/Box&gt;&#10;        &lt;/Box&gt;&#10;&#10;        &lt;Box style={{ width: 1152, height: 76, background: '#ECF7F2', borderRadius: 10, flexDirection: 'row', alignItems: 'center', padding: '0 20px', gap: 14 }}&gt;&#10;            &lt;Box style={{ width: 4, height: 44, background: '#26816B' }} /&gt;&#10;            &lt;Box style={{ flex: 1, flexDirection: 'column', gap: 3 }}&gt;&#10;                &lt;Text style={{ fontSize: 16, fontWeight: 'bold', color: '#26816B' }}&gt;要什么才算证据&lt;/Text&gt;&#10;                &lt;Text style={{ fontSize: 14, color: '#546779' }}&gt;证明通知发生 → 真实的 SPEAK 或对象回复事实；证明公告更新 → 对象提交的状态变化。&lt;/Text&gt;&#10;            &lt;/Box&gt;&#10;        &lt;/Box&gt;&#10;&#10;        &lt;Box style={{ width: 1152, height: 76, background: '#FFF4E6', borderRadius: 10, flexDirection: 'row', alignItems: 'center', padding: '0 20px', gap: 14 }}&gt;&#10;            &lt;Box style={{ width: 4, height: 44, background: '#CB6B28' }} /&gt;&#10;            &lt;Box style={{ flex: 1, flexDirection: 'column', gap: 3 }}&gt;&#10;                &lt;Text style={{ fontSize: 16, fontWeight: 'bold', color: '#CB6B28' }}&gt;accepted: true 还不是结果&lt;/Text&gt;&#10;                &lt;Text style={{ fontSize: 14, color: '#546779' }}&gt;首先表示动作请求已被接受，之后仍须以 World Commit 和已提交 StepResult 核对结果。&lt;/Text&gt;&#10;            &lt;/Box&gt;&#10;        &lt;/Box&gt;&#10;&#10;        &lt;Box style={{ width: 1152, height: 62, background: '#F4F7FA', borderRadius: 10, flexDirection: 'row', alignItems: 'center', padding: '0 20px', gap: 16 }}&gt;&#10;            &lt;Box style={{ width: 4, height: 34, background: '#20344B' }} /&gt;&#10;            &lt;Text style={{ fontSize: 15, color: '#546779' }}&gt;只看最后一句回答，无法判断有没有跳过咨询、误用子技能建议或提前宣布成功。&lt;/Text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20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怎样判断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做对了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三个层次连起来看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14668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800100" y="1600200"/>
            <a:ext cx="38100" cy="3238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990600" y="16668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「我已经通知了大家」——这句话只说明模型生成了文本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62000" y="2190750"/>
            <a:ext cx="32766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33450" y="2581275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得到的输入是什么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33450" y="28765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身份、记忆、消息；没读到的它不可能知道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210050" y="2724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457700" y="2190750"/>
            <a:ext cx="32766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629150" y="2581275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通过哪些工具获得新证据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629150" y="28765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检索、感知、调用子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，每次调用留下轨迹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905750" y="27241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8153400" y="2190750"/>
            <a:ext cx="32766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324850" y="245745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最终提交了什么动作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324850" y="2752725"/>
            <a:ext cx="2933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是否被接受、是否进入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 Commit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6576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00100" y="38100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971550" y="382905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要什么才算证据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71550" y="4048125"/>
            <a:ext cx="1042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证明通知发生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或对象回复事实；证明公告更新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对象提交的状态变化。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45148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800100" y="46672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71550" y="4686300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accepted: true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还不是结果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71550" y="4905375"/>
            <a:ext cx="1042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首先表示动作请求已被接受，之后仍须以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 Commit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和已提交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StepResult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核对结果。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09600" y="53721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800100" y="5505450"/>
            <a:ext cx="38100" cy="32385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90600" y="558165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只看最后一句回答，无法判断有没有跳过咨询、误用子技能建议或提前宣布成功。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17" name="" descr="&lt;Slide notes={`留一个练习：把&quot;每轮都反思一次&quot;改成&quot;证据冲突、重要目标改变或重复无进展时才整理记忆&quot;。&#10;&#10;改完观察真实调用轨迹，比较额外调用次数与行为质量，而不是只比较文字长短——少调用不等于变差，多调用也不等于更认真。&#10;&#10;再做一项检查：会不会出现&quot;子 Skill 已经通知林岚&quot;这样的建议。参考判断是，这种说法应改成候选动作，因为子 Skill 的文本没有构成通知事实。通知到底有没有发生，还是要回到世界里的 SPEAK 或对象回复事实上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4.5　怎样判断 Brain 做对了&lt;/Text&gt;&#10;            &lt;Text style={{ fontSize: 34, fontWeight: 'bold', color: '#20344B' }}&gt;练习：改掉&quot;每轮都反思一次&quot;&lt;/Text&gt;&#10;        &lt;/Box&gt;&#10;    &lt;/Box&gt;&#10;&#10;    &lt;Box style={{ height: 540, flexDirection: 'column', justifyContent: 'center', gap: 16 }}&gt;&#10;&#10;        &lt;Box style={{ flexDirection: 'row', alignItems: 'center' }}&gt;&#10;            &lt;Box style={{ width: 520, height: 170, background: '#F4F7FA', borderRadius: 10, padding: '18px 20px', flexDirection: 'column', gap: 10, justifyContent: 'center' }}&gt;&#10;                &lt;Text style={{ fontSize: 14, color: '#546779' }}&gt;原约定&lt;/Text&gt;&#10;                &lt;Text style={{ fontSize: 22, fontWeight: 'bold', color: '#546779' }}&gt;每轮都反思一次&lt;/Text&gt;&#10;                &lt;Text style={{ fontSize: 14, color: '#546779', lineHeight: 1.55 }}&gt;固定节奏整理记忆，调用次数先上去。&lt;/Text&gt;&#10;            &lt;/Box&gt;&#10;            &lt;Box style={{ width: 112, justifyContent: 'center', alignItems: 'center' }}&gt;&#10;                &lt;Text style={{ fontSize: 30, color: '#CB6B28' }}&gt;›&lt;/Text&gt;&#10;            &lt;/Box&gt;&#10;            &lt;Box style={{ width: 520, height: 170, background: '#ECF7F2', borderRadius: 10, padding: '18px 20px', flexDirection: 'column', gap: 10, justifyContent: 'center' }}&gt;&#10;                &lt;Text style={{ fontSize: 14, color: '#26816B' }}&gt;改成&lt;/Text&gt;&#10;                &lt;Text style={{ fontSize: 22, fontWeight: 'bold', color: '#26816B' }}&gt;触发式整理记忆&lt;/Text&gt;&#10;                &lt;Text style={{ fontSize: 14, color: '#546779', lineHeight: 1.55 }}&gt;证据冲突、重要目标改变或重复无进展时，才整理记忆。&lt;/Text&gt;&#10;            &lt;/Box&gt;&#10;        &lt;/Box&gt;&#10;&#10;        &lt;Box style={{ width: 1152, height: 92, background: '#EDF4FC', borderRadius: 10, flexDirection: 'row', alignItems: 'center', padding: '0 20px', gap: 14 }}&gt;&#10;            &lt;Box style={{ width: 4, height: 52, background: '#276FBF' }} /&gt;&#10;            &lt;Box style={{ flex: 1, flexDirection: 'column', gap: 4 }}&gt;&#10;                &lt;Text style={{ fontSize: 16, fontWeight: 'bold', color: '#276FBF' }}&gt;观察什么&lt;/Text&gt;&#10;                &lt;Text style={{ fontSize: 14, color: '#546779' }}&gt;真实调用轨迹；比较额外调用次数与行为质量，而不是只比较文字长短。&lt;/Text&gt;&#10;            &lt;/Box&gt;&#10;        &lt;/Box&gt;&#10;&#10;        &lt;Box style={{ width: 1152, height: 92, background: '#FFF4E6', borderRadius: 10, flexDirection: 'row', alignItems: 'center', padding: '0 20px', gap: 14 }}&gt;&#10;            &lt;Box style={{ width: 4, height: 52, background: '#CB6B28' }} /&gt;&#10;            &lt;Box style={{ flex: 1, flexDirection: 'column', gap: 4 }}&gt;&#10;                &lt;Text style={{ fontSize: 16, fontWeight: 'bold', color: '#CB6B28' }}&gt;再检查一处&lt;/Text&gt;&#10;                &lt;Text style={{ fontSize: 14, color: '#546779' }}&gt;是否出现「子 Skill 已经通知林岚」的建议——应改成候选动作；子 Skill 的文本没有构成通知事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21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怎样判断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做对了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2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练习：改掉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每轮都反思一次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1876425"/>
            <a:ext cx="4953000" cy="161925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00100" y="2257425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原约定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46779"/>
                </a:solidFill>
                <a:latin typeface="Microsoft YaHei"/>
                <a:ea typeface="Microsoft YaHei"/>
              </a:rPr>
              <a:t>每轮都反思一次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固定节奏整理记忆，调用次数先上去。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48375" y="25146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629400" y="1876425"/>
            <a:ext cx="4953000" cy="161925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819900" y="2257425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改成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819900" y="25146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触发式整理记忆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819900" y="28670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证据冲突、重要目标改变或重复无进展时，才整理记忆。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36480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800100" y="383857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971550" y="3895725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观察什么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71550" y="4124325"/>
            <a:ext cx="1042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真实调用轨迹；比较额外调用次数与行为质量，而不是只比较文字长短。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46767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800100" y="48672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71550" y="4924425"/>
            <a:ext cx="1042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再检查一处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971550" y="5153025"/>
            <a:ext cx="1042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是否出现「子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已经通知林岚」的建议——应改成候选动作；子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的文本没有构成通知事实。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41" name="" descr="&lt;Slide notes={`收束成三句话。&#10;&#10;第一，分清类型与位置：atomic、pack、brain 是文档的固有类型，子 Skill 与对象根 Skill 是装配后的使用角色；依赖是可调用关系，不是固定顺序。&#10;&#10;第二，SOP 写条件与证据：存在冲突才调用子 Skill，便签写在动作之前，成功 world-act 后本轮结束，结果仍须整步提交核验；调用次数受内核上限约束。&#10;&#10;第三，文本不等于事实：把输入、工具证据、提交动作三层连起来看，才算判断了 Brain 做对了。&#10;&#10;带着这三句话进入下一节：感知、导航与动作——看角色怎样真正在世界里移动和说话。`} style={{ width: 1280, height: 720, background: '#FFFFFF', flexDirection: 'column', padding: '20px 64px' }}&gt;&#10;&#10;    &lt;Box style={{ height: 640, flexDirection: 'column', justifyContent: 'center', gap: 28 }}&gt;&#10;&#10;        &lt;Text style={{ fontSize: 15, color: '#276FBF' }}&gt;3.4　Brain 与 Skill&lt;/Text&gt;&#10;&#10;        &lt;Text style={{ fontSize: 48, fontWeight: 'bold', color: '#20344B', lineHeight: 1.2 }}&gt;记住三件事&lt;/Text&gt;&#10;&#10;        &lt;Box style={{ flexDirection: 'row', gap: 44, marginTop: 8 }}&gt;&#10;&#10;            &lt;Box style={{ width: 354, height: 240, background: '#EDF4FC', borderRadius: 12, padding: '22px 24px', flexDirection: 'column', gap: 12, justifyContent: 'center' }}&gt;&#10;                &lt;Text style={{ fontSize: 60, fontWeight: 'bold', color: '#276FBF', lineHeight: 1 }}&gt;1&lt;/Text&gt;&#10;                &lt;Text style={{ fontSize: 20, fontWeight: 'bold', color: '#20344B' }}&gt;它是什么类型、在哪里使用&lt;/Text&gt;&#10;                &lt;Text style={{ fontSize: 14, color: '#546779', lineHeight: 1.6 }}&gt;类型与位置是两个维度；依赖是可调用关系，不是固定顺序。&lt;/Text&gt;&#10;            &lt;/Box&gt;&#10;&#10;            &lt;Box style={{ width: 354, height: 240, background: '#ECF7F2', borderRadius: 12, padding: '22px 24px', flexDirection: 'column', gap: 12, justifyContent: 'center' }}&gt;&#10;                &lt;Text style={{ fontSize: 60, fontWeight: 'bold', color: '#26816B', lineHeight: 1 }}&gt;2&lt;/Text&gt;&#10;                &lt;Text style={{ fontSize: 20, fontWeight: 'bold', color: '#20344B' }}&gt;条件与证据写进 SOP&lt;/Text&gt;&#10;                &lt;Text style={{ fontSize: 14, color: '#546779', lineHeight: 1.6 }}&gt;成功 world-act 后本轮结束，结果仍须整步提交核验。&lt;/Text&gt;&#10;            &lt;/Box&gt;&#10;&#10;            &lt;Box style={{ width: 354, height: 240, background: '#FFF4E6', borderRadius: 12, padding: '22px 24px', flexDirection: 'column', gap: 12, justifyContent: 'center' }}&gt;&#10;                &lt;Text style={{ fontSize: 60, fontWeight: 'bold', color: '#CB6B28', lineHeight: 1 }}&gt;3&lt;/Text&gt;&#10;                &lt;Text style={{ fontSize: 20, fontWeight: 'bold', color: '#20344B' }}&gt;说了什么 ≠ 发生了什么&lt;/Text&gt;&#10;                &lt;Text style={{ fontSize: 14, color: '#546779', lineHeight: 1.6 }}&gt;输入、工具证据、提交动作，三层连起来看。&lt;/Text&gt;&#10;            &lt;/Box&gt;&#10;&#10;        &lt;/Box&gt;&#10;&#10;        &lt;Box style={{ flexDirection: 'row', alignItems: 'center', gap: 12, marginTop: 6 }}&gt;&#10;            &lt;Box style={{ width: 48, height: 4, background: '#276FBF' }} /&gt;&#10;            &lt;Text style={{ fontSize: 15, color: '#546779' }}&gt;下一节：3.5 感知、导航与动作&lt;/Text&gt;&#10;        &lt;/Box&gt;&#10;&#10;    &lt;/Box&gt;&#10;&#10;    &lt;Box style={{ height: 40, flexDirection: 'row', justifyContent: 'space-between', alignItems: 'center' }}&gt;&#10;        &lt;Text style={{ fontSize: 14, color: '#546779' }}&gt;3.4 Brain 与 Skill&lt;/Text&gt;&#10;        &lt;Text style={{ fontSize: 14, color: '#546779' }}&gt;22 / 2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09600" y="1562100"/>
            <a:ext cx="109728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2571750"/>
            <a:ext cx="3371850" cy="2286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38200" y="2886075"/>
            <a:ext cx="29146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38200" y="3686175"/>
            <a:ext cx="2914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它是什么类型、在哪里使用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38200" y="4029075"/>
            <a:ext cx="2914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类型与位置是两个维度；依赖是可调用关系，不是固定顺序。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4400550" y="2571750"/>
            <a:ext cx="3371850" cy="2286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629150" y="2886075"/>
            <a:ext cx="29146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629150" y="3686175"/>
            <a:ext cx="2914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条件与证据写进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4629150" y="4029075"/>
            <a:ext cx="2914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后本轮结束，结果仍须整步提交核验。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191500" y="2571750"/>
            <a:ext cx="3371850" cy="2286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420100" y="3019425"/>
            <a:ext cx="29146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CB6B2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420100" y="3819525"/>
            <a:ext cx="2914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说了什么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发生了什么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420100" y="4162425"/>
            <a:ext cx="2914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输入、工具证据、提交动作，三层连起来看。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5248275"/>
            <a:ext cx="4572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81100" y="51816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感知、导航与动作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2026-09-29T08:26:58Z</dcterms:created>
  <dcterms:modified xsi:type="dcterms:W3CDTF">2026-09-29T08:26:58Z</dcterms:modified>
</cp:coreProperties>
</file>