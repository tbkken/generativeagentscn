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27" Type="http://schemas.openxmlformats.org/officeDocument/2006/relationships/viewProps" Target="view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8" Type="http://schemas.openxmlformats.org/officeDocument/2006/relationships/slide" Target="slides/slide8.xml" /><Relationship Id="rId26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我们从一句看起来很简单的话开始：走到公告栏前查看通知。这句话在仿真里其实是三个问题：角色是否知道公告栏在哪里；能否沿着可走路线接近它；到达之后究竟做了什么。</a:t>
            </a:r>
          </a:p>
          <a:p>
            <a:r>
              <a:rPr lang="zh-CN" dirty="0"/>
              <a:t>这一节就把三个问题拆开讲。这块示意平面图就是青禾学习中心的场地：阅读区、公告栏、服务台由通道连着，人物各有各的位置，谁站在哪一格是明确的。</a:t>
            </a:r>
          </a:p>
          <a:p>
            <a:r>
              <a:rPr lang="zh-CN" dirty="0"/>
              <a:t>要提醒的是，图上的房间块和坐标都是教学示意，用来保留空间关系，不是系统截图。</a:t>
            </a:r>
          </a:p>
          <a:p>
            <a:r>
              <a:rPr lang="zh-CN" dirty="0"/>
              <a:t>学完这一节，判断人物有没有抵达，就不能只看台词，要看感知、导航和提交记录这三类事实。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这一节要看清五件事，正好对应五个小节。</a:t>
            </a:r>
          </a:p>
          <a:p>
            <a:r>
              <a:rPr lang="zh-CN" dirty="0"/>
              <a:t>第一，感知返回的是有范围的事实，看得见多少由视野和带宽说了算。第二，导航是一次查询，不是移动本身，查询给出路线但不改坐标。第三，内核按移动预算决定走了多远，一轮走多少格是算出来的。第四，六种动作原语各有含义，谁能做哪件事由身份决定。第五，从配置页面一路检查到结构化事实，用证据判断而不是用感觉判断。</a:t>
            </a:r>
          </a:p>
          <a:p>
            <a:r>
              <a:rPr lang="zh-CN" dirty="0"/>
              <a:t>五个问题环环相扣：不知道位置就没法导航，不导航就谈不上动作，不查事实就不知道动作有没有真的发生。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先进入第一块：感知。</a:t>
            </a:r>
          </a:p>
          <a:p>
            <a:r>
              <a:rPr lang="zh-CN" dirty="0"/>
              <a:t>人物每次能知道什么，不是无限的。调用 world-perceive 的时候，返回的是一份有范围、有筛选的事实清单：空间范围由视野决定，候选数量由注意力带宽限制。</a:t>
            </a:r>
          </a:p>
          <a:p>
            <a:r>
              <a:rPr lang="zh-CN" dirty="0"/>
              <a:t>这一块要建立两个直觉：一，站得远的东西根本不会出现在返回里；二，站得近也不保证全部出现。</a:t>
            </a:r>
          </a:p>
          <a:p>
            <a:r>
              <a:rPr lang="zh-CN" dirty="0"/>
              <a:t>把这两个边界记住，后面判断谁知道什么、谁后知道什么，就不会出错了。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视野是一个硬上限。Agent 调用 world-perceive 的时候，可以不传参数，也可以主动请求一个较小的 radius_tiles，把请求范围缩小，省下注意力带宽。</a:t>
            </a:r>
          </a:p>
          <a:p>
            <a:r>
              <a:rPr lang="zh-CN" dirty="0"/>
              <a:t>但请求只能更小，不能更大：运行时用的是人物配置的视野。把请求数字写得再大，生效范围也不会越过外圈。</a:t>
            </a:r>
          </a:p>
          <a:p>
            <a:r>
              <a:rPr lang="zh-CN" dirty="0"/>
              <a:t>返回值里给了三个字段可以核对：requested_radius_tiles 是请求的数字，radius_tiles 是实际生效范围，vision_radius_tiles 是视野上限。三个数字对一遍，就能确认请求有没有被截住。</a:t>
            </a:r>
          </a:p>
          <a:p>
            <a:r>
              <a:rPr lang="zh-CN" dirty="0"/>
              <a:t>这份范围图是概念示意，保留的是请求半径与硬上限的几何关系，不代表一次真实的返回内容。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感知返回的主要部分有七项。</a:t>
            </a:r>
          </a:p>
          <a:p>
            <a:r>
              <a:rPr lang="zh-CN" dirty="0"/>
              <a:t>current_location 给出当前坐标、地址和位置锚点；spatial_nodes 是范围内的四层空间语义；nearby_agents 是附近角色的身份、位置与活动；game_objects 给对象的地址、公开状态和当前交互项；events 是范围内可观察的事件；active_conversations 是属于该参与者的活动会话；attention 汇总各类候选数量、带宽以及有没有发生截断。</a:t>
            </a:r>
          </a:p>
          <a:p>
            <a:r>
              <a:rPr lang="zh-CN" dirty="0"/>
              <a:t>前三项回答我在哪、周围有什么结构；中间三项回答谁在附近、发生了什么；最后一项提醒返回被裁过多少。</a:t>
            </a:r>
          </a:p>
          <a:p>
            <a:r>
              <a:rPr lang="zh-CN" dirty="0"/>
              <a:t>读返回的时候按这个顺序扫一遍，就不容易漏掉关键信息。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带宽限制的是候选数量，而且是分类限制，不是限制整个 JSON 的总行数。</a:t>
            </a:r>
          </a:p>
          <a:p>
            <a:r>
              <a:rPr lang="zh-CN" dirty="0"/>
              <a:t>附近空间、附近角色、对象、事件四类候选，各自有各自的带宽。当前位置的层级锚点需要保留，不会被候选挤掉。</a:t>
            </a:r>
          </a:p>
          <a:p>
            <a:r>
              <a:rPr lang="zh-CN" dirty="0"/>
              <a:t>所以看到返回节点数超过某一个带宽值，不能直接说限制无效，要分别对照 nearby_space_candidates、nearby_agent_candidates、game_object_candidates 和 event_candidates 这四个数。</a:t>
            </a:r>
          </a:p>
          <a:p>
            <a:r>
              <a:rPr lang="zh-CN" dirty="0"/>
              <a:t>还有一点要记住：在范围内不等于出现在返回中。范围决定谁有资格被看见，带宽决定谁真的被列出来。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陈晨的例子把感知边界讲得最清楚。他路过公告栏，看到外观状态变了——贴了新通知的样子。这时候他能确认的只有一件事：这个对象的公开状态已经变化。</a:t>
            </a:r>
          </a:p>
          <a:p>
            <a:r>
              <a:rPr lang="zh-CN" dirty="0"/>
              <a:t>公告栏绑定了 Skill，通知正文属于内部字段，不会因为他站得近就自动进入感知。要想知道具体改了什么，必须发起一次真实的查询。</a:t>
            </a:r>
          </a:p>
          <a:p>
            <a:r>
              <a:rPr lang="zh-CN" dirty="0"/>
              <a:t>这个限制看起来是麻烦，其实是情节的基础：有人先知道、有人后知道，信息差才有意义。如果站得近就什么都知道，公告、对话这些渠道就全白设计了。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第二块：导航。</a:t>
            </a:r>
          </a:p>
          <a:p>
            <a:r>
              <a:rPr lang="zh-CN" dirty="0"/>
              <a:t>很多实现把导航直接当成移动，查询完就改坐标。这里的 world-navigate 是一次查询：告诉你可以走哪条路、有多远，但人物的坐标一点没变。</a:t>
            </a:r>
          </a:p>
          <a:p>
            <a:r>
              <a:rPr lang="zh-CN" dirty="0"/>
              <a:t>记住这条分界线：查询不修改坐标，也不消耗本轮唯一的世界动作。真正移动要靠后面提交 MOVE。</a:t>
            </a:r>
          </a:p>
          <a:p>
            <a:r>
              <a:rPr lang="zh-CN" dirty="0"/>
              <a:t>把查询和移动分开，行为才可审计，也才能解释为什么人物“打算去”和“已经到了”是两回事。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导航接受两种目标，二选一，不能同时发。</a:t>
            </a:r>
          </a:p>
          <a:p>
            <a:r>
              <a:rPr lang="zh-CN" dirty="0"/>
              <a:t>第一种是 target_coord，一个可见范围内的坐标，比如公告栏旁边的某一格。第二种是 target_address，用三层或四层地址指定目标，比如中心、阅读区、公告栏这样的层级组合，前提是这个地址在当前已感知或系统已知的空间上下文里。</a:t>
            </a:r>
          </a:p>
          <a:p>
            <a:r>
              <a:rPr lang="zh-CN" dirty="0"/>
              <a:t>最容易犯的错是拼地址：把“那边的教室”这种自然语言说法直接拼成一条路径。地址的每一层都必须来自实际材料或工具结果，自创的路径过不了校验。</a:t>
            </a:r>
          </a:p>
          <a:p>
            <a:r>
              <a:rPr lang="zh-CN" dirty="0"/>
              <a:t>选哪种参数，取决于手头证据是坐标还是地址，而不是哪个写着方便。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查询的返回字段不多，但每个都容易被读错。</a:t>
            </a:r>
          </a:p>
          <a:p>
            <a:r>
              <a:rPr lang="zh-CN" dirty="0"/>
              <a:t>reachable 为 true，只说明存在一条可走路线；distance_tiles 是这条路线的格数；next_coord 只是路径的第一格，不是最终目的地；movement_required 为 false，表示人物已经处在目标范围内，不需要移动。</a:t>
            </a:r>
          </a:p>
          <a:p>
            <a:r>
              <a:rPr lang="zh-CN" dirty="0"/>
              <a:t>最容易忽略的是性质：这是一次查询。它不修改坐标，也不消耗本轮唯一的世界动作。查询完人物还站在原地，真正动起来要等 MOVE 提交成功。</a:t>
            </a:r>
          </a:p>
          <a:p>
            <a:r>
              <a:rPr lang="zh-CN" dirty="0"/>
              <a:t>把这几个字段的语义记准，后面核对轨迹时就不会把查询当移动。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两个常见错误都出在 next_coord 上。</a:t>
            </a:r>
          </a:p>
          <a:p>
            <a:r>
              <a:rPr lang="zh-CN" dirty="0"/>
              <a:t>第一个错误，把它当成最终目的地。周宁查询到通往服务台的路径，返回的 next_coord 只是路径第一格。如果每次 MOVE 都只冲着这一格去，每次请求都只打算移动到相邻一格，路线永远走不完。正确做法是后续 MOVE 保留原来的完整目标。</a:t>
            </a:r>
          </a:p>
          <a:p>
            <a:r>
              <a:rPr lang="zh-CN" dirty="0"/>
              <a:t>第二个错误更直接：把路线终点写进当前坐标，以为这样人物就到了。不会的，坐标不会被文字改写，角色不会瞬移。</a:t>
            </a:r>
          </a:p>
          <a:p>
            <a:r>
              <a:rPr lang="zh-CN" dirty="0"/>
              <a:t>还有一个实现细节要记住：地址合法性检查用的是已知空间树、当前位置和实际感知。一条自然语言便签写着某个地址，不等于这个地址进入了可导航范围。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第三块：移动本身。</a:t>
            </a:r>
          </a:p>
          <a:p>
            <a:r>
              <a:rPr lang="zh-CN" dirty="0"/>
              <a:t>Brain 选了 MOVE 之后，人物走多远不是模型说了算，是内核按移动预算算出来的。预算由步长和 movement_tiles_per_minute 相乘得到，至少为一格。</a:t>
            </a:r>
          </a:p>
          <a:p>
            <a:r>
              <a:rPr lang="zh-CN" dirty="0"/>
              <a:t>这一块要建立的概念是：路线是一条链，预算是一把尺。链有多长是查询的结果，一轮切几格是预算的结果。两个数字对不上，人物就会停在半路——这不是故障，是算法本来的样子。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看这条人工构造的五格路径。顺着实线从起点 0 读到 4：首次 MOVE 最多走四格，因为当前预算就是四格。指向目标 5 的那段是未完成语义——还剩一格没走完，要等下一轮。</a:t>
            </a:r>
          </a:p>
          <a:p>
            <a:r>
              <a:rPr lang="zh-CN" dirty="0"/>
              <a:t>预算怎么来的？步长乘以 movement_tiles_per_minute，至少为一格。ga-cn-v1 的说明是每分钟四格。当前页面没有供这个案例直接修改移动速度的选项，这个算例用来解释算法，不是青禾案例的实测轨迹。</a:t>
            </a:r>
          </a:p>
          <a:p>
            <a:r>
              <a:rPr lang="zh-CN" dirty="0"/>
              <a:t>还要提醒：格子里的数字是路径位置示意，不是 Step 编号。静态格子只是保留邻接关系，读轨迹时以提交记录里的实际路径为准。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MOVE 提交成功之后，世界提交会记录三样东西：真实起终点、实际执行路径、剩余路径。</a:t>
            </a:r>
          </a:p>
          <a:p>
            <a:r>
              <a:rPr lang="zh-CN" dirty="0"/>
              <a:t>下一轮 Brain 要依据当前坐标和地址继续判断。注意措辞：依据坐标和地址，不是依据人物自己的台词。人物说“我已经到了”，不能替代这些字段；只有实际抵达对应场所，才进行现场活动或进入交互距离。</a:t>
            </a:r>
          </a:p>
          <a:p>
            <a:r>
              <a:rPr lang="zh-CN" dirty="0"/>
              <a:t>这句话在排查时特别有用：怀疑人物没到位，先查提交记录里的终点坐标和剩余路径，再决定要不要继续追问。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终点判定还有两个容易吵起来的地方。</a:t>
            </a:r>
          </a:p>
          <a:p>
            <a:r>
              <a:rPr lang="zh-CN" dirty="0"/>
              <a:t>第一，同一个三层区域或四层对象地址，可能覆盖多个可走格，导航可以选择其中任何一个合法终点。你预想人物站在对象左侧，运行时停在另一处可走位置，并不必然是导航错误。要检查的是实际终点是否满足地址、碰撞和交互距离这三条，再下结论。</a:t>
            </a:r>
          </a:p>
          <a:p>
            <a:r>
              <a:rPr lang="zh-CN" dirty="0"/>
              <a:t>第二，尺度要分清：三十二像素的 Tile 是画面尺度，不自动表示三十二米；“每分钟四格”描述的是本实验离散空间中的移动预算。</a:t>
            </a:r>
          </a:p>
          <a:p>
            <a:r>
              <a:rPr lang="zh-CN" dirty="0"/>
              <a:t>如果研究目标涉及行走速度，需要另行定义空间标尺与实验假设，不能从图片尺寸反推人物的现实速度。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第四块：动作。</a:t>
            </a:r>
          </a:p>
          <a:p>
            <a:r>
              <a:rPr lang="zh-CN" dirty="0"/>
              <a:t>世界动作统一通过 world-act 提交，每名参与者每个 Step 最多成功选择一次。这句话有两层：一是所有人共用一个入口，二是选择成功的窗口每轮只有一次。</a:t>
            </a:r>
          </a:p>
          <a:p>
            <a:r>
              <a:rPr lang="zh-CN" dirty="0"/>
              <a:t>可用原语不表示任何参数或目标都能通过校验。身份不对、目标不对、参数不对，都会被拦下来。</a:t>
            </a:r>
          </a:p>
          <a:p>
            <a:r>
              <a:rPr lang="zh-CN" dirty="0"/>
              <a:t>这一块的核心问题是：谁有权做哪件事，以及“接受选择”和“形成事实”为什么是两个阶段。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按当前能力合同整理动作的归属。先看身份：林岚所在的 Agent 框里，可用原语是 MOVE、ACT、WAIT、SPEAK、INTERACT，没有 SET_OBJECT_STATE。公告栏自己的框里才有 ACT、WAIT 和 SET_OBJECT_STATE，同次动作还可带 responses，但只能引用真实待处理请求 ID。</a:t>
            </a:r>
          </a:p>
          <a:p>
            <a:r>
              <a:rPr lang="zh-CN" dirty="0"/>
              <a:t>两条路线都要经过 world-act 校验：当前身份、目标、参数。校验过后，每位参与者每个 Step 最多成功接受一次动作选择，随后由世界提交形成事实。</a:t>
            </a:r>
          </a:p>
          <a:p>
            <a:r>
              <a:rPr lang="zh-CN" dirty="0"/>
              <a:t>接受选择和形成事实是两个阶段，中间还有权限边界：Agent 不能代改对象状态，对象只能改自身状态。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六种原语逐个过。</a:t>
            </a:r>
          </a:p>
          <a:p>
            <a:r>
              <a:rPr lang="zh-CN" dirty="0"/>
              <a:t>MOVE 走向服务台或阅读区，要核对执行路径、实际终点、剩余路径。ACT 在当前位置阅读、整理资料，要核对非空的 predicate 和 object，以及当前位置。WAIT 用于等待答复或已知时间边界，要核对等待原因与适当的预期边界。SPEAK 向一名角色传达消息，要核对参与者、消息与稳定会话身份。INTERACT 查询公告或向服务台咨询，要核对实际 selection_key、请求及后续回复。SET_OBJECT_STATE 修改对象自身状态，要核对对象身份、状态补丁与提交事实。</a:t>
            </a:r>
          </a:p>
          <a:p>
            <a:r>
              <a:rPr lang="zh-CN" dirty="0"/>
              <a:t>每一行的核对项就是排查清单，缺一项就不能说动作成立了。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几个原语的语义再明确一下。</a:t>
            </a:r>
          </a:p>
          <a:p>
            <a:r>
              <a:rPr lang="zh-CN" dirty="0"/>
              <a:t>ACT 是当前位置上的活动。抵达阅读区后提交 predicate 为阅读、object 为开放日介绍资料就够了，不需要内核新增业务编码；target 参数须与当前事实一致，它不能顺带移动。</a:t>
            </a:r>
          </a:p>
          <a:p>
            <a:r>
              <a:rPr lang="zh-CN" dirty="0"/>
              <a:t>WAIT 用于确实没有立即继续的条件，如等待已发出的对象请求获得回复；不能为了省事把所有活动都写成等待。MOVE 的可选 predicate 表达“快步行走”这样的移动活动，不写“已经抵达服务台”，实际地址由内核确定。</a:t>
            </a:r>
          </a:p>
          <a:p>
            <a:r>
              <a:rPr lang="zh-CN" dirty="0"/>
              <a:t>权限边界看公告栏：林岚不能以 Agent 身份直接改对象状态，必须 INTERACT 提出请求，由公告栏在自己轮次决定并提交，对象因此有独立行为，请求链可审核。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第五块：取证。</a:t>
            </a:r>
          </a:p>
          <a:p>
            <a:r>
              <a:rPr lang="zh-CN" dirty="0"/>
              <a:t>前面的机制都讲了，怎么确认它们真的按说的那样运转？答案分两层：页面上的检查，和页面下的证据。</a:t>
            </a:r>
          </a:p>
          <a:p>
            <a:r>
              <a:rPr lang="zh-CN" dirty="0"/>
              <a:t>配置阶段有预检，运行之后有回放和 Agent 检查器，但这些只是入口。真正下结论，要落到调用记录和结构化事实：请求发没发出、返回了什么、走了哪些格。</a:t>
            </a:r>
          </a:p>
          <a:p>
            <a:r>
              <a:rPr lang="zh-CN" dirty="0"/>
              <a:t>这一块的主线是：从页面一路检查到事实，证据足够才说抵达。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检查分两段。</a:t>
            </a:r>
          </a:p>
          <a:p>
            <a:r>
              <a:rPr lang="zh-CN" dirty="0"/>
              <a:t>配置阶段先查看人物的感知参数，再到地图中核对语义范围、碰撞、出生点以及对象交互距离。保存之后重新打开，确认页面保留的是实际值——这步别省。但要记住：预检通过只表示静态合同满足要求，不代表角色已经走过路线。</a:t>
            </a:r>
          </a:p>
          <a:p>
            <a:r>
              <a:rPr lang="zh-CN" dirty="0"/>
              <a:t>运行之后，在回放中选择人物和相应时间位置，查看 Agent 检查器的位置、动作以及当前窗口事件。需要确认边界时，继续查看对应的调用记录和结构化事实：一次感知请求有没有真的发出，返回了哪些候选，导航查询指向什么，MOVE 最终走了哪些格。</a:t>
            </a:r>
          </a:p>
          <a:p>
            <a:r>
              <a:rPr lang="zh-CN" dirty="0"/>
              <a:t>页面标签只是入口，结论要落在调用记录上。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本案例要求保留失败信息，因为失败本身就是证据。</a:t>
            </a:r>
          </a:p>
          <a:p>
            <a:r>
              <a:rPr lang="zh-CN" dirty="0"/>
              <a:t>第一类：目标不可达，工具返回 reachable 为 false 和 BLOCKED_OR_DISCONNECTED。这说明的是路线条件——路断了或者不连通。</a:t>
            </a:r>
          </a:p>
          <a:p>
            <a:r>
              <a:rPr lang="zh-CN" dirty="0"/>
              <a:t>第二类：地址从未被感知、或不在已知空间中，请求可能直接被拒绝。这说明的是知识或参数边界——人物根本没资格发起这个查询。</a:t>
            </a:r>
          </a:p>
          <a:p>
            <a:r>
              <a:rPr lang="zh-CN" dirty="0"/>
              <a:t>两类失败不能一律归为系统故障。Brain 应该利用错误缩小问题范围，选择有依据的下一步，而不是扩大视野数字，或者猜一个门洞绕过限制。</a:t>
            </a:r>
          </a:p>
          <a:p>
            <a:r>
              <a:rPr lang="zh-CN" dirty="0"/>
              <a:t>错误信息读对了，排查就少走一半弯路。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收个尾，回到开场那三个问题。</a:t>
            </a:r>
          </a:p>
          <a:p>
            <a:r>
              <a:rPr lang="zh-CN" dirty="0"/>
              <a:t>知道在哪里吗——感知有范围有带宽，站得近也未必知道改了什么。走得通吗——导航是查询，reachable 只说明路线存在，坐标要靠 MOVE 提交才变。真的做了吗——提交记录里的起终点、执行路径和剩余路径才是证据，台词不算。</a:t>
            </a:r>
          </a:p>
          <a:p>
            <a:r>
              <a:rPr lang="zh-CN" dirty="0"/>
              <a:t>留一个取证练习：任选一段实际轨迹，对照目标地址、查询距离、移动预算、执行路径和最终坐标，说明人物是否抵达；再把动作文字遮住，只用结构化事实作判断。仍能得出同样结论，说明证据足够；只能靠“正在前往”四个字判断完成，就需要重新取证。</a:t>
            </a:r>
          </a:p>
          <a:p>
            <a:r>
              <a:rPr lang="zh-CN" dirty="0"/>
              <a:t>下一节讲记忆与跨步进度，打算、待确认和完成将在那里分清。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一句看起来很简单的话开始：走到公告栏前查看通知。这句话在仿真里其实是三个问题：角色是否知道公告栏在哪里；能否沿着可走路线接近它；到达之后究竟做了什么。&#10;&#10;这一节就把三个问题拆开讲。这块示意平面图就是青禾学习中心的场地：阅读区、公告栏、服务台由通道连着，人物各有各的位置，谁站在哪一格是明确的。&#10;&#10;要提醒的是，图上的房间块和坐标都是教学示意，用来保留空间关系，不是系统截图。&#10;&#10;学完这一节，判断人物有没有抵达，就不能只看台词，要看感知、导航和提交记录这三类事实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5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感知、导航与动作&lt;/Text&gt;&#10;            &lt;Text style={{ fontSize: 24, fontWeight: 'bold', color: '#26816B' }}&gt;让语言落在真实空间里&lt;/Text&gt;&#10;            &lt;Box style={{ width: 72, height: 4, background: '#276FBF' }} /&gt;&#10;            &lt;Text style={{ fontSize: 17, color: '#546779', lineHeight: 1.7, width: 560 }}&gt;“走到公告栏前查看通知”是一句话，在仿真中是三个问题：知道在哪里、走得通、做了什么。本节把感知、导航与动作拆开，避免人物在文字里已经抵达、画面上仍停在原地。&lt;/Text&gt;&#10;            &lt;Box style={{ flexDirection: 'row', gap: 12, marginTop: 4 }}&gt;&#10;                &lt;Box style={{ width: 116, height: 42, background: '#EDF4FC', borderRadius: 8, justifyContent: 'center', alignItems: 'center' }}&gt;&#10;                    &lt;Text style={{ fontSize: 15, color: '#276FBF' }}&gt;感知范围&lt;/Text&gt;&#10;                &lt;/Box&gt;&#10;                &lt;Box style={{ width: 116, height: 42, background: '#EDF4FC', borderRadius: 8, justifyContent: 'center', alignItems: 'center' }}&gt;&#10;                    &lt;Text style={{ fontSize: 15, color: '#276FBF' }}&gt;导航查询&lt;/Text&gt;&#10;                &lt;/Box&gt;&#10;                &lt;Box style={{ width: 116, height: 42, background: '#ECF7F2', borderRadius: 8, justifyContent: 'center', alignItems: 'center' }}&gt;&#10;                    &lt;Text style={{ fontSize: 15, color: '#26816B' }}&gt;动作提交&lt;/Text&gt;&#10;                &lt;/Box&gt;&#10;                &lt;Box style={{ width: 116, height: 42, background: '#FFF4E6', borderRadius: 8, justifyContent: 'center', alignItems: 'center' }}&gt;&#10;                    &lt;Text style={{ fontSize: 15, color: '#CB6B28' }}&gt;事实取证&lt;/Text&gt;&#10;                &lt;/Box&gt;&#10;            &lt;/Box&gt;&#10;        &lt;/Box&gt;&#10;&#10;        &lt;Box style={{ width: 560, flexDirection: 'column', justifyContent: 'center', gap: 16 }}&gt;&#10;&#10;            &lt;Box style={{ width: 560, height: 340, background: '#F7F3E8', borderRadius: 12, padding: '16px 18px', flexDirection: 'column', gap: 10 }}&gt;&#10;                &lt;Text style={{ fontSize: 13, color: '#546779' }}&gt;青禾社区学习中心 · 32×24 格空间（示意）&lt;/Text&gt;&#10;                &lt;Box style={{ height: 122, flexDirection: 'row', justifyContent: 'space-between' }}&gt;&#10;                    &lt;Box style={{ width: 170, height: 122, background: '#EDF4FC', borderRadius: 8, flexDirection: 'column', justifyContent: 'center', alignItems: 'center', gap: 6 }}&gt;&#10;                        &lt;Text style={{ fontSize: 17, fontWeight: 'bold', color: '#276FBF' }}&gt;阅读区&lt;/Text&gt;&#10;                        &lt;Text style={{ fontSize: 12, color: '#546779' }}&gt;坐标 (6, 5)&lt;/Text&gt;&#10;                    &lt;/Box&gt;&#10;                    &lt;Box style={{ width: 110, height: 122, background: '#FFF4E6', borderRadius: 8, flexDirection: 'column', justifyContent: 'center', alignItems: 'center', gap: 6 }}&gt;&#10;                        &lt;Text style={{ fontSize: 17, fontWeight: 'bold', color: '#CB6B28' }}&gt;公告栏&lt;/Text&gt;&#10;                        &lt;Text style={{ fontSize: 12, color: '#546779' }}&gt;绑定 Skill&lt;/Text&gt;&#10;                    &lt;/Box&gt;&#10;                    &lt;Box style={{ width: 170, height: 122, background: '#ECF7F2', borderRadius: 8, flexDirection: 'column', justifyContent: 'center', alignItems: 'center', gap: 6 }}&gt;&#10;                        &lt;Text style={{ fontSize: 17, fontWeight: 'bold', color: '#26816B' }}&gt;服务台&lt;/Text&gt;&#10;                        &lt;Text style={{ fontSize: 12, color: '#546779' }}&gt;坐标 (16, 5)&lt;/Text&gt;&#10;                    &lt;/Box&gt;&#10;                &lt;/Box&gt;&#10;                &lt;Box style={{ height: 44, flexDirection: 'row', alignItems: 'center', gap: 10 }}&gt;&#10;                    &lt;Box style={{ flex: 1, height: 1, background: '#B5C7D8' }} /&gt;&#10;                    &lt;Text style={{ fontSize: 12, color: '#546779' }}&gt;通道 · 可走格&lt;/Text&gt;&#10;                    &lt;Box style={{ flex: 1, height: 1, background: '#B5C7D8' }} /&gt;&#10;                &lt;/Box&gt;&#10;                &lt;Box style={{ height: 60, flexDirection: 'row', alignItems: 'center', gap: 16 }}&gt;&#10;                    &lt;Box style={{ flexDirection: 'row', alignItems: 'center', gap: 8 }}&gt;&#10;                        &lt;Box style={{ width: 14, height: 14, background: '#276FBF', borderRadius: 3 }} /&gt;&#10;                        &lt;Text style={{ fontSize: 13, color: '#20344B' }}&gt;陈晨 (6, 8)&lt;/Text&gt;&#10;                    &lt;/Box&gt;&#10;                    &lt;Box style={{ flexDirection: 'row', alignItems: 'center', gap: 8 }}&gt;&#10;                        &lt;Box style={{ width: 14, height: 14, background: '#26816B', borderRadius: 3 }} /&gt;&#10;                        &lt;Text style={{ fontSize: 13, color: '#20344B' }}&gt;周宁 (10, 12)&lt;/Text&gt;&#10;                    &lt;/Box&gt;&#10;                    &lt;Box style={{ flex: 1 }} /&gt;&#10;                    &lt;Box style={{ width: 52, height: 26, background: '#CB6B28', borderRadius: 13, justifyContent: 'center', alignItems: 'center' }}&gt;&#10;                        &lt;Text style={{ fontSize: 12, color: '#FFFFFF' }}&gt;示意&lt;/Text&gt;&#10;                    &lt;/Box&gt;&#10;                &lt;/Box&gt;&#10;            &lt;/Box&gt;&#10;&#10;            &lt;Box style={{ height: 64, flexDirection: 'row', gap: 10 }}&gt;&#10;                &lt;Box style={{ flex: 1, height: 64, background: '#FFF4E6', borderRadius: 8, justifyContent: 'center', alignItems: 'center' }}&gt;&#10;                    &lt;Text style={{ fontSize: 15, fontWeight: 'bold', color: '#CB6B28' }}&gt;知道在哪里吗&lt;/Text&gt;&#10;                &lt;/Box&gt;&#10;                &lt;Box style={{ flex: 1, height: 64, background: '#FFF4E6', borderRadius: 8, justifyContent: 'center', alignItems: 'center' }}&gt;&#10;                    &lt;Text style={{ fontSize: 15, fontWeight: 'bold', color: '#CB6B28' }}&gt;走得通吗&lt;/Text&gt;&#10;                &lt;/Box&gt;&#10;                &lt;Box style={{ flex: 1, height: 64, background: '#FFF4E6', borderRadius: 8, justifyContent: 'center', alignItems: 'center' }}&gt;&#10;                    &lt;Text style={{ fontSize: 15, fontWeight: 'bold', color: '#CB6B28' }}&gt;真的做了吗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3.5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0670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让语言落在真实空间里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476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648075"/>
            <a:ext cx="5334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“走到公告栏前查看通知”是一句话，在仿真中是三个问题：知道在哪里、走得通、做了什么。本节把感知、导航与动作拆开，避免人物在文字里已经抵达、画面上仍停在原地。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19650"/>
            <a:ext cx="11049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76300" y="4933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感知范围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828800" y="4819650"/>
            <a:ext cx="11049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095500" y="4933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导航查询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048000" y="4819650"/>
            <a:ext cx="11049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314700" y="4933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动作提交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267200" y="4819650"/>
            <a:ext cx="11049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33900" y="4933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事实取证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248400" y="1714500"/>
            <a:ext cx="5334000" cy="3238500"/>
          </a:xfrm>
          <a:prstGeom prst="roundRect">
            <a:avLst>
              <a:gd name="adj" fmla="val 352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19850" y="1866900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青禾社区学习中心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32×24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格空间（示意）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419850" y="2114550"/>
            <a:ext cx="1619250" cy="1162050"/>
          </a:xfrm>
          <a:prstGeom prst="roundRect">
            <a:avLst>
              <a:gd name="adj" fmla="val 65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991350" y="24955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阅读区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962775" y="2752725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坐标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(6, 5)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391525" y="2114550"/>
            <a:ext cx="1047750" cy="116205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677275" y="24955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677275" y="275272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绑定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9791700" y="2114550"/>
            <a:ext cx="1619250" cy="1162050"/>
          </a:xfrm>
          <a:prstGeom prst="roundRect">
            <a:avLst>
              <a:gd name="adj" fmla="val 65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363200" y="24955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296525" y="2752725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坐标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(16, 5)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419850" y="3581400"/>
            <a:ext cx="2066925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582025" y="3514725"/>
            <a:ext cx="666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通道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可走格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9344025" y="3581400"/>
            <a:ext cx="2066925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419850" y="41052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629400" y="4095750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(6, 8)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362825" y="41052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572375" y="409575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(10, 12)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10915650" y="4048125"/>
            <a:ext cx="495300" cy="2476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049000" y="41052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248400" y="51054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77025" y="53244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知道在哪里吗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058150" y="51054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629650" y="53244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走得通吗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9867900" y="5105400"/>
            <a:ext cx="1714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372725" y="53244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真的做了吗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7" name="" descr="&lt;Slide notes={`这一节要看清五件事，正好对应五个小节。&#10;&#10;第一，感知返回的是有范围的事实，看得见多少由视野和带宽说了算。第二，导航是一次查询，不是移动本身，查询给出路线但不改坐标。第三，内核按移动预算决定走了多远，一轮走多少格是算出来的。第四，六种动作原语各有含义，谁能做哪件事由身份决定。第五，从配置页面一路检查到结构化事实，用证据判断而不是用感觉判断。&#10;&#10;五个问题环环相扣：不知道位置就没法导航，不导航就谈不上动作，不查事实就不知道动作有没有真的发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　本节地图&lt;/Text&gt;&#10;            &lt;Text style={{ fontSize: 34, fontWeight: 'bold', color: '#20344B' }}&gt;要看清的五件事&lt;/Text&gt;&#10;        &lt;/Box&gt;&#10;    &lt;/Box&gt;&#10;&#10;    &lt;Box style={{ height: 540, flexDirection: 'row', gap: 24 }}&gt;&#10;&#10;        &lt;Box style={{ width: 340, flexDirection: 'column', justifyContent: 'center', gap: 14 }}&gt;&#10;            &lt;Text style={{ fontSize: 16, color: '#276FBF' }}&gt;一句话背后是三个问题&lt;/Text&gt;&#10;            &lt;Text style={{ fontSize: 22, fontWeight: 'bold', color: '#20344B', lineHeight: 1.4 }}&gt;语言要落进空间，&lt;br/&gt;每个环节都要留下&lt;br/&gt;可检查的事实。&lt;/Text&gt;&#10;            &lt;Box style={{ width: 60, height: 4, background: '#276FBF' }} /&gt;&#10;            &lt;Text style={{ fontSize: 15, color: '#546779', lineHeight: 1.6 }}&gt;五个小节从感知讲到取证，编号与后面的扉页一一对应。&lt;/Text&gt;&#10;        &lt;/Box&gt;&#10;&#10;        &lt;Box style={{ width: 788, background: '#F4F7FA', borderRadius: 10, padding: '14px 16px', flexDirection: 'column', justifyContent: 'center', gap: 8 }}&gt;&#10;&#10;            &lt;Box style={{ height: 96, background: '#FFFFFF', borderRadius: 8, flexDirection: 'row', alignItems: 'center', gap: 14, padding: '0 16px' }}&gt;&#10;                &lt;Box style={{ width: 56, height: 56, background: '#276FBF', borderRadius: 8, justifyContent: 'center', alignItems: 'center' }}&gt;&#10;                    &lt;Text style={{ fontSize: 22, fontWeight: 'bold', color: '#FFFFFF' }}&gt;1&lt;/Text&gt;&#10;                &lt;/Box&gt;&#10;                &lt;Box style={{ flex: 1, flexDirection: 'column', gap: 3 }}&gt;&#10;                    &lt;Text style={{ fontSize: 17, fontWeight: 'bold', color: '#20344B' }}&gt;感知返回有范围的事实&lt;/Text&gt;&#10;                    &lt;Text style={{ fontSize: 13, color: '#546779' }}&gt;视野是硬上限，注意力带宽分类限制候选输出&lt;/Text&gt;&#10;                &lt;/Box&gt;&#10;            &lt;/Box&gt;&#10;&#10;            &lt;Box style={{ height: 96, background: '#FFFFFF', borderRadius: 8, flexDirection: 'row', alignItems: 'center', gap: 14, padding: '0 16px' }}&gt;&#10;                &lt;Box style={{ width: 56, height: 56, background: '#276FBF', borderRadius: 8, justifyContent: 'center', alignItems: 'center' }}&gt;&#10;                    &lt;Text style={{ fontSize: 22, fontWeight: 'bold', color: '#FFFFFF' }}&gt;2&lt;/Text&gt;&#10;                &lt;/Box&gt;&#10;                &lt;Box style={{ flex: 1, flexDirection: 'column', gap: 3 }}&gt;&#10;                    &lt;Text style={{ fontSize: 17, fontWeight: 'bold', color: '#20344B' }}&gt;导航是查询，不是移动&lt;/Text&gt;&#10;                    &lt;Text style={{ fontSize: 13, color: '#546779' }}&gt;reachable 只说明存在可走路线，查询不改坐标&lt;/Text&gt;&#10;                &lt;/Box&gt;&#10;            &lt;/Box&gt;&#10;&#10;            &lt;Box style={{ height: 96, background: '#FFFFFF', borderRadius: 8, flexDirection: 'row', alignItems: 'center', gap: 14, padding: '0 16px' }}&gt;&#10;                &lt;Box style={{ width: 56, height: 56, background: '#276FBF', borderRadius: 8, justifyContent: 'center', alignItems: 'center' }}&gt;&#10;                    &lt;Text style={{ fontSize: 22, fontWeight: 'bold', color: '#FFFFFF' }}&gt;3&lt;/Text&gt;&#10;                &lt;/Box&gt;&#10;                &lt;Box style={{ flex: 1, flexDirection: 'column', gap: 3 }}&gt;&#10;                    &lt;Text style={{ fontSize: 17, fontWeight: 'bold', color: '#20344B' }}&gt;内核怎样决定走了多远&lt;/Text&gt;&#10;                    &lt;Text style={{ fontSize: 13, color: '#546779' }}&gt;预算 = 步长 × movement_tiles_per_minute，至少一格&lt;/Text&gt;&#10;                &lt;/Box&gt;&#10;            &lt;/Box&gt;&#10;&#10;            &lt;Box style={{ height: 96, background: '#FFFFFF', borderRadius: 8, flexDirection: 'row', alignItems: 'center', gap: 14, padding: '0 16px' }}&gt;&#10;                &lt;Box style={{ width: 56, height: 56, background: '#26816B', borderRadius: 8, justifyContent: 'center', alignItems: 'center' }}&gt;&#10;                    &lt;Text style={{ fontSize: 22, fontWeight: 'bold', color: '#FFFFFF' }}&gt;4&lt;/Text&gt;&#10;                &lt;/Box&gt;&#10;                &lt;Box style={{ flex: 1, flexDirection: 'column', gap: 3 }}&gt;&#10;                    &lt;Text style={{ fontSize: 17, fontWeight: 'bold', color: '#20344B' }}&gt;六种动作分别表达什么&lt;/Text&gt;&#10;                    &lt;Text style={{ fontSize: 13, color: '#546779' }}&gt;身份决定可用原语，校验、接受与提交是不同阶段&lt;/Text&gt;&#10;                &lt;/Box&gt;&#10;            &lt;/Box&gt;&#10;&#10;            &lt;Box style={{ height: 96, background: '#FFFFFF', borderRadius: 8, flexDirection: 'row', alignItems: 'center', gap: 14, padding: '0 16px' }}&gt;&#10;                &lt;Box style={{ width: 56, height: 56, background: '#26816B', borderRadius: 8, justifyContent: 'center', alignItems: 'center' }}&gt;&#10;                    &lt;Text style={{ fontSize: 22, fontWeight: 'bold', color: '#FFFFFF' }}&gt;5&lt;/Text&gt;&#10;                &lt;/Box&gt;&#10;                &lt;Box style={{ flex: 1, flexDirection: 'column', gap: 3 }}&gt;&#10;                    &lt;Text style={{ fontSize: 17, fontWeight: 'bold', color: '#20344B' }}&gt;从页面一路检查到事实&lt;/Text&gt;&#10;                    &lt;Text style={{ fontSize: 13, color: '#546779' }}&gt;配置预检、回放检查器、调用记录三道取证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要看清的五件事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一句话背后是三个问题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3238500" cy="1057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语言要落进空间，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每个环节都要留下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可检查的事实。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4114800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3238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五个小节从感知讲到取证，编号与后面的扉页一一对应。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076700" y="1143000"/>
            <a:ext cx="7505700" cy="5143500"/>
          </a:xfrm>
          <a:prstGeom prst="roundRect">
            <a:avLst>
              <a:gd name="adj" fmla="val 18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229100" y="1276350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4381500" y="14668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581525" y="16097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048250" y="1543050"/>
            <a:ext cx="622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感知返回有范围的事实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048250" y="1771650"/>
            <a:ext cx="622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视野是硬上限，注意力带宽分类限制候选输出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229100" y="2266950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381500" y="24574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81525" y="26003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048250" y="2533650"/>
            <a:ext cx="622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导航是查询，不是移动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048250" y="2762250"/>
            <a:ext cx="622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reachable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只说明存在可走路线，查询不改坐标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229100" y="3257550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4381500" y="34480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581525" y="35909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048250" y="3524250"/>
            <a:ext cx="622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内核怎样决定走了多远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048250" y="3752850"/>
            <a:ext cx="622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预算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步长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× movement_tiles_per_minute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，至少一格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229100" y="4248150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4381500" y="44386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581525" y="45815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048250" y="4514850"/>
            <a:ext cx="622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六种动作分别表达什么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048250" y="4743450"/>
            <a:ext cx="622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身份决定可用原语，校验、接受与提交是不同阶段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4229100" y="5238750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4381500" y="5429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581525" y="55721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048250" y="5505450"/>
            <a:ext cx="622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从页面一路检查到事实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048250" y="5734050"/>
            <a:ext cx="622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配置预检、回放检查器、调用记录三道取证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94" name="" descr="&lt;Slide notes={`先进入第一块：感知。&#10;&#10;人物每次能知道什么，不是无限的。调用 world-perceive 的时候，返回的是一份有范围、有筛选的事实清单：空间范围由视野决定，候选数量由注意力带宽限制。&#10;&#10;这一块要建立两个直觉：一，站得远的东西根本不会出现在返回里；二，站得近也不保证全部出现。&#10;&#10;把这两个边界记住，后面判断谁知道什么、谁后知道什么，就不会出错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5.1&lt;/Text&gt;&#10;&#10;        &lt;Text style={{ fontSize: 56, fontWeight: 'bold', color: '#20344B', lineHeight: 1.15 }}&gt;感知返回有范围的事实&lt;/Text&gt;&#10;&#10;        &lt;Box style={{ width: 72, height: 4, background: '#276FBF' }} /&gt;&#10;&#10;        &lt;Text style={{ fontSize: 18, color: '#546779', lineHeight: 1.7, width: 900 }}&gt;看得见多少，由视野和带宽说了算；站得近，也未必知道改了什么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视野范围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候选筛选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有范围的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3.5.1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感知返回有范围的事实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看得见多少，由视野和带宽说了算；站得近，也未必知道改了什么。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视野范围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候选筛选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有范围的事实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10" name="" descr="&lt;Slide notes={`视野是一个硬上限。Agent 调用 world-perceive 的时候，可以不传参数，也可以主动请求一个较小的 radius_tiles，把请求范围缩小，省下注意力带宽。&#10;&#10;但请求只能更小，不能更大：运行时用的是人物配置的视野。把请求数字写得再大，生效范围也不会越过外圈。&#10;&#10;返回值里给了三个字段可以核对：requested_radius_tiles 是请求的数字，radius_tiles 是实际生效范围，vision_radius_tiles 是视野上限。三个数字对一遍，就能确认请求有没有被截住。&#10;&#10;这份范围图是概念示意，保留的是请求半径与硬上限的几何关系，不代表一次真实的返回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1　感知返回有范围的事实&lt;/Text&gt;&#10;            &lt;Text style={{ fontSize: 34, fontWeight: 'bold', color: '#20344B' }}&gt;视野是硬上限，请求只能更小&lt;/Text&gt;&#10;        &lt;/Box&gt;&#10;    &lt;/Box&gt;&#10;&#10;    &lt;Box style={{ height: 540, flexDirection: 'row', alignItems: 'center', gap: 24 }}&gt;&#10;&#10;        &lt;Box style={{ width: 520, flexDirection: 'column', gap: 12, alignItems: 'center' }}&gt;&#10;&#10;            &lt;Box style={{ width: 440, height: 440, background: '#EDF4FC', borderRadius: 12, flexDirection: 'column', padding: '14px 18px' }}&gt;&#10;                &lt;Text style={{ fontSize: 14, fontWeight: 'bold', color: '#276FBF' }}&gt;视野硬上限　vision_radius_tiles&lt;/Text&gt;&#10;                &lt;Box style={{ flex: 1, justifyContent: 'center', alignItems: 'center' }}&gt;&#10;                    &lt;Box style={{ width: 260, height: 260, background: '#ECF7F2', borderRadius: 10, flexDirection: 'column', padding: '12px 14px' }}&gt;&#10;                        &lt;Text style={{ fontSize: 13, fontWeight: 'bold', color: '#26816B' }}&gt;生效范围 ≤ 硬上限&lt;/Text&gt;&#10;                        &lt;Box style={{ flex: 1, justifyContent: 'center', alignItems: 'center' }}&gt;&#10;                            &lt;Box style={{ width: 84, height: 84, background: '#276FBF', borderRadius: 8, justifyContent: 'center', alignItems: 'center' }}&gt;&#10;                                &lt;Text style={{ fontSize: 17, fontWeight: 'bold', color: '#FFFFFF' }}&gt;人物&lt;/Text&gt;&#10;                            &lt;/Box&gt;&#10;                        &lt;/Box&gt;&#10;                    &lt;/Box&gt;&#10;                &lt;/Box&gt;&#10;            &lt;/Box&gt;&#10;&#10;            &lt;Text style={{ fontSize: 13, color: '#546779', width: 520, textAlign: 'center' }}&gt;示意：范围与候选筛选的概念图，请求超限时生效范围仍不越过外圈&lt;/Text&gt;&#10;&#10;        &lt;/Box&gt;&#10;&#10;        &lt;Box style={{ width: 580, flexDirection: 'column', justifyContent: 'center', gap: 14 }}&gt;&#10;&#10;            &lt;Text style={{ fontSize: 17, color: '#546779', lineHeight: 1.7 }}&gt;Agent 调用 world-perceive 时可以不传参数，也可以请求一个较小的 radius_tiles；运行时始终以人物配置的视野作为硬上限。&lt;/Text&gt;&#10;&#10;            &lt;Box style={{ background: '#F4F7FA', borderRadius: 10, padding: '14px 18px', flexDirection: 'column', gap: 8 }}&gt;&#10;                &lt;Text style={{ fontSize: 15, fontWeight: 'bold', color: '#20344B' }}&gt;三个半径字段，核对请求与生效范围&lt;/Text&gt;&#10;                &lt;Box style={{ height: 44, background: '#FFFFFF', borderRadius: 8, flexDirection: 'row', alignItems: 'center', gap: 12, padding: '0 14px' }}&gt;&#10;                    &lt;Box style={{ width: 4, height: 28, background: '#276FBF' }} /&gt;&#10;                    &lt;Text style={{ fontSize: 15, fontWeight: 'bold', color: '#276FBF', width: 250 }}&gt;requested_radius_tiles&lt;/Text&gt;&#10;                    &lt;Text style={{ fontSize: 14, color: '#546779', flex: 1 }}&gt;请求的半径&lt;/Text&gt;&#10;                &lt;/Box&gt;&#10;                &lt;Box style={{ height: 44, background: '#FFFFFF', borderRadius: 8, flexDirection: 'row', alignItems: 'center', gap: 12, padding: '0 14px' }}&gt;&#10;                    &lt;Box style={{ width: 4, height: 28, background: '#276FBF' }} /&gt;&#10;                    &lt;Text style={{ fontSize: 15, fontWeight: 'bold', color: '#276FBF', width: 250 }}&gt;radius_tiles&lt;/Text&gt;&#10;                    &lt;Text style={{ fontSize: 14, color: '#546779', flex: 1 }}&gt;实际生效范围&lt;/Text&gt;&#10;                &lt;/Box&gt;&#10;                &lt;Box style={{ height: 44, background: '#FFFFFF', borderRadius: 8, flexDirection: 'row', alignItems: 'center', gap: 12, padding: '0 14px' }}&gt;&#10;                    &lt;Box style={{ width: 4, height: 28, background: '#26816B' }} /&gt;&#10;                    &lt;Text style={{ fontSize: 15, fontWeight: 'bold', color: '#26816B', width: 250 }}&gt;vision_radius_tiles&lt;/Text&gt;&#10;                    &lt;Text style={{ fontSize: 14, color: '#546779', flex: 1 }}&gt;视野硬上限&lt;/Text&gt;&#10;                &lt;/Box&gt;&#10;            &lt;/Box&gt;&#10;&#10;            &lt;Box style={{ background: '#FFF4E6', borderRadius: 10, padding: '14px 18px', flexDirection: 'column', gap: 4 }}&gt;&#10;                &lt;Text style={{ fontSize: 17, fontWeight: 'bold', color: '#CB6B28' }}&gt;把请求数字写得更大，不会获得更远的视野&lt;/Text&gt;&#10;                &lt;Text style={{ fontSize: 13, color: '#546779' }}&gt;请求超限时，生效范围仍不能越过视野外圈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感知返回有范围的事实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视野是硬上限，请求只能更小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990600" y="1485900"/>
            <a:ext cx="4191000" cy="4191000"/>
          </a:xfrm>
          <a:prstGeom prst="roundRect">
            <a:avLst>
              <a:gd name="adj" fmla="val 272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62050" y="1619250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视野硬上限　</a:t>
            </a: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vision_radius_tiles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1847850" y="2428875"/>
            <a:ext cx="2476500" cy="24765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981200" y="254317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6816B"/>
                </a:solidFill>
                <a:latin typeface="Microsoft YaHei"/>
                <a:ea typeface="Microsoft YaHei"/>
              </a:rPr>
              <a:t>生效范围</a:t>
            </a:r>
            <a:r>
              <a:rPr lang="en-US" sz="9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≤ </a:t>
            </a:r>
            <a:r>
              <a:rPr lang="zh-CN" sz="975" b="1">
                <a:solidFill>
                  <a:srgbClr val="26816B"/>
                </a:solidFill>
                <a:latin typeface="Microsoft YaHei"/>
                <a:ea typeface="Microsoft YaHei"/>
              </a:rPr>
              <a:t>硬上限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2686050" y="3343275"/>
            <a:ext cx="800100" cy="800100"/>
          </a:xfrm>
          <a:prstGeom prst="roundRect">
            <a:avLst>
              <a:gd name="adj" fmla="val 952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924175" y="36480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5791200"/>
            <a:ext cx="4953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示意：范围与候选筛选的概念图，请求超限时生效范围仍不越过外圈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5791200" y="1962150"/>
            <a:ext cx="5524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调用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world-perceive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时可以不传参数，也可以请求一个较小的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radius_tiles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；运行时始终以人物配置的视野作为硬上限。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5791200" y="2762250"/>
            <a:ext cx="5524500" cy="1924050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962650" y="289560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三个半径字段，核对请求与生效范围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5962650" y="3143250"/>
            <a:ext cx="5181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6096000" y="321945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248400" y="32670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requested_radius_tiles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743950" y="32766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请求的半径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962650" y="3638550"/>
            <a:ext cx="5181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096000" y="371475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248400" y="37623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radius_tiles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743950" y="37719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实际生效范围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962650" y="4133850"/>
            <a:ext cx="51816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6096000" y="421005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248400" y="42576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vision_radius_tiles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743950" y="42672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视野硬上限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5791200" y="4819650"/>
            <a:ext cx="5524500" cy="657225"/>
          </a:xfrm>
          <a:prstGeom prst="roundRect">
            <a:avLst>
              <a:gd name="adj" fmla="val 1449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962650" y="4953000"/>
            <a:ext cx="518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把请求数字写得更大，不会获得更远的视野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962650" y="5191125"/>
            <a:ext cx="518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请求超限时，生效范围仍不能越过视野外圈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42" name="" descr="&lt;Slide notes={`感知返回的主要部分有七项。&#10;&#10;current_location 给出当前坐标、地址和位置锚点；spatial_nodes 是范围内的四层空间语义；nearby_agents 是附近角色的身份、位置与活动；game_objects 给对象的地址、公开状态和当前交互项；events 是范围内可观察的事件；active_conversations 是属于该参与者的活动会话；attention 汇总各类候选数量、带宽以及有没有发生截断。&#10;&#10;前三项回答我在哪、周围有什么结构；中间三项回答谁在附近、发生了什么；最后一项提醒返回被裁过多少。&#10;&#10;读返回的时候按这个顺序扫一遍，就不容易漏掉关键信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1　感知返回有范围的事实&lt;/Text&gt;&#10;            &lt;Text style={{ fontSize: 34, fontWeight: 'bold', color: '#20344B' }}&gt;感知返回里有什么&lt;/Text&gt;&#10;        &lt;/Box&gt;&#10;    &lt;/Box&gt;&#10;&#10;    &lt;Box style={{ height: 540, flexDirection: 'column', justifyContent: 'center', gap: 14 }}&gt;&#10;&#10;        &lt;Text style={{ fontSize: 16, color: '#546779' }}&gt;视野决定空间范围，注意力带宽限制候选输出；七项内容各回答一类问题。&lt;/Text&gt;&#10;&#10;        &lt;Box style={{ background: '#F4F7FA', borderRadius: 10, padding: '14px 20px', flexDirection: 'column', gap: 8 }}&gt;&#10;&#10;            &lt;Box style={{ flexDirection: 'row', alignItems: 'center', gap: 14, height: 26 }}&gt;&#10;                &lt;Box style={{ width: 4 }} /&gt;&#10;                &lt;Box style={{ width: 250 }}&gt;&lt;Text style={{ fontSize: 15, fontWeight: 'bold', color: '#546779' }}&gt;返回内容&lt;/Text&gt;&lt;/Box&gt;&#10;                &lt;Box style={{ flex: 1 }}&gt;&lt;Text style={{ fontSize: 15, fontWeight: 'bold', color: '#546779' }}&gt;角色可以据此判断什么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current_location&lt;/Text&gt;&lt;/Box&gt;&#10;                &lt;Box style={{ flex: 1 }}&gt;&lt;Text style={{ fontSize: 15, color: '#546779' }}&gt;当前坐标、地址和位置锚点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spatial_nodes&lt;/Text&gt;&lt;/Box&gt;&#10;                &lt;Box style={{ flex: 1 }}&gt;&lt;Text style={{ fontSize: 15, color: '#546779' }}&gt;当前范围内的四层空间语义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nearby_agents&lt;/Text&gt;&lt;/Box&gt;&#10;                &lt;Box style={{ flex: 1 }}&gt;&lt;Text style={{ fontSize: 15, color: '#546779' }}&gt;附近角色的身份、位置与活动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game_objects&lt;/Text&gt;&lt;/Box&gt;&#10;                &lt;Box style={{ flex: 1 }}&gt;&lt;Text style={{ fontSize: 15, color: '#546779' }}&gt;对象地址、公开状态和当前交互项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events&lt;/Text&gt;&lt;/Box&gt;&#10;                &lt;Box style={{ flex: 1 }}&gt;&lt;Text style={{ fontSize: 15, color: '#546779' }}&gt;当前范围内可观察的事件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76FBF' }} /&gt;&#10;                &lt;Box style={{ width: 250 }}&gt;&lt;Text style={{ fontSize: 16, fontWeight: 'bold', color: '#276FBF' }}&gt;active_conversations&lt;/Text&gt;&lt;/Box&gt;&#10;                &lt;Box style={{ flex: 1 }}&gt;&lt;Text style={{ fontSize: 15, color: '#546779' }}&gt;属于该参与者的活动会话&lt;/Text&gt;&lt;/Box&gt;&#10;            &lt;/Box&gt;&#10;&#10;            &lt;Box style={{ height: 48, background: '#FFFFFF', borderRadius: 8, flexDirection: 'row', alignItems: 'center', gap: 14, padding: '0 14px' }}&gt;&#10;                &lt;Box style={{ width: 4, height: 30, background: '#26816B' }} /&gt;&#10;                &lt;Box style={{ width: 250 }}&gt;&lt;Text style={{ fontSize: 16, fontWeight: 'bold', color: '#26816B' }}&gt;attention&lt;/Text&gt;&lt;/Box&gt;&#10;                &lt;Box style={{ flex: 1 }}&gt;&lt;Text style={{ fontSize: 15, color: '#546779' }}&gt;各类候选数量、带宽以及是否发生截断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感知返回有范围的事实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感知返回里有什么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视野决定空间范围，注意力带宽限制候选输出；七项内容各回答一类问题。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1752600"/>
            <a:ext cx="10972800" cy="4248150"/>
          </a:xfrm>
          <a:prstGeom prst="roundRect">
            <a:avLst>
              <a:gd name="adj" fmla="val 224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71550" y="19240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返回内容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486150" y="1924050"/>
            <a:ext cx="790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角色可以据此判断什么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800100" y="22098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933450" y="22955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104900" y="23431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current_location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619500" y="23526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当前坐标、地址和位置锚点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800100" y="27432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6" name=""/>
          <p:cNvSpPr/>
          <p:nvPr/>
        </p:nvSpPr>
        <p:spPr>
          <a:xfrm rot="0" flipH="0" flipV="0">
            <a:off x="933450" y="28289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104900" y="28765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spatial_nodes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619500" y="28860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当前范围内的四层空间语义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800100" y="32766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933450" y="33623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04900" y="34099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nearby_agents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3619500" y="34194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附近角色的身份、位置与活动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800100" y="38100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933450" y="38957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04900" y="39433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game_objects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3619500" y="39528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对象地址、公开状态和当前交互项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800100" y="43434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933450" y="44291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104900" y="44767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events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619500" y="44862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当前范围内可观察的事件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800100" y="48768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933450" y="49625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104900" y="50101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active_conversations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3619500" y="50196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属于该参与者的活动会话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800100" y="541020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933450" y="5495925"/>
            <a:ext cx="38100" cy="2857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104900" y="55435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attention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619500" y="5553075"/>
            <a:ext cx="763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各类候选数量、带宽以及是否发生截断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81" name="" descr="&lt;Slide notes={`带宽限制的是候选数量，而且是分类限制，不是限制整个 JSON 的总行数。&#10;&#10;附近空间、附近角色、对象、事件四类候选，各自有各自的带宽。当前位置的层级锚点需要保留，不会被候选挤掉。&#10;&#10;所以看到返回节点数超过某一个带宽值，不能直接说限制无效，要分别对照 nearby_space_candidates、nearby_agent_candidates、game_object_candidates 和 event_candidates 这四个数。&#10;&#10;还有一点要记住：在范围内不等于出现在返回中。范围决定谁有资格被看见，带宽决定谁真的被列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1　感知返回有范围的事实&lt;/Text&gt;&#10;            &lt;Text style={{ fontSize: 34, fontWeight: 'bold', color: '#20344B' }}&gt;带宽限制的是候选，不是总行数&lt;/Text&gt;&#10;        &lt;/Box&gt;&#10;    &lt;/Box&gt;&#10;&#10;    &lt;Box style={{ height: 540, flexDirection: 'row', gap: 22 }}&gt;&#10;&#10;        &lt;Box style={{ width: 700, flexDirection: 'column', justifyContent: 'center', gap: 14 }}&gt;&#10;&#10;            &lt;Text style={{ fontSize: 16, color: '#546779' }}&gt;不同类别的附近候选分别受到限制，须逐类对照。&lt;/Text&gt;&#10;&#10;            &lt;Box style={{ background: '#F4F7FA', borderRadius: 10, padding: '14px 18px', flexDirection: 'column', gap: 8 }}&gt;&#10;&#10;                &lt;Box style={{ height: 64, background: '#FFFFFF', borderRadius: 8, flexDirection: 'row', alignItems: 'center', gap: 12, padding: '0 14px' }}&gt;&#10;                    &lt;Box style={{ width: 4, height: 40, background: '#276FBF' }} /&gt;&#10;                    &lt;Box style={{ width: 320 }}&gt;&lt;Text style={{ fontSize: 15, fontWeight: 'bold', color: '#276FBF' }}&gt;nearby_space_candidates&lt;/Text&gt;&lt;/Box&gt;&#10;                    &lt;Box style={{ flex: 1 }}&gt;&lt;Text style={{ fontSize: 14, color: '#546779' }}&gt;附近空间候选，单独受限&lt;/Text&gt;&lt;/Box&gt;&#10;                &lt;/Box&gt;&#10;&#10;                &lt;Box style={{ height: 64, background: '#FFFFFF', borderRadius: 8, flexDirection: 'row', alignItems: 'center', gap: 12, padding: '0 14px' }}&gt;&#10;                    &lt;Box style={{ width: 4, height: 40, background: '#276FBF' }} /&gt;&#10;                    &lt;Box style={{ width: 320 }}&gt;&lt;Text style={{ fontSize: 15, fontWeight: 'bold', color: '#276FBF' }}&gt;nearby_agent_candidates&lt;/Text&gt;&lt;/Box&gt;&#10;                    &lt;Box style={{ flex: 1 }}&gt;&lt;Text style={{ fontSize: 14, color: '#546779' }}&gt;附近角色候选，单独受限&lt;/Text&gt;&lt;/Box&gt;&#10;                &lt;/Box&gt;&#10;&#10;                &lt;Box style={{ height: 64, background: '#FFFFFF', borderRadius: 8, flexDirection: 'row', alignItems: 'center', gap: 12, padding: '0 14px' }}&gt;&#10;                    &lt;Box style={{ width: 4, height: 40, background: '#276FBF' }} /&gt;&#10;                    &lt;Box style={{ width: 320 }}&gt;&lt;Text style={{ fontSize: 15, fontWeight: 'bold', color: '#276FBF' }}&gt;game_object_candidates&lt;/Text&gt;&lt;/Box&gt;&#10;                    &lt;Box style={{ flex: 1 }}&gt;&lt;Text style={{ fontSize: 14, color: '#546779' }}&gt;对象候选，单独受限&lt;/Text&gt;&lt;/Box&gt;&#10;                &lt;/Box&gt;&#10;&#10;                &lt;Box style={{ height: 64, background: '#FFFFFF', borderRadius: 8, flexDirection: 'row', alignItems: 'center', gap: 12, padding: '0 14px' }}&gt;&#10;                    &lt;Box style={{ width: 4, height: 40, background: '#276FBF' }} /&gt;&#10;                    &lt;Box style={{ width: 320 }}&gt;&lt;Text style={{ fontSize: 15, fontWeight: 'bold', color: '#276FBF' }}&gt;event_candidates&lt;/Text&gt;&lt;/Box&gt;&#10;                    &lt;Box style={{ flex: 1 }}&gt;&lt;Text style={{ fontSize: 14, color: '#546779' }}&gt;事件候选，单独受限&lt;/Text&gt;&lt;/Box&gt;&#10;                &lt;/Box&gt;&#10;&#10;            &lt;/Box&gt;&#10;&#10;            &lt;Box style={{ background: '#ECF7F2', borderRadius: 10, padding: '12px 18px' }}&gt;&#10;                &lt;Text style={{ fontSize: 15, color: '#26816B' }}&gt;当前位置的层级锚点需要保留，不会被候选挤掉。&lt;/Text&gt;&#10;            &lt;/Box&gt;&#10;&#10;        &lt;/Box&gt;&#10;&#10;        &lt;Box style={{ width: 430, flexDirection: 'column', justifyContent: 'center', gap: 14 }}&gt;&#10;&#10;            &lt;Box style={{ background: '#FFF4E6', borderRadius: 10, padding: '18px 20px', flexDirection: 'column', gap: 8 }}&gt;&#10;                &lt;Text style={{ fontSize: 20, fontWeight: 'bold', color: '#CB6B28' }}&gt;在范围内 ≠ 出现在返回中&lt;/Text&gt;&#10;                &lt;Text style={{ fontSize: 14, color: '#546779', lineHeight: 1.6 }}&gt;范围决定谁有资格被看见；带宽决定谁真的被列出来。&lt;/Text&gt;&#10;            &lt;/Box&gt;&#10;&#10;            &lt;Box style={{ background: '#F4F7FA', borderRadius: 10, padding: '18px 20px', flexDirection: 'column', gap: 8 }}&gt;&#10;                &lt;Box style={{ width: 4, height: 40, background: '#CB6B28' }} /&gt;&#10;                &lt;Text style={{ fontSize: 16, fontWeight: 'bold', color: '#20344B' }}&gt;节点数超过一个带宽值，不等于限制无效&lt;/Text&gt;&#10;                &lt;Text style={{ fontSize: 14, color: '#546779', lineHeight: 1.6 }}&gt;带宽不是整个 JSON 的总行数；要逐类对照四个候选计数字段，再下结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感知返回有范围的事实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带宽限制的是候选，不是总行数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不同类别的附近候选分别受到限制，须逐类对照。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09600" y="2143125"/>
            <a:ext cx="6667500" cy="2933700"/>
          </a:xfrm>
          <a:prstGeom prst="roundRect">
            <a:avLst>
              <a:gd name="adj" fmla="val 324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781050" y="2276475"/>
            <a:ext cx="6324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914400" y="23907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066800" y="24955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nearby_space_candidates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229100" y="25050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附近空间候选，单独受限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81050" y="2962275"/>
            <a:ext cx="6324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914400" y="30765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66800" y="31813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nearby_agent_candidates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4229100" y="31908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附近角色候选，单独受限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81050" y="3648075"/>
            <a:ext cx="6324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914400" y="37623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66800" y="38671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game_object_candidates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229100" y="38766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对象候选，单独受限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81050" y="4333875"/>
            <a:ext cx="6324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914400" y="44481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066800" y="455295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event_candidates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229100" y="45624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事件候选，单独受限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5210175"/>
            <a:ext cx="6667500" cy="400050"/>
          </a:xfrm>
          <a:prstGeom prst="roundRect">
            <a:avLst>
              <a:gd name="adj" fmla="val 2381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81050" y="532447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当前位置的层级锚点需要保留，不会被候选挤掉。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7486650" y="2409825"/>
            <a:ext cx="4095750" cy="904875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677150" y="2581275"/>
            <a:ext cx="371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在范围内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出现在返回中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677150" y="2886075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范围决定谁有资格被看见；带宽决定谁真的被列出来。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7486650" y="3448050"/>
            <a:ext cx="4095750" cy="1581150"/>
          </a:xfrm>
          <a:prstGeom prst="roundRect">
            <a:avLst>
              <a:gd name="adj" fmla="val 60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7677150" y="36195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677150" y="407670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节点数超过一个带宽值，不等于限制无效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677150" y="4343400"/>
            <a:ext cx="3714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带宽不是整个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的总行数；要逐类对照四个候选计数字段，再下结论。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5" name="" descr="&lt;Slide notes={`陈晨的例子把感知边界讲得最清楚。他路过公告栏，看到外观状态变了——贴了新通知的样子。这时候他能确认的只有一件事：这个对象的公开状态已经变化。&#10;&#10;公告栏绑定了 Skill，通知正文属于内部字段，不会因为他站得近就自动进入感知。要想知道具体改了什么，必须发起一次真实的查询。&#10;&#10;这个限制看起来是麻烦，其实是情节的基础：有人先知道、有人后知道，信息差才有意义。如果站得近就什么都知道，公告、对话这些渠道就全白设计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1　感知返回有范围的事实&lt;/Text&gt;&#10;            &lt;Text style={{ fontSize: 34, fontWeight: 'bold', color: '#20344B' }}&gt;站得近，也未必知道改了什么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0, background: '#F4F7FA', borderRadius: 12, padding: '18px 20px', flexDirection: 'column', gap: 12 }}&gt;&#10;                &lt;Box style={{ flexDirection: 'row', alignItems: 'center', gap: 10 }}&gt;&#10;                    &lt;Box style={{ width: 4, height: 20, background: '#20344B' }} /&gt;&#10;                    &lt;Text style={{ fontSize: 15, fontWeight: 'bold', color: '#20344B' }}&gt;公告栏（对象 · 示意）&lt;/Text&gt;&#10;                &lt;/Box&gt;&#10;                &lt;Box style={{ flexDirection: 'row', gap: 12 }}&gt;&#10;                    &lt;Box style={{ flex: 1, height: 150, background: '#ECF7F2', borderRadius: 8, flexDirection: 'column', justifyContent: 'center', alignItems: 'center', gap: 8 }}&gt;&#10;                        &lt;Text style={{ fontSize: 17, fontWeight: 'bold', color: '#26816B' }}&gt;公开状态：外观已变&lt;/Text&gt;&#10;                        &lt;Text style={{ fontSize: 13, color: '#546779' }}&gt;可被感知&lt;/Text&gt;&#10;                    &lt;/Box&gt;&#10;                    &lt;Box style={{ flex: 1, height: 150, background: '#FFF4E6', borderRadius: 8, flexDirection: 'column', justifyContent: 'center', alignItems: 'center', gap: 8 }}&gt;&#10;                        &lt;Text style={{ fontSize: 17, fontWeight: 'bold', color: '#CB6B28' }}&gt;通知正文：内部字段&lt;/Text&gt;&#10;                        &lt;Text style={{ fontSize: 13, color: '#546779' }}&gt;不自动进入感知&lt;/Text&gt;&#10;                    &lt;/Box&gt;&#10;                &lt;/Box&gt;&#10;            &lt;/Box&gt;&#10;&#10;            &lt;Box style={{ width: 568, flexDirection: 'column', justifyContent: 'center', gap: 14 }}&gt;&#10;                &lt;Text style={{ fontSize: 17, color: '#546779', lineHeight: 1.7 }}&gt;陈晨看到公告栏的外观状态变了，只能确认“这个对象的公开状态已变化”。&lt;/Text&gt;&#10;                &lt;Box style={{ background: '#FFF4E6', borderRadius: 10, padding: '14px 18px', flexDirection: 'column', gap: 4 }}&gt;&#10;                    &lt;Text style={{ fontSize: 17, fontWeight: 'bold', color: '#CB6B28' }}&gt;要知道具体改了什么，应发起真实查询&lt;/Text&gt;&#10;                    &lt;Text style={{ fontSize: 13, color: '#546779' }}&gt;站得近不会让 Skill 对象的内部字段自动进入感知&lt;/Text&gt;&#10;                &lt;/Box&gt;&#10;            &lt;/Box&gt;&#10;&#10;        &lt;/Box&gt;&#10;&#10;        &lt;Box style={{ flexDirection: 'row', gap: 12 }}&gt;&#10;            &lt;Box style={{ flex: 1, height: 84, background: '#ECF7F2', borderRadius: 10, padding: '12px 16px', flexDirection: 'column', justifyContent: 'center', gap: 4 }}&gt;&#10;                &lt;Text style={{ fontSize: 16, fontWeight: 'bold', color: '#26816B' }}&gt;公开状态变了&lt;/Text&gt;&#10;                &lt;Text style={{ fontSize: 13, color: '#546779' }}&gt;范围内即可观察&lt;/Text&gt;&#10;            &lt;/Box&gt;&#10;            &lt;Box style={{ flex: 1, height: 84, background: '#FFF4E6', borderRadius: 10, padding: '12px 16px', flexDirection: 'column', justifyContent: 'center', gap: 4 }}&gt;&#10;                &lt;Text style={{ fontSize: 16, fontWeight: 'bold', color: '#CB6B28' }}&gt;通知正文没进来&lt;/Text&gt;&#10;                &lt;Text style={{ fontSize: 13, color: '#546779' }}&gt;内部字段须经真实查询&lt;/Text&gt;&#10;            &lt;/Box&gt;&#10;            &lt;Box style={{ flex: 1, height: 84, background: '#EDF4FC', borderRadius: 10, padding: '12px 16px', flexDirection: 'column', justifyContent: 'center', gap: 4 }}&gt;&#10;                &lt;Text style={{ fontSize: 16, fontWeight: 'bold', color: '#276FBF' }}&gt;信息差有了基础&lt;/Text&gt;&#10;                &lt;Text style={{ fontSize: 13, color: '#546779' }}&gt;有人先知道，有人后知道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感知返回有范围的事实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站得近，也未必知道改了什么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2200275"/>
            <a:ext cx="5334000" cy="2076450"/>
          </a:xfrm>
          <a:prstGeom prst="roundRect">
            <a:avLst>
              <a:gd name="adj" fmla="val 55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800100" y="2371725"/>
            <a:ext cx="38100" cy="1905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933450" y="238125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公告栏（对象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示意）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800100" y="2676525"/>
            <a:ext cx="2419350" cy="1428750"/>
          </a:xfrm>
          <a:prstGeom prst="roundRect">
            <a:avLst>
              <a:gd name="adj" fmla="val 5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285875" y="31813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公开状态：外观已变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762125" y="34575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可被感知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333750" y="2676525"/>
            <a:ext cx="2419350" cy="1428750"/>
          </a:xfrm>
          <a:prstGeom prst="roundRect">
            <a:avLst>
              <a:gd name="adj" fmla="val 5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3819525" y="31813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通知正文：内部字段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4114800" y="34575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不自动进入感知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172200" y="2514600"/>
            <a:ext cx="5410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陈晨看到公告栏的外观状态变了，只能确认“这个对象的公开状态已变化”。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172200" y="3314700"/>
            <a:ext cx="5410200" cy="657225"/>
          </a:xfrm>
          <a:prstGeom prst="roundRect">
            <a:avLst>
              <a:gd name="adj" fmla="val 1449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343650" y="34480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要知道具体改了什么，应发起真实查询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43650" y="368617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站得近不会让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对象的内部字段自动进入感知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4429125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公开状态变了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62000" y="4867275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范围内即可观察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4305300" y="4429125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457700" y="4638675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通知正文没进来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457700" y="4867275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内部字段须经真实查询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8001000" y="4429125"/>
            <a:ext cx="35814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153400" y="4638675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信息差有了基础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153400" y="4867275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有人先知道，有人后知道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44" name="" descr="&lt;Slide notes={`第二块：导航。&#10;&#10;很多实现把导航直接当成移动，查询完就改坐标。这里的 world-navigate 是一次查询：告诉你可以走哪条路、有多远，但人物的坐标一点没变。&#10;&#10;记住这条分界线：查询不修改坐标，也不消耗本轮唯一的世界动作。真正移动要靠后面提交 MOVE。&#10;&#10;把查询和移动分开，行为才可审计，也才能解释为什么人物“打算去”和“已经到了”是两回事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5.2&lt;/Text&gt;&#10;&#10;        &lt;Text style={{ fontSize: 56, fontWeight: 'bold', color: '#20344B', lineHeight: 1.15 }}&gt;导航是查询，不是移动&lt;/Text&gt;&#10;&#10;        &lt;Box style={{ width: 72, height: 4, background: '#276FBF' }} /&gt;&#10;&#10;        &lt;Text style={{ fontSize: 18, color: '#546779', lineHeight: 1.7, width: 900 }}&gt;查询给出路线与距离，不修改坐标，也不消耗本轮唯一的世界动作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目标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路线查询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MOVE 提交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3.5.2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导航是查询，不是移动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查询给出路线与距离，不修改坐标，也不消耗本轮唯一的世界动作。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路线查询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134350" y="42576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60" name="" descr="&lt;Slide notes={`导航接受两种目标，二选一，不能同时发。&#10;&#10;第一种是 target_coord，一个可见范围内的坐标，比如公告栏旁边的某一格。第二种是 target_address，用三层或四层地址指定目标，比如中心、阅读区、公告栏这样的层级组合，前提是这个地址在当前已感知或系统已知的空间上下文里。&#10;&#10;最容易犯的错是拼地址：把“那边的教室”这种自然语言说法直接拼成一条路径。地址的每一层都必须来自实际材料或工具结果，自创的路径过不了校验。&#10;&#10;选哪种参数，取决于手头证据是坐标还是地址，而不是哪个写着方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2　导航是查询，不是移动&lt;/Text&gt;&#10;            &lt;Text style={{ fontSize: 34, fontWeight: 'bold', color: '#20344B' }}&gt;两种参数，二选一&lt;/Text&gt;&#10;        &lt;/Box&gt;&#10;    &lt;/Box&gt;&#10;&#10;    &lt;Box style={{ height: 540, flexDirection: 'column', justifyContent: 'center', gap: 16 }}&gt;&#10;&#10;        &lt;Box style={{ height: 60, background: '#FFF4E6', borderRadius: 10, flexDirection: 'row', alignItems: 'center', gap: 14, padding: '0 20px' }}&gt;&#10;            &lt;Box style={{ width: 4, height: 32, background: '#CB6B28' }} /&gt;&#10;            &lt;Text style={{ fontSize: 17, fontWeight: 'bold', color: '#CB6B28' }}&gt;两种参数二选一，不同时发送&lt;/Text&gt;&#10;            &lt;Text style={{ fontSize: 14, color: '#546779' }}&gt;地址的每一层都必须来自实际材料或工具结果&lt;/Text&gt;&#10;        &lt;/Box&gt;&#10;&#10;        &lt;Box style={{ flexDirection: 'row', gap: 40 }}&gt;&#10;&#10;            &lt;Box style={{ width: 556, background: '#F4F7FA', borderRadius: 12, padding: '18px 20px', flexDirection: 'column', gap: 12 }}&gt;&#10;                &lt;Text style={{ fontSize: 20, fontWeight: 'bold', color: '#276FBF' }}&gt;target_coord&lt;/Text&gt;&#10;                &lt;Text style={{ fontSize: 14, color: '#546779' }}&gt;可见范围内的目标坐标&lt;/Text&gt;&#10;                &lt;Box style={{ height: 84, background: '#EDF4FC', borderRadius: 8, justifyContent: 'center', alignItems: 'center' }}&gt;&#10;                    &lt;Text style={{ fontSize: 26, fontWeight: 'bold', color: '#276FBF' }}&gt;(x, y)&lt;/Text&gt;&#10;                &lt;/Box&gt;&#10;                &lt;Text style={{ fontSize: 14, color: '#546779', lineHeight: 1.6 }}&gt;目标必须落在当前视野之内，超出可见范围的坐标不会被接受。&lt;/Text&gt;&#10;            &lt;/Box&gt;&#10;&#10;            &lt;Box style={{ width: 556, background: '#F4F7FA', borderRadius: 12, padding: '18px 20px', flexDirection: 'column', gap: 12 }}&gt;&#10;                &lt;Text style={{ fontSize: 20, fontWeight: 'bold', color: '#26816B' }}&gt;target_address&lt;/Text&gt;&#10;                &lt;Text style={{ fontSize: 14, color: '#546779' }}&gt;已感知或系统已知空间中的三层／四层地址&lt;/Text&gt;&#10;                &lt;Box style={{ flexDirection: 'column', gap: 6 }}&gt;&#10;                    &lt;Box style={{ flexDirection: 'row', gap: 8 }}&gt;&#10;                        &lt;Box style={{ width: 64, height: 40, background: '#26816B', borderRadius: 6, justifyContent: 'center', alignItems: 'center' }}&gt;&#10;                            &lt;Text style={{ fontSize: 13, color: '#FFFFFF' }}&gt;一层&lt;/Text&gt;&#10;                        &lt;/Box&gt;&#10;                        &lt;Box style={{ flex: 1, height: 40, background: '#ECF7F2', borderRadius: 6, justifyContent: 'center', alignItems: 'center' }}&gt;&#10;                            &lt;Text style={{ fontSize: 14, color: '#26816B' }}&gt;青禾社区学习中心&lt;/Text&gt;&#10;                        &lt;/Box&gt;&#10;                    &lt;/Box&gt;&#10;                    &lt;Box style={{ flexDirection: 'row', gap: 8 }}&gt;&#10;                        &lt;Box style={{ width: 64, height: 40, background: '#26816B', borderRadius: 6, justifyContent: 'center', alignItems: 'center' }}&gt;&#10;                            &lt;Text style={{ fontSize: 13, color: '#FFFFFF' }}&gt;三层&lt;/Text&gt;&#10;                        &lt;/Box&gt;&#10;                        &lt;Box style={{ flex: 1, height: 40, background: '#ECF7F2', borderRadius: 6, justifyContent: 'center', alignItems: 'center' }}&gt;&#10;                            &lt;Text style={{ fontSize: 14, color: '#26816B' }}&gt;阅读区&lt;/Text&gt;&#10;                        &lt;/Box&gt;&#10;                    &lt;/Box&gt;&#10;                    &lt;Box style={{ flexDirection: 'row', gap: 8 }}&gt;&#10;                        &lt;Box style={{ width: 64, height: 40, background: '#26816B', borderRadius: 6, justifyContent: 'center', alignItems: 'center' }}&gt;&#10;                            &lt;Text style={{ fontSize: 13, color: '#FFFFFF' }}&gt;四层&lt;/Text&gt;&#10;                        &lt;/Box&gt;&#10;                        &lt;Box style={{ flex: 1, height: 40, background: '#ECF7F2', borderRadius: 6, justifyContent: 'center', alignItems: 'center' }}&gt;&#10;                            &lt;Text style={{ fontSize: 14, color: '#26816B' }}&gt;公告栏&lt;/Text&gt;&#10;                        &lt;/Box&gt;&#10;                    &lt;/Box&gt;&#10;                &lt;/Box&gt;&#10;                &lt;Text style={{ fontSize: 14, color: '#546779', lineHeight: 1.6 }}&gt;地址来自感知结果或允许的已知空间，不能自创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0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导航是查询，不是移动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两种参数，二选一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" y="2057400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800100" y="219075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971550" y="22479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两种参数二选一，不同时发送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209925" y="22669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地址的每一层都必须来自实际材料或工具结果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09600" y="2781300"/>
            <a:ext cx="5295900" cy="2590800"/>
          </a:xfrm>
          <a:prstGeom prst="roundRect">
            <a:avLst>
              <a:gd name="adj" fmla="val 441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target_coord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可见范围内的目标坐标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00100" y="3571875"/>
            <a:ext cx="49149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2943225" y="3819525"/>
            <a:ext cx="628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>(x, y)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00100" y="44862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目标必须落在当前视野之内，超出可见范围的坐标不会被接受。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6286500" y="2781300"/>
            <a:ext cx="5295900" cy="2590800"/>
          </a:xfrm>
          <a:prstGeom prst="roundRect">
            <a:avLst>
              <a:gd name="adj" fmla="val 441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477000" y="295275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target_address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477000" y="329565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已感知或系统已知空间中的三层／四层地址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477000" y="3571875"/>
            <a:ext cx="609600" cy="381000"/>
          </a:xfrm>
          <a:prstGeom prst="roundRect">
            <a:avLst>
              <a:gd name="adj" fmla="val 1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657975" y="3686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一层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162800" y="3571875"/>
            <a:ext cx="42291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743950" y="36861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青禾社区学习中心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477000" y="4010025"/>
            <a:ext cx="609600" cy="381000"/>
          </a:xfrm>
          <a:prstGeom prst="roundRect">
            <a:avLst>
              <a:gd name="adj" fmla="val 1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657975" y="41243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三层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162800" y="4010025"/>
            <a:ext cx="42291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9077325" y="41243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阅读区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477000" y="4448175"/>
            <a:ext cx="609600" cy="381000"/>
          </a:xfrm>
          <a:prstGeom prst="roundRect">
            <a:avLst>
              <a:gd name="adj" fmla="val 1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657975" y="4562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四层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7162800" y="4448175"/>
            <a:ext cx="42291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077325" y="4562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地址来自感知结果或允许的已知空间，不能自创。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notes={`查询的返回字段不多，但每个都容易被读错。&#10;&#10;reachable 为 true，只说明存在一条可走路线；distance_tiles 是这条路线的格数；next_coord 只是路径的第一格，不是最终目的地；movement_required 为 false，表示人物已经处在目标范围内，不需要移动。&#10;&#10;最容易忽略的是性质：这是一次查询。它不修改坐标，也不消耗本轮唯一的世界动作。查询完人物还站在原地，真正动起来要等 MOVE 提交成功。&#10;&#10;把这几个字段的语义记准，后面核对轨迹时就不会把查询当移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2　导航是查询，不是移动&lt;/Text&gt;&#10;            &lt;Text style={{ fontSize: 34, fontWeight: 'bold', color: '#20344B' }}&gt;返回字段说清了什么&lt;/Text&gt;&#10;        &lt;/Box&gt;&#10;    &lt;/Box&gt;&#10;&#10;    &lt;Box style={{ height: 540, flexDirection: 'column', justifyContent: 'center', gap: 14 }}&gt;&#10;&#10;        &lt;Text style={{ fontSize: 16, color: '#546779' }}&gt;一次导航查询的返回字段，各自回答一个具体问题。&lt;/Text&gt;&#10;&#10;        &lt;Box style={{ background: '#F4F7FA', borderRadius: 10, padding: '14px 18px', flexDirection: 'column', gap: 8 }}&gt;&#10;&#10;            &lt;Box style={{ height: 62, background: '#FFFFFF', borderRadius: 8, flexDirection: 'row', alignItems: 'center', gap: 14, padding: '0 16px' }}&gt;&#10;                &lt;Box style={{ width: 4, height: 38, background: '#276FBF' }} /&gt;&#10;                &lt;Box style={{ width: 240 }}&gt;&lt;Text style={{ fontSize: 16, fontWeight: 'bold', color: '#276FBF' }}&gt;reachable: true&lt;/Text&gt;&lt;/Box&gt;&#10;                &lt;Box style={{ flex: 1 }}&gt;&lt;Text style={{ fontSize: 15, color: '#546779' }}&gt;存在一条可走路线&lt;/Text&gt;&lt;/Box&gt;&#10;            &lt;/Box&gt;&#10;&#10;            &lt;Box style={{ height: 62, background: '#FFFFFF', borderRadius: 8, flexDirection: 'row', alignItems: 'center', gap: 14, padding: '0 16px' }}&gt;&#10;                &lt;Box style={{ width: 4, height: 38, background: '#276FBF' }} /&gt;&#10;                &lt;Box style={{ width: 240 }}&gt;&lt;Text style={{ fontSize: 16, fontWeight: 'bold', color: '#276FBF' }}&gt;distance_tiles&lt;/Text&gt;&lt;/Box&gt;&#10;                &lt;Box style={{ flex: 1 }}&gt;&lt;Text style={{ fontSize: 15, color: '#546779' }}&gt;这条路线的格数&lt;/Text&gt;&lt;/Box&gt;&#10;            &lt;/Box&gt;&#10;&#10;            &lt;Box style={{ height: 62, background: '#FFFFFF', borderRadius: 8, flexDirection: 'row', alignItems: 'center', gap: 14, padding: '0 16px' }}&gt;&#10;                &lt;Box style={{ width: 4, height: 38, background: '#CB6B28' }} /&gt;&#10;                &lt;Box style={{ width: 240 }}&gt;&lt;Text style={{ fontSize: 16, fontWeight: 'bold', color: '#CB6B28' }}&gt;next_coord&lt;/Text&gt;&lt;/Box&gt;&#10;                &lt;Box style={{ flex: 1 }}&gt;&lt;Text style={{ fontSize: 15, color: '#546779' }}&gt;只是路径第一格，不是目的地&lt;/Text&gt;&lt;/Box&gt;&#10;            &lt;/Box&gt;&#10;&#10;            &lt;Box style={{ height: 62, background: '#FFFFFF', borderRadius: 8, flexDirection: 'row', alignItems: 'center', gap: 14, padding: '0 16px' }}&gt;&#10;                &lt;Box style={{ width: 4, height: 38, background: '#26816B' }} /&gt;&#10;                &lt;Box style={{ width: 240 }}&gt;&lt;Text style={{ fontSize: 16, fontWeight: 'bold', color: '#26816B' }}&gt;movement_required: false&lt;/Text&gt;&lt;/Box&gt;&#10;                &lt;Box style={{ flex: 1 }}&gt;&lt;Text style={{ fontSize: 15, color: '#546779' }}&gt;已经处于目标范围内&lt;/Text&gt;&lt;/Box&gt;&#10;            &lt;/Box&gt;&#10;&#10;        &lt;/Box&gt;&#10;&#10;        &lt;Box style={{ height: 72, background: '#EDF4FC', borderRadius: 10, flexDirection: 'row', alignItems: 'center', gap: 14, padding: '0 20px' }}&gt;&#10;            &lt;Box style={{ width: 4, height: 40, background: '#276FBF' }} /&gt;&#10;            &lt;Box style={{ flex: 1, flexDirection: 'column', gap: 3 }}&gt;&#10;                &lt;Text style={{ fontSize: 17, fontWeight: 'bold', color: '#276FBF' }}&gt;查询不修改坐标，也不消耗本轮唯一的世界动作&lt;/Text&gt;&#10;                &lt;Text style={{ fontSize: 13, color: '#546779' }}&gt;真正移动要等 MOVE 提交成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导航是查询，不是移动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返回字段说清了什么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一次导航查询的返回字段，各自回答一个具体问题。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2038350"/>
            <a:ext cx="109728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781050" y="217170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933450" y="22860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04900" y="23717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reachable: true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524250" y="2381250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存在一条可走路线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81050" y="283845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933450" y="295275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04900" y="30384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distance_tiles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524250" y="3048000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这条路线的格数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81050" y="350520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933450" y="3619500"/>
            <a:ext cx="38100" cy="3619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04900" y="37052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next_coord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524250" y="3714750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只是路径第一格，不是目的地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81050" y="417195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933450" y="4286250"/>
            <a:ext cx="38100" cy="361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04900" y="43719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movement_required: false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524250" y="4381500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已经处于目标范围内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50292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800100" y="51816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71550" y="5181600"/>
            <a:ext cx="1042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查询不修改坐标，也不消耗本轮唯一的世界动作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71550" y="5410200"/>
            <a:ext cx="1042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真正移动要等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提交成功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两个常见错误都出在 next_coord 上。&#10;&#10;第一个错误，把它当成最终目的地。周宁查询到通往服务台的路径，返回的 next_coord 只是路径第一格。如果每次 MOVE 都只冲着这一格去，每次请求都只打算移动到相邻一格，路线永远走不完。正确做法是后续 MOVE 保留原来的完整目标。&#10;&#10;第二个错误更直接：把路线终点写进当前坐标，以为这样人物就到了。不会的，坐标不会被文字改写，角色不会瞬移。&#10;&#10;还有一个实现细节要记住：地址合法性检查用的是已知空间树、当前位置和实际感知。一条自然语言便签写着某个地址，不等于这个地址进入了可导航范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2　导航是查询，不是移动&lt;/Text&gt;&#10;            &lt;Text style={{ fontSize: 34, fontWeight: 'bold', color: '#20344B' }}&gt;next_coord 不是目的地&lt;/Text&gt;&#10;        &lt;/Box&gt;&#10;    &lt;/Box&gt;&#10;&#10;    &lt;Box style={{ height: 540, flexDirection: 'row', gap: 24 }}&gt;&#10;&#10;        &lt;Box style={{ width: 360, flexDirection: 'column', justifyContent: 'center', gap: 14 }}&gt;&#10;            &lt;Text style={{ fontSize: 16, color: '#276FBF' }}&gt;两个常见错误&lt;/Text&gt;&#10;            &lt;Text style={{ fontSize: 22, fontWeight: 'bold', color: '#20344B', lineHeight: 1.4 }}&gt;路线是分段走完的，不是一步写完的&lt;/Text&gt;&#10;            &lt;Box style={{ width: 60, height: 4, background: '#276FBF' }} /&gt;&#10;            &lt;Text style={{ fontSize: 15, color: '#546779', lineHeight: 1.6 }}&gt;周宁查询到通往服务台的路径后，后续 MOVE 应保留原来的完整目标。&lt;/Text&gt;&#10;        &lt;/Box&gt;&#10;&#10;        &lt;Box style={{ width: 768, flexDirection: 'column', justifyContent: 'center', gap: 10 }}&gt;&#10;&#10;            &lt;Box style={{ height: 84, background: '#FFF4E6', borderRadius: 10, flexDirection: 'row', alignItems: 'center', gap: 14, padding: '0 18px' }}&gt;&#10;                &lt;Box style={{ width: 4, height: 52, background: '#CB6B28' }} /&gt;&#10;                &lt;Box style={{ flex: 1, flexDirection: 'column', gap: 3 }}&gt;&#10;                    &lt;Text style={{ fontSize: 16, fontWeight: 'bold', color: '#CB6B28' }}&gt;把 next_coord 当最终目的地&lt;/Text&gt;&#10;                    &lt;Text style={{ fontSize: 13, color: '#546779' }}&gt;每次请求都只打算移动到相邻一格，路线走不完&lt;/Text&gt;&#10;                &lt;/Box&gt;&#10;            &lt;/Box&gt;&#10;&#10;            &lt;Box style={{ height: 84, background: '#FFF4E6', borderRadius: 10, flexDirection: 'row', alignItems: 'center', gap: 14, padding: '0 18px' }}&gt;&#10;                &lt;Box style={{ width: 4, height: 52, background: '#CB6B28' }} /&gt;&#10;                &lt;Box style={{ flex: 1, flexDirection: 'column', gap: 3 }}&gt;&#10;                    &lt;Text style={{ fontSize: 16, fontWeight: 'bold', color: '#CB6B28' }}&gt;把路线终点直接写进当前坐标&lt;/Text&gt;&#10;                    &lt;Text style={{ fontSize: 13, color: '#546779' }}&gt;不会使角色瞬移，坐标不被文字改写&lt;/Text&gt;&#10;                &lt;/Box&gt;&#10;            &lt;/Box&gt;&#10;&#10;            &lt;Box style={{ height: 84, background: '#ECF7F2', borderRadius: 10, flexDirection: 'row', alignItems: 'center', gap: 14, padding: '0 18px' }}&gt;&#10;                &lt;Box style={{ width: 4, height: 52, background: '#26816B' }} /&gt;&#10;                &lt;Box style={{ flex: 1, flexDirection: 'column', gap: 3 }}&gt;&#10;                    &lt;Text style={{ fontSize: 16, fontWeight: 'bold', color: '#26816B' }}&gt;后续 MOVE 保留原来的完整目标&lt;/Text&gt;&#10;                    &lt;Text style={{ fontSize: 13, color: '#546779' }}&gt;由内核沿路径逐轮消耗移动预算&lt;/Text&gt;&#10;                &lt;/Box&gt;&#10;            &lt;/Box&gt;&#10;&#10;            &lt;Box style={{ height: 118, background: '#F4F7FA', borderRadius: 10, padding: '12px 18px', flexDirection: 'column', gap: 8 }}&gt;&#10;                &lt;Text style={{ fontSize: 16, fontWeight: 'bold', color: '#20344B' }}&gt;已知空间树只能来自三种途径&lt;/Text&gt;&#10;                &lt;Box style={{ flexDirection: 'row', gap: 10 }}&gt;&#10;                    &lt;Box style={{ flex: 1, height: 44, background: '#ECF7F2', borderRadius: 8, justifyContent: 'center', alignItems: 'center' }}&gt;&#10;                        &lt;Text style={{ fontSize: 13, color: '#26816B' }}&gt;初始装配 · 探索 · 实际感知&lt;/Text&gt;&#10;                    &lt;/Box&gt;&#10;                    &lt;Box style={{ flex: 1, height: 44, background: '#FFF4E6', borderRadius: 8, justifyContent: 'center', alignItems: 'center' }}&gt;&#10;                        &lt;Text style={{ fontSize: 13, color: '#CB6B28' }}&gt;自然语言便签不能加入地址&lt;/Text&gt;&#10;                    &lt;/Box&gt;&#10;                &lt;/Box&gt;&#10;                &lt;Text style={{ fontSize: 13, color: '#546779' }}&gt;普通记忆流里写着某个地址，不等于已知空间树已经增加了该地址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33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导航是查询，不是移动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33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next_coord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不是目的地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两个常见错误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34290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路线是分段走完的，不是一步写完的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376237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3933825"/>
            <a:ext cx="3429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周宁查询到通往服务台的路径后，后续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应保留原来的完整目标。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267200" y="1809750"/>
            <a:ext cx="73152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4438650" y="19621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610100" y="2028825"/>
            <a:ext cx="680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把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next_coord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当最终目的地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610100" y="2247900"/>
            <a:ext cx="680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每次请求都只打算移动到相邻一格，路线走不完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267200" y="2705100"/>
            <a:ext cx="73152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4438650" y="28575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610100" y="2924175"/>
            <a:ext cx="680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把路线终点直接写进当前坐标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610100" y="3143250"/>
            <a:ext cx="680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不会使角色瞬移，坐标不被文字改写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267200" y="3600450"/>
            <a:ext cx="73152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4438650" y="37528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610100" y="3819525"/>
            <a:ext cx="680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后续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保留原来的完整目标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610100" y="4038600"/>
            <a:ext cx="680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由内核沿路径逐轮消耗移动预算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267200" y="4495800"/>
            <a:ext cx="73152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38650" y="4610100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已知空间树只能来自三种途径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438650" y="4876800"/>
            <a:ext cx="3438525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438775" y="5010150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初始装配</a:t>
            </a: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探索</a:t>
            </a: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实际感知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972425" y="4876800"/>
            <a:ext cx="3438525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953500" y="501015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自然语言便签不能加入地址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438650" y="5372100"/>
            <a:ext cx="697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普通记忆流里写着某个地址，不等于已知空间树已经增加了该地址。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notes={`第三块：移动本身。&#10;&#10;Brain 选了 MOVE 之后，人物走多远不是模型说了算，是内核按移动预算算出来的。预算由步长和 movement_tiles_per_minute 相乘得到，至少为一格。&#10;&#10;这一块要建立的概念是：路线是一条链，预算是一把尺。链有多长是查询的结果，一轮切几格是预算的结果。两个数字对不上，人物就会停在半路——这不是故障，是算法本来的样子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5.3&lt;/Text&gt;&#10;&#10;        &lt;Text style={{ fontSize: 56, fontWeight: 'bold', color: '#20344B', lineHeight: 1.15 }}&gt;内核怎样决定走了多远&lt;/Text&gt;&#10;&#10;        &lt;Box style={{ width: 72, height: 4, background: '#276FBF' }} /&gt;&#10;&#10;        &lt;Text style={{ fontSize: 18, color: '#546779', lineHeight: 1.7, width: 900 }}&gt;预算由步长与 movement_tiles_per_minute 相乘得到，至少为一格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路径计算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预算消耗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提交真实终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3.5.3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内核怎样决定走了多远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预算由步长与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movement_tiles_per_minute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相乘得到，至少为一格。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路径计算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预算消耗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提交真实终点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notes={`看这条人工构造的五格路径。顺着实线从起点 0 读到 4：首次 MOVE 最多走四格，因为当前预算就是四格。指向目标 5 的那段是未完成语义——还剩一格没走完，要等下一轮。&#10;&#10;预算怎么来的？步长乘以 movement_tiles_per_minute，至少为一格。ga-cn-v1 的说明是每分钟四格。当前页面没有供这个案例直接修改移动速度的选项，这个算例用来解释算法，不是青禾案例的实测轨迹。&#10;&#10;还要提醒：格子里的数字是路径位置示意，不是 Step 编号。静态格子只是保留邻接关系，读轨迹时以提交记录里的实际路径为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3　内核怎样决定走了多远&lt;/Text&gt;&#10;            &lt;Text style={{ fontSize: 34, fontWeight: 'bold', color: '#20344B' }}&gt;五格路径与一轮预算&lt;/Text&gt;&#10;        &lt;/Box&gt;&#10;    &lt;/Box&gt;&#10;&#10;    &lt;Box style={{ height: 540, flexDirection: 'column', justifyContent: 'center', gap: 20 }}&gt;&#10;&#10;        &lt;Box style={{ flexDirection: 'column', alignItems: 'center', gap: 8 }}&gt;&#10;&#10;            &lt;Box style={{ flexDirection: 'row', gap: 30 }}&gt;&#10;                &lt;Box style={{ width: 870, height: 26, background: '#276FBF', borderRadius: 6, flexDirection: 'row', alignItems: 'center', paddingLeft: 14 }}&gt;&#10;                    &lt;Text style={{ fontSize: 12, color: '#FFFFFF' }}&gt;本轮预算消耗 4 格（示意）&lt;/Text&gt;&#10;                &lt;/Box&gt;&#10;                &lt;Box style={{ width: 150, height: 26, background: '#CB6B28', borderRadius: 6, justifyContent: 'center', alignItems: 'center' }}&gt;&#10;                    &lt;Text style={{ fontSize: 12, color: '#FFFFFF' }}&gt;剩 1 格&lt;/Text&gt;&#10;                &lt;/Box&gt;&#10;            &lt;/Box&gt;&#10;&#10;            &lt;Box style={{ flexDirection: 'row', gap: 30 }}&gt;&#10;                &lt;Box style={{ width: 150, flexDirection: 'column', alignItems: 'center', gap: 6 }}&gt;&#10;                    &lt;Box style={{ width: 150, height: 150, background: '#20344B', borderRadius: 10, justifyContent: 'center', alignItems: 'center' }}&gt;&#10;                        &lt;Text style={{ fontSize: 40, fontWeight: 'bold', color: '#FFFFFF' }}&gt;0&lt;/Text&gt;&#10;                    &lt;/Box&gt;&#10;                    &lt;Text style={{ fontSize: 13, color: '#546779' }}&gt;起点&lt;/Text&gt;&#10;                &lt;/Box&gt;&#10;                &lt;Box style={{ width: 150, flexDirection: 'column', alignItems: 'center', gap: 6 }}&gt;&#10;                    &lt;Box style={{ width: 150, height: 150, background: '#EDF4FC', borderRadius: 10, justifyContent: 'center', alignItems: 'center' }}&gt;&#10;                        &lt;Text style={{ fontSize: 40, fontWeight: 'bold', color: '#276FBF' }}&gt;1&lt;/Text&gt;&#10;                    &lt;/Box&gt;&#10;                    &lt;Text style={{ fontSize: 13, color: '#546779' }}&gt;路径&lt;/Text&gt;&#10;                &lt;/Box&gt;&#10;                &lt;Box style={{ width: 150, flexDirection: 'column', alignItems: 'center', gap: 6 }}&gt;&#10;                    &lt;Box style={{ width: 150, height: 150, background: '#EDF4FC', borderRadius: 10, justifyContent: 'center', alignItems: 'center' }}&gt;&#10;                        &lt;Text style={{ fontSize: 40, fontWeight: 'bold', color: '#276FBF' }}&gt;2&lt;/Text&gt;&#10;                    &lt;/Box&gt;&#10;                    &lt;Text style={{ fontSize: 13, color: '#546779' }}&gt;路径&lt;/Text&gt;&#10;                &lt;/Box&gt;&#10;                &lt;Box style={{ width: 150, flexDirection: 'column', alignItems: 'center', gap: 6 }}&gt;&#10;                    &lt;Box style={{ width: 150, height: 150, background: '#EDF4FC', borderRadius: 10, justifyContent: 'center', alignItems: 'center' }}&gt;&#10;                        &lt;Text style={{ fontSize: 40, fontWeight: 'bold', color: '#276FBF' }}&gt;3&lt;/Text&gt;&#10;                    &lt;/Box&gt;&#10;                    &lt;Text style={{ fontSize: 13, color: '#546779' }}&gt;路径&lt;/Text&gt;&#10;                &lt;/Box&gt;&#10;                &lt;Box style={{ width: 150, flexDirection: 'column', alignItems: 'center', gap: 6 }}&gt;&#10;                    &lt;Box style={{ width: 150, height: 150, background: '#276FBF', borderRadius: 10, justifyContent: 'center', alignItems: 'center' }}&gt;&#10;                        &lt;Text style={{ fontSize: 40, fontWeight: 'bold', color: '#FFFFFF' }}&gt;4&lt;/Text&gt;&#10;                    &lt;/Box&gt;&#10;                    &lt;Text style={{ fontSize: 13, fontWeight: 'bold', color: '#276FBF' }}&gt;首轮终点&lt;/Text&gt;&#10;                &lt;/Box&gt;&#10;                &lt;Box style={{ width: 150, flexDirection: 'column', alignItems: 'center', gap: 6 }}&gt;&#10;                    &lt;Box style={{ width: 150, height: 150, background: '#FFF4E6', borderRadius: 10, justifyContent: 'center', alignItems: 'center' }}&gt;&#10;                        &lt;Text style={{ fontSize: 40, fontWeight: 'bold', color: '#CB6B28' }}&gt;5&lt;/Text&gt;&#10;                    &lt;/Box&gt;&#10;                    &lt;Text style={{ fontSize: 13, fontWeight: 'bold', color: '#CB6B28' }}&gt;目标 · 未抵达&lt;/Text&gt;&#10;                &lt;/Box&gt;&#10;            &lt;/Box&gt;&#10;&#10;        &lt;/Box&gt;&#10;&#10;        &lt;Box style={{ flexDirection: 'row', gap: 24 }}&gt;&#10;&#10;            &lt;Box style={{ width: 560, background: '#F4F7FA', borderRadius: 10, padding: '14px 18px', flexDirection: 'column', gap: 10 }}&gt;&#10;                &lt;Text style={{ fontSize: 15, fontWeight: 'bold', color: '#20344B' }}&gt;当前预算（示意）&lt;/Text&gt;&#10;                &lt;Box style={{ flexDirection: 'row', alignItems: 'center', gap: 8 }}&gt;&#10;                    &lt;Box style={{ width: 88, height: 40, background: '#EDF4FC', borderRadius: 6, justifyContent: 'center', alignItems: 'center' }}&gt;&#10;                        &lt;Text style={{ fontSize: 14, color: '#276FBF' }}&gt;步长&lt;/Text&gt;&#10;                    &lt;/Box&gt;&#10;                    &lt;Text style={{ fontSize: 16, color: '#546779' }}&gt;×&lt;/Text&gt;&#10;                    &lt;Box style={{ width: 280, height: 40, background: '#EDF4FC', borderRadius: 6, justifyContent: 'center', alignItems: 'center' }}&gt;&#10;                        &lt;Text style={{ fontSize: 13, color: '#276FBF' }}&gt;movement_tiles_per_minute&lt;/Text&gt;&#10;                    &lt;/Box&gt;&#10;                    &lt;Text style={{ fontSize: 16, color: '#546779' }}&gt;=&lt;/Text&gt;&#10;                    &lt;Box style={{ width: 104, height: 40, background: '#ECF7F2', borderRadius: 6, justifyContent: 'center', alignItems: 'center' }}&gt;&#10;                        &lt;Text style={{ fontSize: 14, color: '#26816B' }}&gt;本轮格数&lt;/Text&gt;&#10;                    &lt;/Box&gt;&#10;                &lt;/Box&gt;&#10;                &lt;Text style={{ fontSize: 13, color: '#546779' }}&gt;ga-cn-v1：每分钟四格；至少为一格。&lt;/Text&gt;&#10;            &lt;/Box&gt;&#10;&#10;            &lt;Box style={{ width: 568, background: '#FFF4E6', borderRadius: 10, padding: '14px 18px', flexDirection: 'column', gap: 4 }}&gt;&#10;                &lt;Text style={{ fontSize: 16, fontWeight: 'bold', color: '#CB6B28' }}&gt;格内数字是路径位置示意，不是 Step 编号&lt;/Text&gt;&#10;                &lt;Text style={{ fontSize: 13, color: '#546779' }}&gt;静态格子保留邻接关系，不代表本案例已执行轨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内核怎样决定走了多远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五格路径与一轮预算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1095375" y="2057400"/>
            <a:ext cx="82867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228725" y="2114550"/>
            <a:ext cx="1400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本轮预算消耗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格（示意）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9667875" y="2057400"/>
            <a:ext cx="142875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201275" y="2114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剩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0953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6954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685925" y="3867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28098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4099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400425" y="3867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5243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1244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114925" y="3867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2388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389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29425" y="3867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9533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5534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76FBF"/>
                </a:solidFill>
                <a:latin typeface="Microsoft YaHei"/>
                <a:ea typeface="Microsoft YaHei"/>
              </a:rPr>
              <a:t>首轮终点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9667875" y="2381250"/>
            <a:ext cx="142875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267950" y="2867025"/>
            <a:ext cx="238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010775" y="3867150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B6B28"/>
                </a:solidFill>
                <a:latin typeface="Microsoft YaHei"/>
                <a:ea typeface="Microsoft YaHei"/>
              </a:rPr>
              <a:t>目标</a:t>
            </a:r>
            <a:r>
              <a:rPr lang="en-US" sz="9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CB6B28"/>
                </a:solidFill>
                <a:latin typeface="Microsoft YaHei"/>
                <a:ea typeface="Microsoft YaHei"/>
              </a:rPr>
              <a:t>未抵达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4210050"/>
            <a:ext cx="53340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1050" y="4343400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当前预算（示意）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81050" y="4610100"/>
            <a:ext cx="838200" cy="381000"/>
          </a:xfrm>
          <a:prstGeom prst="roundRect">
            <a:avLst>
              <a:gd name="adj" fmla="val 1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66800" y="47244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步长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685925" y="4705350"/>
            <a:ext cx="11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546779"/>
                </a:solidFill>
                <a:latin typeface="Microsoft YaHei"/>
                <a:ea typeface="Microsoft YaHei"/>
              </a:rPr>
              <a:t>×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1876425" y="46101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381250" y="4724400"/>
            <a:ext cx="1666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movement_tiles_per_minute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600575" y="4705350"/>
            <a:ext cx="114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791075" y="4610100"/>
            <a:ext cx="990600" cy="381000"/>
          </a:xfrm>
          <a:prstGeom prst="roundRect">
            <a:avLst>
              <a:gd name="adj" fmla="val 1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19675" y="47244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本轮格数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ga-cn-v1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：每分钟四格；至少为一格。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172200" y="4210050"/>
            <a:ext cx="5410200" cy="1162050"/>
          </a:xfrm>
          <a:prstGeom prst="roundRect">
            <a:avLst>
              <a:gd name="adj" fmla="val 81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43650" y="43434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格内数字是路径位置示意，不是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编号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343650" y="4572000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静态格子保留邻接关系，不代表本案例已执行轨迹。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notes={`MOVE 提交成功之后，世界提交会记录三样东西：真实起终点、实际执行路径、剩余路径。&#10;&#10;下一轮 Brain 要依据当前坐标和地址继续判断。注意措辞：依据坐标和地址，不是依据人物自己的台词。人物说“我已经到了”，不能替代这些字段；只有实际抵达对应场所，才进行现场活动或进入交互距离。&#10;&#10;这句话在排查时特别有用：怀疑人物没到位，先查提交记录里的终点坐标和剩余路径，再决定要不要继续追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3　内核怎样决定走了多远&lt;/Text&gt;&#10;            &lt;Text style={{ fontSize: 34, fontWeight: 'bold', color: '#20344B' }}&gt;提交记录里才有真实终点&lt;/Text&gt;&#10;        &lt;/Box&gt;&#10;    &lt;/Box&gt;&#10;&#10;    &lt;Box style={{ height: 540, flexDirection: 'row', gap: 22 }}&gt;&#10;&#10;        &lt;Box style={{ width: 460, flexDirection: 'column', justifyContent: 'center', gap: 14 }}&gt;&#10;            &lt;Text style={{ fontSize: 16, color: '#276FBF' }}&gt;提交之后看什么&lt;/Text&gt;&#10;            &lt;Text style={{ fontSize: 22, fontWeight: 'bold', color: '#20344B', lineHeight: 1.4 }}&gt;下一轮 Brain 依据当前坐标和地址继续判断&lt;/Text&gt;&#10;            &lt;Box style={{ width: 60, height: 4, background: '#276FBF' }} /&gt;&#10;            &lt;Text style={{ fontSize: 15, color: '#546779', lineHeight: 1.7 }}&gt;世界提交会记录真实起终点、实际执行路径以及剩余路径。只有实际抵达对应场所，才进行现场活动或进入交互距离。&lt;/Text&gt;&#10;        &lt;/Box&gt;&#10;&#10;        &lt;Box style={{ width: 670, flexDirection: 'column', justifyContent: 'center', gap: 10 }}&gt;&#10;&#10;            &lt;Box style={{ height: 64, background: '#FFFFFF', borderRadius: 8, flexDirection: 'row', alignItems: 'center', gap: 14, padding: '0 16px' }}&gt;&#10;                &lt;Box style={{ width: 4, height: 40, background: '#276FBF' }} /&gt;&#10;                &lt;Box style={{ width: 160 }}&gt;&lt;Text style={{ fontSize: 16, fontWeight: 'bold', color: '#20344B' }}&gt;真实起终点&lt;/Text&gt;&lt;/Box&gt;&#10;                &lt;Box style={{ flex: 1 }}&gt;&lt;Text style={{ fontSize: 14, color: '#546779' }}&gt;起点 0 · 首轮终点 4（示意）&lt;/Text&gt;&lt;/Box&gt;&#10;            &lt;/Box&gt;&#10;&#10;            &lt;Box style={{ height: 64, background: '#FFFFFF', borderRadius: 8, flexDirection: 'row', alignItems: 'center', gap: 14, padding: '0 16px' }}&gt;&#10;                &lt;Box style={{ width: 4, height: 40, background: '#276FBF' }} /&gt;&#10;                &lt;Box style={{ width: 160 }}&gt;&lt;Text style={{ fontSize: 16, fontWeight: 'bold', color: '#20344B' }}&gt;实际执行路径&lt;/Text&gt;&lt;/Box&gt;&#10;                &lt;Box style={{ flex: 1 }}&gt;&lt;Text style={{ fontSize: 14, color: '#546779' }}&gt;本轮实际走过的格&lt;/Text&gt;&lt;/Box&gt;&#10;            &lt;/Box&gt;&#10;&#10;            &lt;Box style={{ height: 64, background: '#FFFFFF', borderRadius: 8, flexDirection: 'row', alignItems: 'center', gap: 14, padding: '0 16px' }}&gt;&#10;                &lt;Box style={{ width: 4, height: 40, background: '#276FBF' }} /&gt;&#10;                &lt;Box style={{ width: 160 }}&gt;&lt;Text style={{ fontSize: 16, fontWeight: 'bold', color: '#20344B' }}&gt;剩余路径&lt;/Text&gt;&lt;/Box&gt;&#10;                &lt;Box style={{ flex: 1 }}&gt;&lt;Text style={{ fontSize: 14, color: '#546779' }}&gt;尚未完成的格，供下一轮继续&lt;/Text&gt;&lt;/Box&gt;&#10;            &lt;/Box&gt;&#10;&#10;            &lt;Box style={{ height: 76, background: '#FFF4E6', borderRadius: 10, flexDirection: 'row', alignItems: 'center', gap: 14, padding: '0 18px' }}&gt;&#10;                &lt;Box style={{ width: 4, height: 48, background: '#CB6B28' }} /&gt;&#10;                &lt;Box style={{ flex: 1, flexDirection: 'column', gap: 3 }}&gt;&#10;                    &lt;Text style={{ fontSize: 16, fontWeight: 'bold', color: '#CB6B28' }}&gt;人物说“已到达”不能替代这些字段&lt;/Text&gt;&#10;                    &lt;Text style={{ fontSize: 13, color: '#546779' }}&gt;台词不构成抵达证据&lt;/Text&gt;&#10;                &lt;/Box&gt;&#10;            &lt;/Box&gt;&#10;&#10;            &lt;Box style={{ height: 76, background: '#ECF7F2', borderRadius: 10, flexDirection: 'row', alignItems: 'center', gap: 14, padding: '0 18px' }}&gt;&#10;                &lt;Box style={{ width: 4, height: 48, background: '#26816B' }} /&gt;&#10;                &lt;Box style={{ flex: 1, flexDirection: 'column', gap: 3 }}&gt;&#10;                    &lt;Text style={{ fontSize: 16, fontWeight: 'bold', color: '#26816B' }}&gt;只有实际抵达，才进行现场活动&lt;/Text&gt;&#10;                    &lt;Text style={{ fontSize: 13, color: '#546779' }}&gt;进入交互距离同样以真实坐标为准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内核怎样决定走了多远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提交记录里才有真实终点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2933700"/>
            <a:ext cx="438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提交之后看什么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4381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下一轮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依据当前坐标和地址继续判断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37433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4381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世界提交会记录真实起终点、实际执行路径以及剩余路径。只有实际抵达对应场所，才进行现场活动或进入交互距离。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200650" y="1885950"/>
            <a:ext cx="6381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353050" y="20002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524500" y="20955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真实起终点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181850" y="2114550"/>
            <a:ext cx="424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首轮终点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（示意）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200650" y="2590800"/>
            <a:ext cx="6381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5353050" y="27051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524500" y="28003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实际执行路径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181850" y="2819400"/>
            <a:ext cx="424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本轮实际走过的格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200650" y="3295650"/>
            <a:ext cx="6381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5353050" y="34099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24500" y="35052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剩余路径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181850" y="3524250"/>
            <a:ext cx="424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尚未完成的格，供下一轮继续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200650" y="4000500"/>
            <a:ext cx="63817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5372100" y="41338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543550" y="4181475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人物说“已到达”不能替代这些字段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543550" y="4400550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台词不构成抵达证据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200650" y="4819650"/>
            <a:ext cx="63817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5372100" y="495300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543550" y="5000625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只有实际抵达，才进行现场活动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543550" y="5219700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进入交互距离同样以真实坐标为准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notes={`终点判定还有两个容易吵起来的地方。&#10;&#10;第一，同一个三层区域或四层对象地址，可能覆盖多个可走格，导航可以选择其中任何一个合法终点。你预想人物站在对象左侧，运行时停在另一处可走位置，并不必然是导航错误。要检查的是实际终点是否满足地址、碰撞和交互距离这三条，再下结论。&#10;&#10;第二，尺度要分清：三十二像素的 Tile 是画面尺度，不自动表示三十二米；“每分钟四格”描述的是本实验离散空间中的移动预算。&#10;&#10;如果研究目标涉及行走速度，需要另行定义空间标尺与实验假设，不能从图片尺寸反推人物的现实速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3　内核怎样决定走了多远&lt;/Text&gt;&#10;            &lt;Text style={{ fontSize: 34, fontWeight: 'bold', color: '#20344B' }}&gt;终点合法性与三种尺度&lt;/Text&gt;&#10;        &lt;/Box&gt;&#10;    &lt;/Box&gt;&#10;&#10;    &lt;Box style={{ height: 540, flexDirection: 'column', justifyContent: 'center', gap: 14 }}&gt;&#10;&#10;        &lt;Text style={{ fontSize: 16, color: '#546779' }}&gt;停的位置和想的不一样，先核对合法性，再谈对错。&lt;/Text&gt;&#10;&#10;        &lt;Box style={{ background: '#F4F7FA', borderRadius: 10, padding: '14px 18px', flexDirection: 'column', gap: 8 }}&gt;&#10;&#10;            &lt;Box style={{ height: 84, background: '#FFFFFF', borderRadius: 8, flexDirection: 'row', alignItems: 'center', gap: 14, padding: '0 16px' }}&gt;&#10;                &lt;Box style={{ width: 4, height: 52, background: '#276FBF' }} /&gt;&#10;                &lt;Box style={{ width: 210 }}&gt;&lt;Text style={{ fontSize: 16, fontWeight: 'bold', color: '#20344B' }}&gt;一个地址多个可走格&lt;/Text&gt;&lt;/Box&gt;&#10;                &lt;Box style={{ flex: 1 }}&gt;&lt;Text style={{ fontSize: 15, color: '#546779', lineHeight: 1.5 }}&gt;预想站在对象左侧、实停另一处，并不必然意味着导航错误。&lt;/Text&gt;&lt;/Box&gt;&#10;            &lt;/Box&gt;&#10;&#10;            &lt;Box style={{ height: 84, background: '#FFFFFF', borderRadius: 8, flexDirection: 'row', alignItems: 'center', gap: 14, padding: '0 16px' }}&gt;&#10;                &lt;Box style={{ width: 4, height: 52, background: '#26816B' }} /&gt;&#10;                &lt;Box style={{ width: 210 }}&gt;&lt;Text style={{ fontSize: 16, fontWeight: 'bold', color: '#20344B' }}&gt;判定终点查三件事&lt;/Text&gt;&lt;/Box&gt;&#10;                &lt;Box style={{ flex: 1 }}&gt;&lt;Text style={{ fontSize: 15, color: '#546779', lineHeight: 1.5 }}&gt;实际终点是否满足地址、碰撞和交互距离，再对照教学要求。&lt;/Text&gt;&lt;/Box&gt;&#10;            &lt;/Box&gt;&#10;&#10;            &lt;Box style={{ height: 84, background: '#FFFFFF', borderRadius: 8, flexDirection: 'row', alignItems: 'center', gap: 14, padding: '0 16px' }}&gt;&#10;                &lt;Box style={{ width: 4, height: 52, background: '#276FBF' }} /&gt;&#10;                &lt;Box style={{ width: 210 }}&gt;&lt;Text style={{ fontSize: 16, fontWeight: 'bold', color: '#20344B' }}&gt;格、像素、米要分清&lt;/Text&gt;&lt;/Box&gt;&#10;                &lt;Box style={{ flex: 1 }}&gt;&lt;Text style={{ fontSize: 15, color: '#546779', lineHeight: 1.5 }}&gt;32 像素的 Tile 是画面尺度，不自动表示 32 米；“每分钟四格”是离散空间预算。&lt;/Text&gt;&lt;/Box&gt;&#10;            &lt;/Box&gt;&#10;&#10;        &lt;/Box&gt;&#10;&#10;        &lt;Box style={{ height: 78, background: '#FFF4E6', borderRadius: 10, flexDirection: 'row', alignItems: 'center', gap: 14, padding: '0 20px' }}&gt;&#10;            &lt;Box style={{ width: 4, height: 48, background: '#CB6B28' }} /&gt;&#10;            &lt;Box style={{ flex: 1, flexDirection: 'column', gap: 3 }}&gt;&#10;                &lt;Text style={{ fontSize: 17, fontWeight: 'bold', color: '#CB6B28' }}&gt;不能从图片尺寸反推人物的现实速度&lt;/Text&gt;&#10;                &lt;Text style={{ fontSize: 13, color: '#546779' }}&gt;研究行走速度需另行定义空间标尺与实验假设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内核怎样决定走了多远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终点合法性与三种尺度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停的位置和想的不一样，先核对合法性，再谈对错。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2028825"/>
            <a:ext cx="10972800" cy="2819400"/>
          </a:xfrm>
          <a:prstGeom prst="roundRect">
            <a:avLst>
              <a:gd name="adj" fmla="val 337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781050" y="2162175"/>
            <a:ext cx="10629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933450" y="23145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04900" y="24669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一个地址多个可走格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238500" y="2438400"/>
            <a:ext cx="802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预想站在对象左侧、实停另一处，并不必然意味着导航错误。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81050" y="3038475"/>
            <a:ext cx="10629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933450" y="31908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04900" y="33432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判定终点查三件事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238500" y="3314700"/>
            <a:ext cx="802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实际终点是否满足地址、碰撞和交互距离，再对照教学要求。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81050" y="3914775"/>
            <a:ext cx="106299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933450" y="40671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04900" y="42195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格、像素、米要分清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238500" y="4191000"/>
            <a:ext cx="802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像素的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Tile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是画面尺度，不自动表示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米；“每分钟四格”是离散空间预算。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49815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800100" y="51244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71550" y="5162550"/>
            <a:ext cx="1042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不能从图片尺寸反推人物的现实速度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71550" y="5391150"/>
            <a:ext cx="1042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研究行走速度需另行定义空间标尺与实验假设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9" name="" descr="&lt;Slide notes={`第四块：动作。&#10;&#10;世界动作统一通过 world-act 提交，每名参与者每个 Step 最多成功选择一次。这句话有两层：一是所有人共用一个入口，二是选择成功的窗口每轮只有一次。&#10;&#10;可用原语不表示任何参数或目标都能通过校验。身份不对、目标不对、参数不对，都会被拦下来。&#10;&#10;这一块的核心问题是：谁有权做哪件事，以及“接受选择”和“形成事实”为什么是两个阶段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5.4&lt;/Text&gt;&#10;&#10;        &lt;Text style={{ fontSize: 56, fontWeight: 'bold', color: '#20344B', lineHeight: 1.15 }}&gt;六种动作分别表达什么&lt;/Text&gt;&#10;&#10;        &lt;Box style={{ width: 72, height: 4, background: '#276FBF' }} /&gt;&#10;&#10;        &lt;Text style={{ fontSize: 18, color: '#546779', lineHeight: 1.7, width: 900 }}&gt;统一经 world-act 提交；每位参与者每 Step 最多成功接受一次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身份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world-act 校验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提交形成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3.5.4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六种动作分别表达什么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统一经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提交；每位参与者每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最多成功接受一次。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724400" y="425767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提交形成事实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5" name="" descr="&lt;Slide notes={`按当前能力合同整理动作的归属。先看身份：林岚所在的 Agent 框里，可用原语是 MOVE、ACT、WAIT、SPEAK、INTERACT，没有 SET_OBJECT_STATE。公告栏自己的框里才有 ACT、WAIT 和 SET_OBJECT_STATE，同次动作还可带 responses，但只能引用真实待处理请求 ID。&#10;&#10;两条路线都要经过 world-act 校验：当前身份、目标、参数。校验过后，每位参与者每个 Step 最多成功接受一次动作选择，随后由世界提交形成事实。&#10;&#10;接受选择和形成事实是两个阶段，中间还有权限边界：Agent 不能代改对象状态，对象只能改自身状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4　六种动作分别表达什么&lt;/Text&gt;&#10;            &lt;Text style={{ fontSize: 34, fontWeight: 'bold', color: '#20344B' }}&gt;动作原语与参与者控制权&lt;/Text&gt;&#10;        &lt;/Box&gt;&#10;    &lt;/Box&gt;&#10;&#10;    &lt;Box style={{ height: 540, flexDirection: 'column', justifyContent: 'center', gap: 14 }}&gt;&#10;&#10;        &lt;Box style={{ flexDirection: 'row', gap: 24 }}&gt;&#10;&#10;            &lt;Box style={{ width: 564, height: 172, background: '#EDF4FC', borderRadius: 12, padding: '16px 18px', flexDirection: 'column', gap: 10 }}&gt;&#10;                &lt;Text style={{ fontSize: 17, fontWeight: 'bold', color: '#276FBF' }}&gt;Agent 身份（如林岚）&lt;/Text&gt;&#10;                &lt;Box style={{ flexDirection: 'row', gap: 8 }}&gt;&#10;                    &lt;Box style={{ width: 96, height: 36, background: '#FFFFFF', borderRadius: 6, justifyContent: 'center', alignItems: 'center' }}&gt;&#10;                        &lt;Text style={{ fontSize: 14, fontWeight: 'bold', color: '#276FBF' }}&gt;MOVE&lt;/Text&gt;&#10;                    &lt;/Box&gt;&#10;                    &lt;Box style={{ width: 80, height: 36, background: '#FFFFFF', borderRadius: 6, justifyContent: 'center', alignItems: 'center' }}&gt;&#10;                        &lt;Text style={{ fontSize: 14, fontWeight: 'bold', color: '#276FBF' }}&gt;ACT&lt;/Text&gt;&#10;                    &lt;/Box&gt;&#10;                    &lt;Box style={{ width: 92, height: 36, background: '#FFFFFF', borderRadius: 6, justifyContent: 'center', alignItems: 'center' }}&gt;&#10;                        &lt;Text style={{ fontSize: 14, fontWeight: 'bold', color: '#276FBF' }}&gt;WAIT&lt;/Text&gt;&#10;                    &lt;/Box&gt;&#10;                    &lt;Box style={{ width: 96, height: 36, background: '#FFFFFF', borderRadius: 6, justifyContent: 'center', alignItems: 'center' }}&gt;&#10;                        &lt;Text style={{ fontSize: 14, fontWeight: 'bold', color: '#276FBF' }}&gt;SPEAK&lt;/Text&gt;&#10;                    &lt;/Box&gt;&#10;                    &lt;Box style={{ width: 116, height: 36, background: '#FFFFFF', borderRadius: 6, justifyContent: 'center', alignItems: 'center' }}&gt;&#10;                        &lt;Text style={{ fontSize: 14, fontWeight: 'bold', color: '#276FBF' }}&gt;INTERACT&lt;/Text&gt;&#10;                    &lt;/Box&gt;&#10;                &lt;/Box&gt;&#10;                &lt;Text style={{ fontSize: 13, color: '#546779' }}&gt;没有 SET_OBJECT_STATE&lt;/Text&gt;&#10;            &lt;/Box&gt;&#10;&#10;            &lt;Box style={{ width: 564, height: 172, background: '#ECF7F2', borderRadius: 12, padding: '16px 18px', flexDirection: 'column', gap: 10 }}&gt;&#10;                &lt;Text style={{ fontSize: 17, fontWeight: 'bold', color: '#26816B' }}&gt;固定对象身份（如公告栏）&lt;/Text&gt;&#10;                &lt;Box style={{ flexDirection: 'row', gap: 8 }}&gt;&#10;                    &lt;Box style={{ width: 80, height: 36, background: '#FFFFFF', borderRadius: 6, justifyContent: 'center', alignItems: 'center' }}&gt;&#10;                        &lt;Text style={{ fontSize: 14, fontWeight: 'bold', color: '#26816B' }}&gt;ACT&lt;/Text&gt;&#10;                    &lt;/Box&gt;&#10;                    &lt;Box style={{ width: 92, height: 36, background: '#FFFFFF', borderRadius: 6, justifyContent: 'center', alignItems: 'center' }}&gt;&#10;                        &lt;Text style={{ fontSize: 14, fontWeight: 'bold', color: '#26816B' }}&gt;WAIT&lt;/Text&gt;&#10;                    &lt;/Box&gt;&#10;                    &lt;Box style={{ width: 190, height: 36, background: '#FFFFFF', borderRadius: 6, justifyContent: 'center', alignItems: 'center' }}&gt;&#10;                        &lt;Text style={{ fontSize: 14, fontWeight: 'bold', color: '#26816B' }}&gt;SET_OBJECT_STATE&lt;/Text&gt;&#10;                    &lt;/Box&gt;&#10;                &lt;/Box&gt;&#10;                &lt;Text style={{ fontSize: 13, color: '#546779' }}&gt;同次动作可带 responses，仅引用真实待处理请求 ID&lt;/Text&gt;&#10;            &lt;/Box&gt;&#10;&#10;        &lt;/Box&gt;&#10;&#10;        &lt;Box style={{ flexDirection: 'row', gap: 24 }}&gt;&#10;            &lt;Box style={{ width: 564, height: 24, justifyContent: 'center', alignItems: 'center' }}&gt;&#10;                &lt;Text style={{ fontSize: 20, color: '#276FBF' }}&gt;↓&lt;/Text&gt;&#10;            &lt;/Box&gt;&#10;            &lt;Box style={{ width: 564, height: 24, justifyContent: 'center', alignItems: 'center' }}&gt;&#10;                &lt;Text style={{ fontSize: 20, color: '#26816B' }}&gt;↓&lt;/Text&gt;&#10;            &lt;/Box&gt;&#10;        &lt;/Box&gt;&#10;&#10;        &lt;Box style={{ height: 76, background: '#20344B', borderRadius: 10, flexDirection: 'row', alignItems: 'center', gap: 16, padding: '0 22px' }}&gt;&#10;            &lt;Text style={{ fontSize: 17, fontWeight: 'bold', color: '#FFFFFF' }}&gt;world-act　校验当前身份、目标、参数&lt;/Text&gt;&#10;            &lt;Box style={{ flex: 1 }} /&gt;&#10;            &lt;Box style={{ width: 388, height: 36, background: '#CB6B28', borderRadius: 6, justifyContent: 'center', alignItems: 'center' }}&gt;&#10;                &lt;Text style={{ fontSize: 13, color: '#FFFFFF' }}&gt;Agent 不可代改对象状态 · 对象只能改自身状态&lt;/Text&gt;&#10;            &lt;/Box&gt;&#10;        &lt;/Box&gt;&#10;&#10;        &lt;Box style={{ height: 24, justifyContent: 'center', alignItems: 'center' }}&gt;&#10;            &lt;Text style={{ fontSize: 20, color: '#20344B' }}&gt;↓&lt;/Text&gt;&#10;        &lt;/Box&gt;&#10;&#10;        &lt;Box style={{ flexDirection: 'row', alignItems: 'center' }}&gt;&#10;            &lt;Box style={{ flex: 1, height: 64, background: '#EDF4FC', borderRadius: 8, justifyContent: 'center', alignItems: 'center' }}&gt;&#10;                &lt;Text style={{ fontSize: 16, fontWeight: 'bold', color: '#276FBF' }}&gt;每位参与者每 Step 最多成功接受一次动作选择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flex: 1, height: 64, background: '#ECF7F2', borderRadius: 8, justifyContent: 'center', alignItems: 'center' }}&gt;&#10;                &lt;Text style={{ fontSize: 16, fontWeight: 'bold', color: '#26816B' }}&gt;随后由世界提交形成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六种动作分别表达什么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动作原语与参与者控制权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1733550"/>
            <a:ext cx="5372100" cy="1638300"/>
          </a:xfrm>
          <a:prstGeom prst="roundRect">
            <a:avLst>
              <a:gd name="adj" fmla="val 69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身份（如林岚）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81050" y="21812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28700" y="22764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MOVE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1771650" y="21812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019300" y="2276475"/>
            <a:ext cx="27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ACT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609850" y="2181225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867025" y="22764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WAIT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562350" y="21812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800475" y="2276475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SPEAK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552950" y="2181225"/>
            <a:ext cx="11049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762500" y="2276475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INTERACT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81050" y="2619375"/>
            <a:ext cx="502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没有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SET_OBJECT_STATE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210300" y="1733550"/>
            <a:ext cx="5372100" cy="1638300"/>
          </a:xfrm>
          <a:prstGeom prst="roundRect">
            <a:avLst>
              <a:gd name="adj" fmla="val 697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381750" y="18859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固定对象身份（如公告栏）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381750" y="21812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629400" y="2276475"/>
            <a:ext cx="27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ACT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219950" y="2181225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77125" y="22764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WAIT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172450" y="2181225"/>
            <a:ext cx="1809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439150" y="2276475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SET_OBJECT_STATE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381750" y="2619375"/>
            <a:ext cx="502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同次动作可带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，仅引用真实待处理请求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248025" y="35052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848725" y="35052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8671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19150" y="41338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world-act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校验当前身份、目标、参数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7677150" y="4057650"/>
            <a:ext cx="3695700" cy="342900"/>
          </a:xfrm>
          <a:prstGeom prst="roundRect">
            <a:avLst>
              <a:gd name="adj" fmla="val 1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220075" y="4152900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不可代改对象状态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对象只能改自身状态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48375" y="47244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0344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5086350"/>
            <a:ext cx="52768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657350" y="529590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每位参与者每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最多成功接受一次动作选择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57900" y="5238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305550" y="5086350"/>
            <a:ext cx="52768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105775" y="52959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随后由世界提交形成事实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六种原语逐个过。&#10;&#10;MOVE 走向服务台或阅读区，要核对执行路径、实际终点、剩余路径。ACT 在当前位置阅读、整理资料，要核对非空的 predicate 和 object，以及当前位置。WAIT 用于等待答复或已知时间边界，要核对等待原因与适当的预期边界。SPEAK 向一名角色传达消息，要核对参与者、消息与稳定会话身份。INTERACT 查询公告或向服务台咨询，要核对实际 selection_key、请求及后续回复。SET_OBJECT_STATE 修改对象自身状态，要核对对象身份、状态补丁与提交事实。&#10;&#10;每一行的核对项就是排查清单，缺一项就不能说动作成立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4　六种动作分别表达什么&lt;/Text&gt;&#10;            &lt;Text style={{ fontSize: 34, fontWeight: 'bold', color: '#20344B' }}&gt;六种原语，各核对什么&lt;/Text&gt;&#10;        &lt;/Box&gt;&#10;    &lt;/Box&gt;&#10;&#10;    &lt;Box style={{ height: 540, flexDirection: 'column', justifyContent: 'center', gap: 14 }}&gt;&#10;&#10;        &lt;Text style={{ fontSize: 16, color: '#546779' }}&gt;统一经 world-act 提交；每名参与者每 Step 最多成功选择一次。&lt;/Text&gt;&#10;&#10;        &lt;Box style={{ background: '#F4F7FA', borderRadius: 10, padding: '14px 18px', flexDirection: 'column', gap: 8 }}&gt;&#10;&#10;            &lt;Box style={{ flexDirection: 'row', alignItems: 'center', gap: 14, height: 26 }}&gt;&#10;                &lt;Box style={{ width: 4 }} /&gt;&#10;                &lt;Box style={{ width: 210 }}&gt;&lt;Text style={{ fontSize: 15, fontWeight: 'bold', color: '#546779' }}&gt;原语&lt;/Text&gt;&lt;/Box&gt;&#10;                &lt;Box style={{ width: 320 }}&gt;&lt;Text style={{ fontSize: 15, fontWeight: 'bold', color: '#546779' }}&gt;典型用途&lt;/Text&gt;&lt;/Box&gt;&#10;                &lt;Box style={{ flex: 1 }}&gt;&lt;Text style={{ fontSize: 15, fontWeight: 'bold', color: '#546779' }}&gt;需要核对的事实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76FBF' }} /&gt;&#10;                &lt;Box style={{ width: 210 }}&gt;&lt;Text style={{ fontSize: 16, fontWeight: 'bold', color: '#276FBF' }}&gt;MOVE&lt;/Text&gt;&lt;/Box&gt;&#10;                &lt;Box style={{ width: 320 }}&gt;&lt;Text style={{ fontSize: 14, color: '#546779' }}&gt;走向服务台或阅读区&lt;/Text&gt;&lt;/Box&gt;&#10;                &lt;Box style={{ flex: 1 }}&gt;&lt;Text style={{ fontSize: 14, color: '#546779' }}&gt;执行路径、实际终点、剩余路径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76FBF' }} /&gt;&#10;                &lt;Box style={{ width: 210 }}&gt;&lt;Text style={{ fontSize: 16, fontWeight: 'bold', color: '#276FBF' }}&gt;ACT&lt;/Text&gt;&lt;/Box&gt;&#10;                &lt;Box style={{ width: 320 }}&gt;&lt;Text style={{ fontSize: 14, color: '#546779' }}&gt;在当前位置阅读、整理资料&lt;/Text&gt;&lt;/Box&gt;&#10;                &lt;Box style={{ flex: 1 }}&gt;&lt;Text style={{ fontSize: 14, color: '#546779' }}&gt;非空 predicate、object，当前位置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76FBF' }} /&gt;&#10;                &lt;Box style={{ width: 210 }}&gt;&lt;Text style={{ fontSize: 16, fontWeight: 'bold', color: '#276FBF' }}&gt;WAIT&lt;/Text&gt;&lt;/Box&gt;&#10;                &lt;Box style={{ width: 320 }}&gt;&lt;Text style={{ fontSize: 14, color: '#546779' }}&gt;等待答复或已知时间边界&lt;/Text&gt;&lt;/Box&gt;&#10;                &lt;Box style={{ flex: 1 }}&gt;&lt;Text style={{ fontSize: 14, color: '#546779' }}&gt;等待原因与适当的预期边界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76FBF' }} /&gt;&#10;                &lt;Box style={{ width: 210 }}&gt;&lt;Text style={{ fontSize: 16, fontWeight: 'bold', color: '#276FBF' }}&gt;SPEAK&lt;/Text&gt;&lt;/Box&gt;&#10;                &lt;Box style={{ width: 320 }}&gt;&lt;Text style={{ fontSize: 14, color: '#546779' }}&gt;向一名角色传达消息&lt;/Text&gt;&lt;/Box&gt;&#10;                &lt;Box style={{ flex: 1 }}&gt;&lt;Text style={{ fontSize: 14, color: '#546779' }}&gt;参与者、消息与稳定会话身份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76FBF' }} /&gt;&#10;                &lt;Box style={{ width: 210 }}&gt;&lt;Text style={{ fontSize: 16, fontWeight: 'bold', color: '#276FBF' }}&gt;INTERACT&lt;/Text&gt;&lt;/Box&gt;&#10;                &lt;Box style={{ width: 320 }}&gt;&lt;Text style={{ fontSize: 14, color: '#546779' }}&gt;查询公告或向服务台咨询&lt;/Text&gt;&lt;/Box&gt;&#10;                &lt;Box style={{ flex: 1 }}&gt;&lt;Text style={{ fontSize: 14, color: '#546779' }}&gt;实际 selection_key、请求及后续回复&lt;/Text&gt;&lt;/Box&gt;&#10;            &lt;/Box&gt;&#10;&#10;            &lt;Box style={{ height: 62, background: '#FFFFFF', borderRadius: 8, flexDirection: 'row', alignItems: 'center', gap: 14, padding: '0 14px' }}&gt;&#10;                &lt;Box style={{ width: 4, height: 38, background: '#26816B' }} /&gt;&#10;                &lt;Box style={{ width: 210 }}&gt;&lt;Text style={{ fontSize: 16, fontWeight: 'bold', color: '#26816B' }}&gt;SET_OBJECT_STATE&lt;/Text&gt;&lt;/Box&gt;&#10;                &lt;Box style={{ width: 320 }}&gt;&lt;Text style={{ fontSize: 14, color: '#546779' }}&gt;修改对象自身状态&lt;/Text&gt;&lt;/Box&gt;&#10;                &lt;Box style={{ flex: 1 }}&gt;&lt;Text style={{ fontSize: 14, color: '#546779' }}&gt;对象身份、状态补丁与提交事实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六种动作分别表达什么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六种原语，各核对什么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1295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统一经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提交；每名参与者每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最多成功选择一次。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1619250"/>
            <a:ext cx="10972800" cy="4514850"/>
          </a:xfrm>
          <a:prstGeom prst="roundRect">
            <a:avLst>
              <a:gd name="adj" fmla="val 21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2500" y="17907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原语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086100" y="17907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典型用途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267450" y="179070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需要核对的事实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781050" y="207645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914400" y="219075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85850" y="22764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MOVE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219450" y="22955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走向服务台或阅读区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400800" y="229552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执行路径、实际终点、剩余路径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81050" y="274320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914400" y="28575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85850" y="29432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ACT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219450" y="29622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在当前位置阅读、整理资料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400800" y="296227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非空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predicate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object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，当前位置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81050" y="340995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914400" y="352425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85850" y="36099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WAIT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219450" y="36290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等待答复或已知时间边界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00800" y="362902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等待原因与适当的预期边界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81050" y="407670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914400" y="419100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85850" y="42767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SPEAK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219450" y="42957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向一名角色传达消息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00800" y="429577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参与者、消息与稳定会话身份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81050" y="474345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914400" y="4857750"/>
            <a:ext cx="38100" cy="361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85850" y="49434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INTERACT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219450" y="49625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查询公告或向服务台咨询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400800" y="496252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selection_key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、请求及后续回复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81050" y="5410200"/>
            <a:ext cx="106299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914400" y="5524500"/>
            <a:ext cx="38100" cy="361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85850" y="56102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SET_OBJECT_STATE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219450" y="56292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修改对象自身状态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400800" y="5629275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对象身份、状态补丁与提交事实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8" name="" descr="&lt;Slide notes={`几个原语的语义再明确一下。&#10;&#10;ACT 是当前位置上的活动。抵达阅读区后提交 predicate 为阅读、object 为开放日介绍资料就够了，不需要内核新增业务编码；target 参数须与当前事实一致，它不能顺带移动。&#10;&#10;WAIT 用于确实没有立即继续的条件，如等待已发出的对象请求获得回复；不能为了省事把所有活动都写成等待。MOVE 的可选 predicate 表达“快步行走”这样的移动活动，不写“已经抵达服务台”，实际地址由内核确定。&#10;&#10;权限边界看公告栏：林岚不能以 Agent 身份直接改对象状态，必须 INTERACT 提出请求，由公告栏在自己轮次决定并提交，对象因此有独立行为，请求链可审核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4　六种动作分别表达什么&lt;/Text&gt;&#10;            &lt;Text style={{ fontSize: 34, fontWeight: 'bold', color: '#20344B' }}&gt;ACT、WAIT 与权限边界&lt;/Text&gt;&#10;        &lt;/Box&gt;&#10;    &lt;/Box&gt;&#10;&#10;    &lt;Box style={{ height: 540, flexDirection: 'row', gap: 22 }}&gt;&#10;&#10;        &lt;Box style={{ width: 640, flexDirection: 'column', justifyContent: 'center', gap: 10 }}&gt;&#10;&#10;            &lt;Text style={{ fontSize: 16, color: '#546779' }}&gt;普通活动用 ACT；WAIT 要有真实原因。&lt;/Text&gt;&#10;&#10;            &lt;Box style={{ height: 122, background: '#F4F7FA', borderRadius: 10, padding: '12px 18px', flexDirection: 'column', gap: 6, justifyContent: 'center' }}&gt;&#10;                &lt;Text style={{ fontSize: 16, fontWeight: 'bold', color: '#276FBF' }}&gt;ACT · 当前位置上的活动&lt;/Text&gt;&#10;                &lt;Text style={{ fontSize: 13, color: '#546779', lineHeight: 1.55 }}&gt;例：predicate: “阅读”、object: “开放日介绍资料”；不需要内核新增业务编码；target 参数须与当前事实一致，不能顺带移动。&lt;/Text&gt;&#10;            &lt;/Box&gt;&#10;&#10;            &lt;Box style={{ height: 96, background: '#FFF4E6', borderRadius: 10, padding: '12px 18px', flexDirection: 'column', gap: 6, justifyContent: 'center' }}&gt;&#10;                &lt;Text style={{ fontSize: 16, fontWeight: 'bold', color: '#CB6B28' }}&gt;WAIT · 要有真实原因&lt;/Text&gt;&#10;                &lt;Text style={{ fontSize: 13, color: '#546779', lineHeight: 1.55 }}&gt;等待已发出的对象请求获得回复；不能为了省事，把所有活动都写成等待。&lt;/Text&gt;&#10;            &lt;/Box&gt;&#10;&#10;            &lt;Box style={{ height: 96, background: '#ECF7F2', borderRadius: 10, padding: '12px 18px', flexDirection: 'column', gap: 6, justifyContent: 'center' }}&gt;&#10;                &lt;Text style={{ fontSize: 16, fontWeight: 'bold', color: '#26816B' }}&gt;MOVE 的 predicate 表达移动活动&lt;/Text&gt;&#10;                &lt;Text style={{ fontSize: 13, color: '#546779', lineHeight: 1.55 }}&gt;如“快步行走”，不写“已经抵达服务台”；移动事件的实际地址由内核确定。&lt;/Text&gt;&#10;            &lt;/Box&gt;&#10;&#10;        &lt;/Box&gt;&#10;&#10;        &lt;Box style={{ width: 490, flexDirection: 'column', justifyContent: 'center', gap: 10 }}&gt;&#10;&#10;            &lt;Text style={{ fontSize: 16, fontWeight: 'bold', color: '#20344B' }}&gt;公告栏的权限边界&lt;/Text&gt;&#10;&#10;            &lt;Box style={{ height: 64, background: '#EDF4FC', borderRadius: 8, justifyContent: 'center', alignItems: 'center' }}&gt;&#10;                &lt;Text style={{ fontSize: 15, fontWeight: 'bold', color: '#276FBF' }}&gt;林岚（Agent）：INTERACT 提出请求&lt;/Text&gt;&#10;            &lt;/Box&gt;&#10;&#10;            &lt;Box style={{ height: 24, justifyContent: 'center', alignItems: 'center' }}&gt;&#10;                &lt;Text style={{ fontSize: 20, color: '#276FBF' }}&gt;↓&lt;/Text&gt;&#10;            &lt;/Box&gt;&#10;&#10;            &lt;Box style={{ height: 64, background: '#ECF7F2', borderRadius: 8, justifyContent: 'center', alignItems: 'center' }}&gt;&#10;                &lt;Text style={{ fontSize: 15, fontWeight: 'bold', color: '#26816B' }}&gt;公告栏：自己的轮次决定&lt;/Text&gt;&#10;            &lt;/Box&gt;&#10;&#10;            &lt;Box style={{ height: 24, justifyContent: 'center', alignItems: 'center' }}&gt;&#10;                &lt;Text style={{ fontSize: 20, color: '#26816B' }}&gt;↓&lt;/Text&gt;&#10;            &lt;/Box&gt;&#10;&#10;            &lt;Box style={{ height: 64, background: '#26816B', borderRadius: 8, justifyContent: 'center', alignItems: 'center' }}&gt;&#10;                &lt;Text style={{ fontSize: 15, fontWeight: 'bold', color: '#FFFFFF' }}&gt;提交状态变化，留下可审核请求链&lt;/Text&gt;&#10;            &lt;/Box&gt;&#10;&#10;            &lt;Box style={{ height: 76, background: '#FFF4E6', borderRadius: 10, padding: '12px 16px', flexDirection: 'column', gap: 4, justifyContent: 'center' }}&gt;&#10;                &lt;Text style={{ fontSize: 14, fontWeight: 'bold', color: '#CB6B28' }}&gt;林岚不能以 Agent 身份直接 SET_OBJECT_STATE&lt;/Text&gt;&#10;                &lt;Text style={{ fontSize: 12, color: '#546779' }}&gt;对象具有独立行为，状态变化可被审计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1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90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六种动作分别表达什么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ACT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WAIT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与权限边界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普通活动用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WAIT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要有真实原因。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2266950"/>
            <a:ext cx="60960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81050" y="2495550"/>
            <a:ext cx="575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ACT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当前位置上的活动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81050" y="2743200"/>
            <a:ext cx="5753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例：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predicate: “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阅读”、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object: “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开放日介绍资料”；不需要内核新增业务编码；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target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参数须与当前事实一致，不能顺带移动。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3524250"/>
            <a:ext cx="6096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81050" y="3743325"/>
            <a:ext cx="575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WAIT ·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要有真实原因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3990975"/>
            <a:ext cx="57531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等待已发出的对象请求获得回复；不能为了省事，把所有活动都写成等待。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4533900"/>
            <a:ext cx="6096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81050" y="4752975"/>
            <a:ext cx="575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MOVE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的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predicate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表达移动活动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81050" y="5000625"/>
            <a:ext cx="57531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如“快步行走”，不写“已经抵达服务台”；移动事件的实际地址由内核确定。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915150" y="1828800"/>
            <a:ext cx="466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公告栏的权限边界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915150" y="2114550"/>
            <a:ext cx="4667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01000" y="2333625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林岚（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）：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提出请求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201150" y="28194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915150" y="3143250"/>
            <a:ext cx="4667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467725" y="33623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公告栏：自己的轮次决定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201150" y="38481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915150" y="4171950"/>
            <a:ext cx="4667250" cy="609600"/>
          </a:xfrm>
          <a:prstGeom prst="roundRect">
            <a:avLst>
              <a:gd name="adj" fmla="val 125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181975" y="43910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提交状态变化，留下可审核请求链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915150" y="4876800"/>
            <a:ext cx="46672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067550" y="50673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林岚不能以</a:t>
            </a: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身份直接</a:t>
            </a: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SET_OBJECT_STATE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067550" y="5267325"/>
            <a:ext cx="436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对象具有独立行为，状态变化可被审计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notes={`第五块：取证。&#10;&#10;前面的机制都讲了，怎么确认它们真的按说的那样运转？答案分两层：页面上的检查，和页面下的证据。&#10;&#10;配置阶段有预检，运行之后有回放和 Agent 检查器，但这些只是入口。真正下结论，要落到调用记录和结构化事实：请求发没发出、返回了什么、走了哪些格。&#10;&#10;这一块的主线是：从页面一路检查到事实，证据足够才说抵达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5　　3.5.5&lt;/Text&gt;&#10;&#10;        &lt;Text style={{ fontSize: 56, fontWeight: 'bold', color: '#20344B', lineHeight: 1.15 }}&gt;从页面一路检查到事实&lt;/Text&gt;&#10;&#10;        &lt;Box style={{ width: 72, height: 4, background: '#276FBF' }} /&gt;&#10;&#10;        &lt;Text style={{ fontSize: 18, color: '#546779', lineHeight: 1.7, width: 900 }}&gt;页面标签是入口，结构化事实才是证据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配置预检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回放检查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结构化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2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3.5.5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从页面一路检查到事实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页面标签是入口，结构化事实才是证据。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配置预检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回放检查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1629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结构化事实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00" name="" descr="&lt;Slide notes={`检查分两段。&#10;&#10;配置阶段先查看人物的感知参数，再到地图中核对语义范围、碰撞、出生点以及对象交互距离。保存之后重新打开，确认页面保留的是实际值——这步别省。但要记住：预检通过只表示静态合同满足要求，不代表角色已经走过路线。&#10;&#10;运行之后，在回放中选择人物和相应时间位置，查看 Agent 检查器的位置、动作以及当前窗口事件。需要确认边界时，继续查看对应的调用记录和结构化事实：一次感知请求有没有真的发出，返回了哪些候选，导航查询指向什么，MOVE 最终走了哪些格。&#10;&#10;页面标签只是入口，结论要落在调用记录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5　从页面一路检查到事实&lt;/Text&gt;&#10;            &lt;Text style={{ fontSize: 34, fontWeight: 'bold', color: '#20344B' }}&gt;配置预检与运行后检查&lt;/Text&gt;&#10;        &lt;/Box&gt;&#10;    &lt;/Box&gt;&#10;&#10;    &lt;Box style={{ height: 540, flexDirection: 'row', gap: 22 }}&gt;&#10;&#10;        &lt;Box style={{ width: 500, background: '#F4F7FA', borderRadius: 12, padding: '16px 18px', flexDirection: 'column', gap: 10 }}&gt;&#10;&#10;            &lt;Box style={{ flexDirection: 'row', alignItems: 'center', gap: 10 }}&gt;&#10;                &lt;Box style={{ width: 4, height: 20, background: '#276FBF' }} /&gt;&#10;                &lt;Text style={{ fontSize: 15, fontWeight: 'bold', color: '#20344B' }}&gt;配置阶段（页面示意）&lt;/Text&gt;&#10;                &lt;Box style={{ flex: 1 }} /&gt;&#10;                &lt;Box style={{ width: 48, height: 24, background: '#CB6B28', borderRadius: 12, justifyContent: 'center', alignItems: 'center' }}&gt;&#10;                    &lt;Text style={{ fontSize: 11, color: '#FFFFFF' }}&gt;示意&lt;/Text&gt;&#10;                &lt;/Box&gt;&#10;            &lt;/Box&gt;&#10;&#10;            &lt;Box style={{ height: 52, background: '#FFFFFF', borderRadius: 8, flexDirection: 'row', alignItems: 'center', gap: 12, padding: '0 14px' }}&gt;&#10;                &lt;Text style={{ fontSize: 13, color: '#546779', width: 120 }}&gt;人物 · 感知参数&lt;/Text&gt;&#10;                &lt;Text style={{ fontSize: 14, fontWeight: 'bold', color: '#276FBF' }}&gt;vision_radius_tiles&lt;/Text&gt;&#10;            &lt;/Box&gt;&#10;&#10;            &lt;Box style={{ height: 52, background: '#FFFFFF', borderRadius: 8, flexDirection: 'row', alignItems: 'center', gap: 12, padding: '0 14px' }}&gt;&#10;                &lt;Text style={{ fontSize: 13, color: '#546779', width: 120 }}&gt;地图 · 装配&lt;/Text&gt;&#10;                &lt;Text style={{ fontSize: 14, fontWeight: 'bold', color: '#276FBF' }}&gt;语义范围 · 碰撞 · 出生点&lt;/Text&gt;&#10;            &lt;/Box&gt;&#10;&#10;            &lt;Box style={{ height: 52, background: '#FFFFFF', borderRadius: 8, flexDirection: 'row', alignItems: 'center', gap: 12, padding: '0 14px' }}&gt;&#10;                &lt;Text style={{ fontSize: 13, color: '#546779', width: 120 }}&gt;对象 · 交互&lt;/Text&gt;&#10;                &lt;Text style={{ fontSize: 14, fontWeight: 'bold', color: '#276FBF' }}&gt;对象交互距离&lt;/Text&gt;&#10;            &lt;/Box&gt;&#10;&#10;            &lt;Box style={{ height: 60, background: '#ECF7F2', borderRadius: 8, padding: '10px 14px', flexDirection: 'column', gap: 3, justifyContent: 'center' }}&gt;&#10;                &lt;Text style={{ fontSize: 14, fontWeight: 'bold', color: '#26816B' }}&gt;保存后重新打开&lt;/Text&gt;&#10;                &lt;Text style={{ fontSize: 12, color: '#546779' }}&gt;确认页面保留的是实际值&lt;/Text&gt;&#10;            &lt;/Box&gt;&#10;&#10;            &lt;Box style={{ height: 72, background: '#FFF4E6', borderRadius: 8, padding: '10px 14px', flexDirection: 'column', gap: 3, justifyContent: 'center' }}&gt;&#10;                &lt;Text style={{ fontSize: 14, fontWeight: 'bold', color: '#CB6B28' }}&gt;预检通过 ≠ 已走过路线&lt;/Text&gt;&#10;                &lt;Text style={{ fontSize: 12, color: '#546779' }}&gt;只表示静态合同满足要求&lt;/Text&gt;&#10;            &lt;/Box&gt;&#10;&#10;        &lt;/Box&gt;&#10;&#10;        &lt;Box style={{ width: 630, background: '#F4F7FA', borderRadius: 12, padding: '16px 18px', flexDirection: 'column', gap: 10 }}&gt;&#10;&#10;            &lt;Box style={{ flexDirection: 'row', alignItems: 'center', gap: 10 }}&gt;&#10;                &lt;Box style={{ width: 4, height: 20, background: '#26816B' }} /&gt;&#10;                &lt;Text style={{ fontSize: 15, fontWeight: 'bold', color: '#20344B' }}&gt;运行后 · 回放检查（页面示意）&lt;/Text&gt;&#10;                &lt;Box style={{ flex: 1 }} /&gt;&#10;                &lt;Box style={{ width: 48, height: 24, background: '#CB6B28', borderRadius: 12, justifyContent: 'center', alignItems: 'center' }}&gt;&#10;                    &lt;Text style={{ fontSize: 11, color: '#FFFFFF' }}&gt;示意&lt;/Text&gt;&#10;                &lt;/Box&gt;&#10;            &lt;/Box&gt;&#10;&#10;            &lt;Box style={{ flexDirection: 'row', gap: 10 }}&gt;&#10;                &lt;Box style={{ flex: 1, height: 44, background: '#FFFFFF', borderRadius: 8, flexDirection: 'row', alignItems: 'center', justifyContent: 'space-between', padding: '0 14px' }}&gt;&#10;                    &lt;Text style={{ fontSize: 13, color: '#546779' }}&gt;选择人物&lt;/Text&gt;&#10;                    &lt;Text style={{ fontSize: 13, color: '#276FBF' }}&gt;▾&lt;/Text&gt;&#10;                &lt;/Box&gt;&#10;                &lt;Box style={{ flex: 1, height: 44, background: '#FFFFFF', borderRadius: 8, flexDirection: 'row', alignItems: 'center', justifyContent: 'space-between', padding: '0 14px' }}&gt;&#10;                    &lt;Text style={{ fontSize: 13, color: '#546779' }}&gt;时间位置&lt;/Text&gt;&#10;                    &lt;Text style={{ fontSize: 13, color: '#276FBF' }}&gt;▾&lt;/Text&gt;&#10;                &lt;/Box&gt;&#10;            &lt;/Box&gt;&#10;&#10;            &lt;Box style={{ height: 44, background: '#FFFFFF', borderRadius: 8, flexDirection: 'row', alignItems: 'center', gap: 12, padding: '0 14px' }}&gt;&#10;                &lt;Box style={{ width: 4, height: 26, background: '#276FBF' }} /&gt;&#10;                &lt;Text style={{ fontSize: 14, color: '#20344B' }}&gt;Agent 检查器 · 位置&lt;/Text&gt;&#10;            &lt;/Box&gt;&#10;&#10;            &lt;Box style={{ height: 44, background: '#FFFFFF', borderRadius: 8, flexDirection: 'row', alignItems: 'center', gap: 12, padding: '0 14px' }}&gt;&#10;                &lt;Box style={{ width: 4, height: 26, background: '#276FBF' }} /&gt;&#10;                &lt;Text style={{ fontSize: 14, color: '#20344B' }}&gt;Agent 检查器 · 动作&lt;/Text&gt;&#10;            &lt;/Box&gt;&#10;&#10;            &lt;Box style={{ height: 44, background: '#FFFFFF', borderRadius: 8, flexDirection: 'row', alignItems: 'center', gap: 12, padding: '0 14px' }}&gt;&#10;                &lt;Box style={{ width: 4, height: 26, background: '#276FBF' }} /&gt;&#10;                &lt;Text style={{ fontSize: 14, color: '#20344B' }}&gt;当前窗口事件&lt;/Text&gt;&#10;            &lt;/Box&gt;&#10;&#10;            &lt;Box style={{ height: 118, background: '#EDF4FC', borderRadius: 8, padding: '12px 14px', flexDirection: 'column', gap: 5, justifyContent: 'center' }}&gt;&#10;                &lt;Text style={{ fontSize: 14, fontWeight: 'bold', color: '#276FBF' }}&gt;需要确认边界时：查调用记录与结构化事实&lt;/Text&gt;&#10;                &lt;Text style={{ fontSize: 12, color: '#546779', lineHeight: 1.55 }}&gt;感知请求有没有真的发出 · 返回了哪些候选 · 导航查询指向什么 · MOVE 最终走了哪些格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2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从页面一路检查到事实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配置预检与运行后检查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11430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781050" y="131445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14400" y="13239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配置阶段（页面示意）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4743450" y="12954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867275" y="134302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781050" y="1619250"/>
            <a:ext cx="44196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感知参数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2171700" y="17907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vision_radius_tiles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781050" y="2209800"/>
            <a:ext cx="44196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地图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2171700" y="238125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语义范围</a:t>
            </a: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碰撞</a:t>
            </a: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出生点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81050" y="2800350"/>
            <a:ext cx="44196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14400" y="297180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交互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2171700" y="29718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对象交互距离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81050" y="3390900"/>
            <a:ext cx="44196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14400" y="3514725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保存后重新打开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14400" y="3705225"/>
            <a:ext cx="415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确认页面保留的是实际值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81050" y="4057650"/>
            <a:ext cx="44196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14400" y="4238625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预检通过</a:t>
            </a: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已走过路线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914400" y="4429125"/>
            <a:ext cx="415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只表示静态合同满足要求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5581650" y="1143000"/>
            <a:ext cx="6000750" cy="514350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5753100" y="1314450"/>
            <a:ext cx="38100" cy="190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886450" y="13239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运行后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回放检查（页面示意）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10953750" y="12954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1077575" y="134302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5753100" y="1619250"/>
            <a:ext cx="278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886450" y="17526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选择人物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334375" y="1752600"/>
            <a:ext cx="66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76FBF"/>
                </a:solidFill>
                <a:latin typeface="Microsoft YaHei"/>
                <a:ea typeface="Microsoft YaHei"/>
              </a:rPr>
              <a:t>▾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8629650" y="1619250"/>
            <a:ext cx="278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0" y="17526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时间位置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210925" y="1752600"/>
            <a:ext cx="66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76FBF"/>
                </a:solidFill>
                <a:latin typeface="Microsoft YaHei"/>
                <a:ea typeface="Microsoft YaHei"/>
              </a:rPr>
              <a:t>▾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753100" y="2133600"/>
            <a:ext cx="56578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5886450" y="22193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38850" y="226695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检查器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位置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753100" y="2647950"/>
            <a:ext cx="56578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5886450" y="273367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038850" y="27813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检查器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5753100" y="3162300"/>
            <a:ext cx="56578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5886450" y="32480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038850" y="32956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当前窗口事件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5753100" y="3676650"/>
            <a:ext cx="565785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886450" y="40290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需要确认边界时：查调用记录与结构化事实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5886450" y="4238625"/>
            <a:ext cx="53911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感知请求有没有真的发出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返回了哪些候选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导航查询指向什么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MOVE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最终走了哪些格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本案例要求保留失败信息，因为失败本身就是证据。&#10;&#10;第一类：目标不可达，工具返回 reachable 为 false 和 BLOCKED_OR_DISCONNECTED。这说明的是路线条件——路断了或者不连通。&#10;&#10;第二类：地址从未被感知、或不在已知空间中，请求可能直接被拒绝。这说明的是知识或参数边界——人物根本没资格发起这个查询。&#10;&#10;两类失败不能一律归为系统故障。Brain 应该利用错误缩小问题范围，选择有依据的下一步，而不是扩大视野数字，或者猜一个门洞绕过限制。&#10;&#10;错误信息读对了，排查就少走一半弯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5.5　从页面一路检查到事实&lt;/Text&gt;&#10;            &lt;Text style={{ fontSize: 34, fontWeight: 'bold', color: '#20344B' }}&gt;失败信息要分两类读&lt;/Text&gt;&#10;        &lt;/Box&gt;&#10;    &lt;/Box&gt;&#10;&#10;    &lt;Box style={{ height: 540, flexDirection: 'column', justifyContent: 'center', gap: 14 }}&gt;&#10;&#10;        &lt;Text style={{ fontSize: 16, color: '#546779' }}&gt;两类失败说明的是不同层面的问题，处理方式也不同。&lt;/Text&gt;&#10;&#10;        &lt;Box style={{ background: '#F4F7FA', borderRadius: 10, padding: '14px 18px', flexDirection: 'column', gap: 8 }}&gt;&#10;&#10;            &lt;Box style={{ height: 96, background: '#FFFFFF', borderRadius: 8, flexDirection: 'row', alignItems: 'center', gap: 14, padding: '0 16px' }}&gt;&#10;                &lt;Box style={{ width: 4, height: 60, background: '#276FBF' }} /&gt;&#10;                &lt;Box style={{ width: 330, flexDirection: 'column', gap: 3 }}&gt;&#10;                    &lt;Text style={{ fontSize: 16, fontWeight: 'bold', color: '#276FBF' }}&gt;reachable: false&lt;/Text&gt;&#10;                    &lt;Text style={{ fontSize: 13, color: '#546779' }}&gt;BLOCKED_OR_DISCONNECTED&lt;/Text&gt;&#10;                &lt;/Box&gt;&#10;                &lt;Box style={{ flex: 1, flexDirection: 'column', gap: 3 }}&gt;&#10;                    &lt;Text style={{ fontSize: 15, fontWeight: 'bold', color: '#20344B' }}&gt;路线条件问题&lt;/Text&gt;&#10;                    &lt;Text style={{ fontSize: 13, color: '#546779' }}&gt;路不通或不连通，说明的是世界里的路线&lt;/Text&gt;&#10;                &lt;/Box&gt;&#10;            &lt;/Box&gt;&#10;&#10;            &lt;Box style={{ height: 96, background: '#FFFFFF', borderRadius: 8, flexDirection: 'row', alignItems: 'center', gap: 14, padding: '0 16px' }}&gt;&#10;                &lt;Box style={{ width: 4, height: 60, background: '#CB6B28' }} /&gt;&#10;                &lt;Box style={{ width: 330, flexDirection: 'column', gap: 3 }}&gt;&#10;                    &lt;Text style={{ fontSize: 16, fontWeight: 'bold', color: '#CB6B28' }}&gt;地址未被感知 / 不在已知空间&lt;/Text&gt;&#10;                    &lt;Text style={{ fontSize: 13, color: '#546779' }}&gt;直接拒绝请求&lt;/Text&gt;&#10;                &lt;/Box&gt;&#10;                &lt;Box style={{ flex: 1, flexDirection: 'column', gap: 3 }}&gt;&#10;                    &lt;Text style={{ fontSize: 15, fontWeight: 'bold', color: '#20344B' }}&gt;知识或参数边界&lt;/Text&gt;&#10;                    &lt;Text style={{ fontSize: 13, color: '#546779' }}&gt;人物没有资格发起这个查询&lt;/Text&gt;&#10;                &lt;/Box&gt;&#10;            &lt;/Box&gt;&#10;&#10;        &lt;/Box&gt;&#10;&#10;        &lt;Box style={{ height: 88, background: '#FFF4E6', borderRadius: 10, flexDirection: 'row', alignItems: 'center', gap: 14, padding: '0 20px' }}&gt;&#10;            &lt;Box style={{ width: 4, height: 56, background: '#CB6B28' }} /&gt;&#10;            &lt;Box style={{ flex: 1, flexDirection: 'column', gap: 3 }}&gt;&#10;                &lt;Text style={{ fontSize: 17, fontWeight: 'bold', color: '#CB6B28' }}&gt;不能一律归为系统故障&lt;/Text&gt;&#10;                &lt;Text style={{ fontSize: 13, color: '#546779' }}&gt;Brain 应利用错误缩小问题范围：不扩大视野数字，不猜门洞绕过限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2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从页面一路检查到事实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失败信息要分两类读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两类失败说明的是不同层面的问题，处理方式也不同。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2305050"/>
            <a:ext cx="10972800" cy="2171700"/>
          </a:xfrm>
          <a:prstGeom prst="roundRect">
            <a:avLst>
              <a:gd name="adj" fmla="val 43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81050" y="2438400"/>
            <a:ext cx="10629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933450" y="26098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04900" y="2714625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reachable: false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4900" y="293370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BLOCKED_OR_DISCONNECTED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381500" y="2724150"/>
            <a:ext cx="687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路线条件问题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81500" y="2924175"/>
            <a:ext cx="687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路不通或不连通，说明的是世界里的路线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781050" y="3429000"/>
            <a:ext cx="10629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933450" y="36004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04900" y="3705225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地址未被感知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不在已知空间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104900" y="392430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直接拒绝请求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381500" y="3714750"/>
            <a:ext cx="687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知识或参数边界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381500" y="3914775"/>
            <a:ext cx="687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人物没有资格发起这个查询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609600" y="46101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800100" y="47625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971550" y="4838700"/>
            <a:ext cx="1042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不能一律归为系统故障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71550" y="5067300"/>
            <a:ext cx="1042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应利用错误缩小问题范围：不扩大视野数字，不猜门洞绕过限制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75" name="" descr="&lt;Slide notes={`收个尾，回到开场那三个问题。&#10;&#10;知道在哪里吗——感知有范围有带宽，站得近也未必知道改了什么。走得通吗——导航是查询，reachable 只说明路线存在，坐标要靠 MOVE 提交才变。真的做了吗——提交记录里的起终点、执行路径和剩余路径才是证据，台词不算。&#10;&#10;留一个取证练习：任选一段实际轨迹，对照目标地址、查询距离、移动预算、执行路径和最终坐标，说明人物是否抵达；再把动作文字遮住，只用结构化事实作判断。仍能得出同样结论，说明证据足够；只能靠“正在前往”四个字判断完成，就需要重新取证。&#10;&#10;下一节讲记忆与跨步进度，打算、待确认和完成将在那里分清。`} style={{ width: 1280, height: 720, background: '#FFFFFF', flexDirection: 'column', padding: '20px 64px' }}&gt;&#10;&#10;    &lt;Box style={{ height: 540, flexDirection: 'column', justifyContent: 'center', gap: 24 }}&gt;&#10;&#10;        &lt;Text style={{ fontSize: 15, color: '#276FBF' }}&gt;3.5　收束&lt;/Text&gt;&#10;&#10;        &lt;Box style={{ flexDirection: 'row', gap: 16 }}&gt;&#10;&#10;            &lt;Box style={{ flex: 1, height: 158, background: '#EDF4FC', borderRadius: 12, padding: '20px 22px', flexDirection: 'column', justifyContent: 'center', gap: 10 }}&gt;&#10;                &lt;Text style={{ fontSize: 34, fontWeight: 'bold', color: '#276FBF' }}&gt;知道在哪里吗&lt;/Text&gt;&#10;                &lt;Text style={{ fontSize: 14, color: '#546779' }}&gt;感知有范围与带宽，站得近也未必知道改了什么&lt;/Text&gt;&#10;            &lt;/Box&gt;&#10;&#10;            &lt;Box style={{ flex: 1, height: 158, background: '#ECF7F2', borderRadius: 12, padding: '20px 22px', flexDirection: 'column', justifyContent: 'center', gap: 10 }}&gt;&#10;                &lt;Text style={{ fontSize: 34, fontWeight: 'bold', color: '#26816B' }}&gt;走得通吗&lt;/Text&gt;&#10;                &lt;Text style={{ fontSize: 14, color: '#546779' }}&gt;导航是查询，不是移动；路线存在不等于人已动身&lt;/Text&gt;&#10;            &lt;/Box&gt;&#10;&#10;            &lt;Box style={{ flex: 1, height: 158, background: '#FFF4E6', borderRadius: 12, padding: '20px 22px', flexDirection: 'column', justifyContent: 'center', gap: 10 }}&gt;&#10;                &lt;Text style={{ fontSize: 34, fontWeight: 'bold', color: '#CB6B28' }}&gt;真的做了吗&lt;/Text&gt;&#10;                &lt;Text style={{ fontSize: 14, color: '#546779' }}&gt;提交记录才是证据，台词不构成抵达&lt;/Text&gt;&#10;            &lt;/Box&gt;&#10;&#10;        &lt;/Box&gt;&#10;&#10;        &lt;Box style={{ height: 128, background: '#F7F3E8', borderRadius: 12, padding: '18px 24px', flexDirection: 'column', gap: 8 }}&gt;&#10;            &lt;Text style={{ fontSize: 16, fontWeight: 'bold', color: '#20344B' }}&gt;取证练习&lt;/Text&gt;&#10;            &lt;Text style={{ fontSize: 14, color: '#546779', lineHeight: 1.6 }}&gt;任选一段实际轨迹，对照目标地址、查询距离、移动预算、执行路径和最终坐标；遮住动作文字，只用结构化事实判断是否抵达。若只能依据“正在前往”四个字，就需要重新取证。&lt;/Text&gt;&#10;        &lt;/Box&gt;&#10;&#10;        &lt;Box style={{ flexDirection: 'row', alignItems: 'center', gap: 14 }}&gt;&#10;            &lt;Box style={{ width: 60, height: 4, background: '#276FBF' }} /&gt;&#10;            &lt;Text style={{ fontSize: 14, color: '#546779' }}&gt;3.5 感知、导航与动作 · 完　　下一节：3.6 记忆与跨步进度&lt;/Text&gt;&#10;        &lt;/Box&gt;&#10;&#10;    &lt;/Box&gt;&#10;&#10;    &lt;Box style={{ height: 40, flexDirection: 'row', justifyContent: 'space-between', alignItems: 'center' }}&gt;&#10;        &lt;Text style={{ fontSize: 14, color: '#546779' }}&gt;3.5 感知、导航与动作&lt;/Text&gt;&#10;        &lt;Text style={{ fontSize: 14, color: '#546779' }}&gt;2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收束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1295400"/>
            <a:ext cx="3552825" cy="1504950"/>
          </a:xfrm>
          <a:prstGeom prst="roundRect">
            <a:avLst>
              <a:gd name="adj" fmla="val 75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" y="1724025"/>
            <a:ext cx="3133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知道在哪里吗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感知有范围与带宽，站得近也未必知道改了什么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4314825" y="1295400"/>
            <a:ext cx="3562350" cy="1504950"/>
          </a:xfrm>
          <a:prstGeom prst="roundRect">
            <a:avLst>
              <a:gd name="adj" fmla="val 75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4524375" y="1724025"/>
            <a:ext cx="3143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走得通吗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524375" y="22098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导航是查询，不是移动；路线存在不等于人已动身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029575" y="1295400"/>
            <a:ext cx="3552825" cy="1504950"/>
          </a:xfrm>
          <a:prstGeom prst="roundRect">
            <a:avLst>
              <a:gd name="adj" fmla="val 75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239125" y="1724025"/>
            <a:ext cx="3133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真的做了吗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239125" y="22098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提交记录才是证据，台词不构成抵达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09600" y="3028950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38200" y="3200400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取证练习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38200" y="3467100"/>
            <a:ext cx="10515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任选一段实际轨迹，对照目标地址、查询距离、移动预算、执行路径和最终坐标；遮住动作文字，只用结构化事实判断是否抵达。若只能依据“正在前往”四个字，就需要重新取证。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45434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314450" y="44767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　　下一节：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记忆与跨步进度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2026-09-29T08:31:10Z</dcterms:created>
  <dcterms:modified xsi:type="dcterms:W3CDTF">2026-09-29T08:31:10Z</dcterms:modified>
</cp:coreProperties>
</file>