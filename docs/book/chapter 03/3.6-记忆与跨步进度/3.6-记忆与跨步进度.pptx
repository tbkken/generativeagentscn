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6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25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19" Type="http://schemas.openxmlformats.org/officeDocument/2006/relationships/slide" Target="slides/slide19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3" Type="http://schemas.openxmlformats.org/officeDocument/2006/relationships/slide" Target="slides/slide3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许安第一次走进学习中心时，脑子里只有一条旧消息：手作活动十点开始。几轮之后，他收到服务台的答复，又查询到更新后的公告内容，才有了核对旧认识的新依据。</a:t>
            </a:r>
          </a:p>
          <a:p>
            <a:r>
              <a:rPr lang="zh-CN" dirty="0"/>
              <a:t>一个可信的角色应该能够改变认识，同时保留自己曾经依据什么采取行动的历史——这两件事必须同时成立，缺一个都不可信。</a:t>
            </a:r>
          </a:p>
          <a:p>
            <a:r>
              <a:rPr lang="zh-CN" dirty="0"/>
              <a:t>记忆解决的正是这种跨轮连续性：让角色延续目标、记录经验、解释判断。但要守住一条边界：写下“公告已经更新”这行字，并不会真的改变公告栏。记忆不能替代世界事实。</a:t>
            </a:r>
          </a:p>
          <a:p>
            <a:r>
              <a:rPr lang="zh-CN" dirty="0"/>
              <a:t>这一节就围绕这条边界，把打算、待确认和已经发生彻底分开。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这一节拆成五块。第一块先分清三种容易混在一起的内容：已提交的世界事实、角色自己的认识、待确认的进度——它们可以互相提供依据，但不能互相冒充。</a:t>
            </a:r>
          </a:p>
          <a:p>
            <a:r>
              <a:rPr lang="zh-CN" dirty="0"/>
              <a:t>第二块讲四个记忆工具组成的生命周期：追加、检索、更正、失效，重点是更正不删历史。</a:t>
            </a:r>
          </a:p>
          <a:p>
            <a:r>
              <a:rPr lang="zh-CN" dirty="0"/>
              <a:t>第三块澄清检索的当前实现：词法匹配，不是向量数据库，这直接决定查询该怎么写。</a:t>
            </a:r>
          </a:p>
          <a:p>
            <a:r>
              <a:rPr lang="zh-CN" dirty="0"/>
              <a:t>第四块讲跨步进度：动作之前先写待确认，world-act 被接受就结束本轮，下一轮核实之后才能确认完成。</a:t>
            </a:r>
          </a:p>
          <a:p>
            <a:r>
              <a:rPr lang="zh-CN" dirty="0"/>
              <a:t>第五块回到页面，限定一名人物，亲手做一次认识更新的检查。</a:t>
            </a:r>
          </a:p>
          <a:p>
            <a:r>
              <a:rPr lang="zh-CN" dirty="0"/>
              <a:t>五个编号和后面的扉页一一对应，方便随时回翻。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先处理第一种混淆：把角色以为的，当成世界里发生的。</a:t>
            </a:r>
          </a:p>
          <a:p>
            <a:r>
              <a:rPr lang="zh-CN" dirty="0"/>
              <a:t>写 Brain 的时候，世界事实、角色认识、待确认进度这三类信息经常被搅在一起。区分它们不是术语洁癖，而是事实边界的底线——回放一旦把误信画成公告已经改动，后面的证据链就全部不可信了。</a:t>
            </a:r>
          </a:p>
          <a:p>
            <a:r>
              <a:rPr lang="zh-CN" dirty="0"/>
              <a:t>这三种内容可以互相提供依据：认识引用事实，便签等待事实。但谁也不能冒充谁，各自待在各自的位置上。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三类内容逐一对照。已提交的世界事实，比如某人移动到服务台附近、公告栏提交状态变化，保存在 StepResult 及相关事实记录里。角色的认识，比如许安相信手作活动按旧时间开始，属于该角色的私有记忆或初始人物资料。待确认进度，比如林岚已经提出更新请求、尚待对象回复，要明确标成待确认的私有便签。</a:t>
            </a:r>
          </a:p>
          <a:p>
            <a:r>
              <a:rPr lang="zh-CN" dirty="0"/>
              <a:t>三类可以互相提供依据，却不能互相冒充。</a:t>
            </a:r>
          </a:p>
          <a:p>
            <a:r>
              <a:rPr lang="zh-CN" dirty="0"/>
              <a:t>角色误信旧消息是可研究的行为现象；但回放若把这种误信画成公告已经改动，就破坏了事实边界。检验仿真结果时，要同时保留“人物认为怎样”和“世界实际怎样”的区别。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许安只记得旧消息“手作活动十点开始”，这是他的认识，不是世界状态。他后来收到服务台答复、查询到更新后的公告，认识才获得新依据。这条线可以拿来研究信息传播——误信本身是有价值的行为现象。</a:t>
            </a:r>
          </a:p>
          <a:p>
            <a:r>
              <a:rPr lang="zh-CN" dirty="0"/>
              <a:t>但方向反过来就出问题：如果回放把“许安以为公告改了”画成“公告栏真的改了”，事实边界就被破坏了。</a:t>
            </a:r>
          </a:p>
          <a:p>
            <a:r>
              <a:rPr lang="zh-CN" dirty="0"/>
              <a:t>记忆让角色延续目标、记录经验、解释判断，但它不替代世界事实——写下“公告已经更新”，公告栏并不会因此真的改变。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还要澄清一个常见误解：模型并不会天然记得整段 Run 的全部历史。</a:t>
            </a:r>
          </a:p>
          <a:p>
            <a:r>
              <a:rPr lang="zh-CN" dirty="0"/>
              <a:t>每一轮，运行时通过 IterationContext 把当轮输入交给 Brain——当前身份、时间、坐标、空间语义与运行变量。Agent 一侧的变量包括人物资料、current_action、known_spatial_memory 和新收到的 external_observations。</a:t>
            </a:r>
          </a:p>
          <a:p>
            <a:r>
              <a:rPr lang="zh-CN" dirty="0"/>
              <a:t>所以跨轮的连续性不是免费的，要靠记忆工具显式维护：该记的打算、该标的待确认，都得写进记忆流，下一轮才拿得到。</a:t>
            </a:r>
          </a:p>
          <a:p>
            <a:r>
              <a:rPr lang="zh-CN" dirty="0"/>
              <a:t>反过来也要记住：本轮输入只是本轮的快照，不能拿它推断角色记得整段历史。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记忆不是一个大口袋，而是一条有生命周期的流。系统给了四个工具：追加、检索、更正、失效。</a:t>
            </a:r>
          </a:p>
          <a:p>
            <a:r>
              <a:rPr lang="zh-CN" dirty="0"/>
              <a:t>这一块最要紧的一条纪律：只有收到正式更正证据，才用 supersede 去修正一条仍然有效的认识；而且旧节点保留为历史——不删除、不虚构记忆 ID。</a:t>
            </a:r>
          </a:p>
          <a:p>
            <a:r>
              <a:rPr lang="zh-CN" dirty="0"/>
              <a:t>工具替我们保管结构，判断证据是否正式，仍然是角色和写 SOP 的人的责任。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四个工具各管一段。append 追加独立的事实或认识；search 默认检索有效内容，当前方法是 file_lexical；supersede 在获得正式更正证据后，修正一条仍为 ACTIVE 的认识；invalidate 表示某条有效记忆已经不能继续使用，必须说明理由。</a:t>
            </a:r>
          </a:p>
          <a:p>
            <a:r>
              <a:rPr lang="zh-CN" dirty="0"/>
              <a:t>身份问题要特别注意：当前参与者身份由运行时注入，模型不能传另一个人的 ID 去读取别人的记忆。对象也使用自己的记忆身份，与 Agent 隔离。</a:t>
            </a:r>
          </a:p>
          <a:p>
            <a:r>
              <a:rPr lang="zh-CN" dirty="0"/>
              <a:t>另外，需要引用已有记忆时，要用工具真实返回的记忆 ID，不能自己编一个。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沿 supersede 这条分叉看：新认识与来源成为有效记忆，进入正常检索；旧节点并没有被删除，而是标成 SUPERSEDED 保留历史。</a:t>
            </a:r>
          </a:p>
          <a:p>
            <a:r>
              <a:rPr lang="zh-CN" dirty="0"/>
              <a:t>这里说的“正式更正证据”，指青禾通知的更新条件——是模型真的收到了证据，不是工具替模型判断消息真伪。</a:t>
            </a:r>
          </a:p>
          <a:p>
            <a:r>
              <a:rPr lang="zh-CN" dirty="0"/>
              <a:t>两条边界要记住。第一条：当前认识可以更正，但过去看过旧公告的真实观察不因此消失——历史就是历史。第二条：自然语言记忆不会自动新增导航知识，路线仍然要靠空间记忆与路径查询。</a:t>
            </a:r>
          </a:p>
          <a:p>
            <a:r>
              <a:rPr lang="zh-CN" dirty="0"/>
              <a:t>追加、检索、更正、失效，四个动作都不删历史，这是整条生命周期的底色。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追加一条记忆，必需字段只有自然语言 content。可以附带 kind、1 到 10 的 poignancy、SPO 三元组、地址和 evidence_memory_ids。</a:t>
            </a:r>
          </a:p>
          <a:p>
            <a:r>
              <a:rPr lang="zh-CN" dirty="0"/>
              <a:t>注意工具没有任意的 source 参数——所以“谁说的、何时获得、尚有哪些不确定性”要直接写进内容里。</a:t>
            </a:r>
          </a:p>
          <a:p>
            <a:r>
              <a:rPr lang="zh-CN" dirty="0"/>
              <a:t>示例的写法值得学：先说收到了服务台关于手作室使用时段的答复，再声明以该答复的真实内容为依据继续核实公告，最后明确“此条记录咨询所得信息，不代表公告已更新”。一句话把来源、依据和不确定性都交代清楚了。</a:t>
            </a:r>
          </a:p>
          <a:p>
            <a:r>
              <a:rPr lang="zh-CN" dirty="0"/>
              <a:t>提醒一句：这是教学用内容写法，描述的是获得真实答复后才允许记录的记忆，并不是已经执行的工具结果。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更正的对象是当前认识，不是历史本身。“我当前相信手作十点开始”可以被新的认识替代：传入真实 memory_id、新内容和可选理由，旧节点保留并标为 SUPERSEDED，新节点成为有效记忆。</a:t>
            </a:r>
          </a:p>
          <a:p>
            <a:r>
              <a:rPr lang="zh-CN" dirty="0"/>
              <a:t>但“九点五十分看见旧公告写着十点开始”是一次历史观察，不应仅因为公告后来更新，就宣布它从未发生——它仍可作为历史证据保留。</a:t>
            </a:r>
          </a:p>
          <a:p>
            <a:r>
              <a:rPr lang="zh-CN" dirty="0"/>
              <a:t>两个细节。当前 supersede 主要修改自然语言内容，并继承原节点的附加元数据；如果结构化 SPO 本身已经变化，应另行追加正确事实，避免新内容与旧三元组矛盾。invalidate 则必须说明理由。两种操作都不删除历史。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第二章讲过 Embedding 与 RAG，很容易顺理成章地以为这里也是向量检索。当前实现不是。</a:t>
            </a:r>
          </a:p>
          <a:p>
            <a:r>
              <a:rPr lang="zh-CN" dirty="0"/>
              <a:t>把两条路摆在一起：一条是语义向量近邻，一条是词法匹配。差别的关键在于排序依据和失败方式都不一样。</a:t>
            </a:r>
          </a:p>
          <a:p>
            <a:r>
              <a:rPr lang="zh-CN" dirty="0"/>
              <a:t>这一块要防的错误很具体：不能因为工具描述用了“语义检索”的表达，就把当前实现写成已经调用了嵌入模型——评测和 SOP 都要按词法匹配来写。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左边是第二章的设想：Embedding 把查询和记忆都变成向量，按语义相似度取近邻。右边才是当前文件记忆的实现：把查询与记忆内容做文本切分，按词项重叠得到分数，再结合重要度和创建时间排序，返回值标注 retrieval_method 为 file_lexical。</a:t>
            </a:r>
          </a:p>
          <a:p>
            <a:r>
              <a:rPr lang="zh-CN" dirty="0"/>
              <a:t>差别落在行为上：同义改写和指代省略，在向量检索里也许还能命中，在词法匹配里就可能漏；反过来，词面一致但语义无关的便签也可能挤进结果。</a:t>
            </a:r>
          </a:p>
          <a:p>
            <a:r>
              <a:rPr lang="zh-CN" dirty="0"/>
              <a:t>所以不能因为工具描述用了“语义检索”的表达，就把这里写成已经调用了嵌入模型——评测和 SOP 都要按词法匹配来写。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词法匹配直接影响了检索怎么写。查询里带上“手作活动、公告、待确认进度”这样的明确名称，通常比一句含蓄的“刚才那件事”更容易命中相关节点。</a:t>
            </a:r>
          </a:p>
          <a:p>
            <a:r>
              <a:rPr lang="zh-CN" dirty="0"/>
              <a:t>两个不要。不要指望同义改写和指代省略还能召回——它们可能降低命中；也不要用写入几十条同义句的办法提高“命中率”——重要事实会被重复便签淹没。</a:t>
            </a:r>
          </a:p>
          <a:p>
            <a:r>
              <a:rPr lang="zh-CN" dirty="0"/>
              <a:t>还要记住空结果的含义：工具只返回最多 limit 条匹配记忆，检索不到，不证明这个人从未经历相关事情。</a:t>
            </a:r>
          </a:p>
          <a:p>
            <a:r>
              <a:rPr lang="zh-CN" dirty="0"/>
              <a:t>稳妥做法是围绕当前目标用明确名称；检索不到时，结合本轮输入判断是否需要重新咨询。当前实现和中文切分规则，都在 FileMemoryStream 的 search 与 _tokens 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进度是这一节最容易出错的地方。本系统成功选择 world-act 之后，根 Skill 的本轮执行立即结束——这个边界决定了“待确认”必须写在动作之前。</a:t>
            </a:r>
          </a:p>
          <a:p>
            <a:r>
              <a:rPr lang="zh-CN" dirty="0"/>
              <a:t>顺序是：先保存意图，再动作；下一轮用已提交的事实核对，核对通过才允许确认完成。</a:t>
            </a:r>
          </a:p>
          <a:p>
            <a:r>
              <a:rPr lang="zh-CN" dirty="0"/>
              <a:t>把“我打算做”直接记成“已经做完”，是仿真里最常见的造假方式，而且回放时很难被发现。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成功选择 world-act 之后，本轮立即结束。这意味着“移动后再调用记忆工具记录抵达”不是同一轮可以依赖的流程——动作一旦被接受，就没有“再补一条完成记忆”的机会了。</a:t>
            </a:r>
          </a:p>
          <a:p>
            <a:r>
              <a:rPr lang="zh-CN" dirty="0"/>
              <a:t>正确的衔接是三步：动作前记录必要的意图；下一轮用实际坐标、活动、对象状态或答复核实结果；核实之后再更新进度。</a:t>
            </a:r>
          </a:p>
          <a:p>
            <a:r>
              <a:rPr lang="zh-CN" dirty="0"/>
              <a:t>还要区分两件事：accepted 只是动作被成功接受，不等于世界已经执行、整步已经持久提交。可核对的已提交事实，要等这层提交完成后才存在。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整条链路分三段。本轮：动作前保存必要待确认便签，调用 world-act；若成功接受，立即结束本轮，不能再补写完成记忆；若被拒绝，保留不确定性，依据错误与调用预算处理。</a:t>
            </a:r>
          </a:p>
          <a:p>
            <a:r>
              <a:rPr lang="zh-CN" dirty="0"/>
              <a:t>中间隔着世界执行与整步持久提交——不以 accepted 代替结果。“立即结束本轮”和下一轮的判断之间，隔着的就是这一层。</a:t>
            </a:r>
          </a:p>
          <a:p>
            <a:r>
              <a:rPr lang="zh-CN" dirty="0"/>
              <a:t>下一轮：读取实际坐标、活动、对象状态或答复；证据符合目标，才更新为已确认进度，否则继续保留待确认，失败不记完成。</a:t>
            </a:r>
          </a:p>
          <a:p>
            <a:r>
              <a:rPr lang="zh-CN" dirty="0"/>
              <a:t>林岚的例子最典型：写下准备更新公告的便签后，必须等实际答复再确认结果，不能沿成功接受分支直接记为完成。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以林岚请求更改公告为例，四步走。</a:t>
            </a:r>
          </a:p>
          <a:p>
            <a:r>
              <a:rPr lang="zh-CN" dirty="0"/>
              <a:t>第一步，在已经获得足够依据、即将提交请求时，记录“准备请求公告栏更新；待对象回复确认”。</a:t>
            </a:r>
          </a:p>
          <a:p>
            <a:r>
              <a:rPr lang="zh-CN" dirty="0"/>
              <a:t>第二步，使用当前真实交互项发送 INTERACT，本轮结束。</a:t>
            </a:r>
          </a:p>
          <a:p>
            <a:r>
              <a:rPr lang="zh-CN" dirty="0"/>
              <a:t>第三步，下一轮读取 external_observations：收到相符的确认，才记录请求结果；没收到，就继续保留待确认状态。</a:t>
            </a:r>
          </a:p>
          <a:p>
            <a:r>
              <a:rPr lang="zh-CN" dirty="0"/>
              <a:t>第四步，需要确认外观时，通过新的感知检查公告栏公开状态。最后这条提醒最容易被忽略：不要把自己的请求内容，当作对象已经采纳的内容——请求是请求，采纳是采纳。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便签不必每轮重复追加。同一目标已经存在有效待确认记录时，先检查它是否获得新证据，再决定替代、失效或继续保留。两份配套子 Skill 里，qinghe-memory-review 专门返回这种整理建议，实际写入由根 Brain 完成。</a:t>
            </a:r>
          </a:p>
          <a:p>
            <a:r>
              <a:rPr lang="zh-CN" dirty="0"/>
              <a:t>回滚也救不了错误的“已完成”。可恢复的模型错误发生时，Brain 会回滚本轮相关记忆，并放弃已选择但不能安全完成的动作；但它不能让一条错误的“已经完成”便签，自动变成正确的业务判断。</a:t>
            </a:r>
          </a:p>
          <a:p>
            <a:r>
              <a:rPr lang="zh-CN" dirty="0"/>
              <a:t>源码里的 begin_iteration、rollback_iteration 展示了这层恢复边界——即使有回滚和检查点，SOP 仍然要把意图与结果分清。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前面写的都是规则，最后要在页面上亲手核对一次：完成真实运行后，打开“结果 → Agent”，选择许安，再切换其结构化内容中的“记忆”。</a:t>
            </a:r>
          </a:p>
          <a:p>
            <a:r>
              <a:rPr lang="zh-CN" dirty="0"/>
              <a:t>这一步的价值，在于把“计划已调整”这种显示文字，还原成可以追问的证据：认识是什么时候产生的、旧节点怎么处置的、检索还认不认旧认识、行动有没有用上新认识。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记忆面板是摘要视图——这里的窗口是示意结构，不是系统截图。</a:t>
            </a:r>
          </a:p>
          <a:p>
            <a:r>
              <a:rPr lang="zh-CN" dirty="0"/>
              <a:t>左侧是导航：先选到结果里的 Agent，限定许安一个人。主区是记忆条目：创建 Step、记忆内容、重要度、状态和类型。</a:t>
            </a:r>
          </a:p>
          <a:p>
            <a:r>
              <a:rPr lang="zh-CN" dirty="0"/>
              <a:t>两个操作纪律。先限定一名人物，防止把林岚已经知道的消息误算成许安也知道；再定位相关对话或对象响应的时间位置，核对新认识的来源。</a:t>
            </a:r>
          </a:p>
          <a:p>
            <a:r>
              <a:rPr lang="zh-CN" dirty="0"/>
              <a:t>还要清楚这个面板是记忆摘要：不完整展示节点 ID、替代关系或访问历史。要确认某次替代究竟关联了哪些节点，得核对原始已提交记忆记录或导出材料里的真实 ID 和关系字段，不能把摘要里的状态文字当作完整证据。字段值要等真实运行后再填，不预填。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验收至少回答四个问题。</a:t>
            </a:r>
          </a:p>
          <a:p>
            <a:r>
              <a:rPr lang="zh-CN" dirty="0"/>
              <a:t>第一，新的认识是在收到消息之前还是之后产生的——定位相关对话或对象响应的时间位置。</a:t>
            </a:r>
          </a:p>
          <a:p>
            <a:r>
              <a:rPr lang="zh-CN" dirty="0"/>
              <a:t>第二，旧节点被合理保留、替代还是失效——查状态与替代关系，必要时核对真实 ID。</a:t>
            </a:r>
          </a:p>
          <a:p>
            <a:r>
              <a:rPr lang="zh-CN" dirty="0"/>
              <a:t>第三，默认有效检索是否还把错误认识当作现行信息——用明确名称再检索一次。</a:t>
            </a:r>
          </a:p>
          <a:p>
            <a:r>
              <a:rPr lang="zh-CN" dirty="0"/>
              <a:t>第四，下一步行动有没有利用新认识——对照其后的动作选择。</a:t>
            </a:r>
          </a:p>
          <a:p>
            <a:r>
              <a:rPr lang="zh-CN" dirty="0"/>
              <a:t>页面显示一条“计划已调整”，并不自动回答这四个问题；显示文字是结果，不是证据。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取证表要填真实值。本章新案例尚未产生实际记忆节点，材料里不会预填节点 UUID、Step 编号或检索成功次数——这些字段都留待真实运行后填写。</a:t>
            </a:r>
          </a:p>
          <a:p>
            <a:r>
              <a:rPr lang="zh-CN" dirty="0"/>
              <a:t>特别要保留那些“不好看”的结果：未取得答复、没有更新认识、更新后仍按旧计划行动。这些差异可能揭示提示词、检索或消息传递的问题，比只保存最顺利的一次运行更有教学价值。</a:t>
            </a:r>
          </a:p>
          <a:p>
            <a:r>
              <a:rPr lang="zh-CN" dirty="0"/>
              <a:t>练习：为“听说活动取消”“已提交查询请求”“服务台回复没有取消”各写一条记忆内容。第一条是未经证实的消息，第二条是待确认进度，第三条有明确来源。参考答案要保留来源和不确定性——直接抄“活动取消了”而不标明听说，就把传闻错误升级成了事实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收束成一句话：打算、待确认、已经发生，是三种不同的状态。</a:t>
            </a:r>
          </a:p>
          <a:p>
            <a:r>
              <a:rPr lang="zh-CN" dirty="0"/>
              <a:t>“我打算做”是意图，写在动作之前；“待确认”是没有核对过结果的进度；“已经发生”必须由已提交的世界事实支撑。</a:t>
            </a:r>
          </a:p>
          <a:p>
            <a:r>
              <a:rPr lang="zh-CN" dirty="0"/>
              <a:t>记忆让角色延续目标、记录经验、解释判断，但它不替代世界事实——写下“公告已更新”，不会真的改变公告栏。</a:t>
            </a:r>
          </a:p>
          <a:p>
            <a:r>
              <a:rPr lang="zh-CN" dirty="0"/>
              <a:t>带着这三分法，下一节进入对话与对象 Skill，看真实会话、咨询与公告状态如何组织。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许安第一次走进学习中心时，脑子里只有一条旧消息：手作活动十点开始。几轮之后，他收到服务台的答复，又查询到更新后的公告内容，才有了核对旧认识的新依据。&#10;&#10;一个可信的角色应该能够改变认识，同时保留自己曾经依据什么采取行动的历史——这两件事必须同时成立，缺一个都不可信。&#10;&#10;记忆解决的正是这种跨轮连续性：让角色延续目标、记录经验、解释判断。但要守住一条边界：写下“公告已经更新”这行字，并不会真的改变公告栏。记忆不能替代世界事实。&#10;&#10;这一节就围绕这条边界，把打算、待确认和已经发生彻底分开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6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记忆与跨步进度&lt;/Text&gt;&#10;            &lt;Box style={{ width: 72, height: 4, background: '#276FBF' }} /&gt;&#10;            &lt;Text style={{ fontSize: 17, color: '#546779', lineHeight: 1.7, width: 560 }}&gt;区分“我打算做”和“已经发生”：记忆让角色延续目标、记录经验、解释判断，但它不替代世界事实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跨轮连续性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认识可更正&lt;/Text&gt;&#10;                &lt;/Box&gt;&#10;                &lt;Box style={{ width: 128, height: 42, background: '#ECF7F2', borderRadius: 8, justifyContent: 'center', alignItems: 'center' }}&gt;&#10;                    &lt;Text style={{ fontSize: 15, color: '#26816B' }}&gt;历史保留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待确认进度&lt;/Text&gt;&#10;                &lt;/Box&gt;&#10;            &lt;/Box&gt;&#10;        &lt;/Box&gt;&#10;&#10;        &lt;Box style={{ width: 560, flexDirection: 'column', justifyContent: 'center' }}&gt;&#10;            &lt;Box style={{ width: 560, height: 118, background: '#F7F3E8', borderRadius: 10, padding: '14px 20px', flexDirection: 'column', gap: 6, justifyContent: 'center' }}&gt;&#10;                &lt;Text style={{ fontSize: 18, fontWeight: 'bold', color: '#20344B' }}&gt;许安的旧认识&lt;/Text&gt;&#10;                &lt;Text style={{ fontSize: 15, color: '#546779', lineHeight: 1.5 }}&gt;只记得旧消息：“手作活动十点开始。”&lt;/Text&gt;&#10;            &lt;/Box&gt;&#10;            &lt;Box style={{ width: 560, height: 40, justifyContent: 'center', alignItems: 'center' }}&gt;&#10;                &lt;Text style={{ fontSize: 22, color: '#276FBF' }}&gt;↓&lt;/Text&gt;&#10;            &lt;/Box&gt;&#10;            &lt;Box style={{ width: 560, height: 130, background: '#EDF4FC', borderRadius: 10, padding: '14px 20px', flexDirection: 'column', gap: 6, justifyContent: 'center' }}&gt;&#10;                &lt;Text style={{ fontSize: 18, fontWeight: 'bold', color: '#276FBF' }}&gt;核对旧认识的新依据&lt;/Text&gt;&#10;                &lt;Text style={{ fontSize: 15, color: '#546779', lineHeight: 1.5 }}&gt;收到服务台的答复，又查询到更新后的公告内容&lt;/Text&gt;&#10;            &lt;/Box&gt;&#10;            &lt;Box style={{ width: 560, height: 40, justifyContent: 'center', alignItems: 'center' }}&gt;&#10;                &lt;Text style={{ fontSize: 22, color: '#26816B' }}&gt;↓&lt;/Text&gt;&#10;            &lt;/Box&gt;&#10;            &lt;Box style={{ width: 560, height: 130, background: '#ECF7F2', borderRadius: 10, padding: '14px 20px', flexDirection: 'column', gap: 6, justifyContent: 'center' }}&gt;&#10;                &lt;Text style={{ fontSize: 18, fontWeight: 'bold', color: '#26816B' }}&gt;认识可以改变，历史仍然保留&lt;/Text&gt;&#10;                &lt;Text style={{ fontSize: 14, color: '#CB6B28', lineHeight: 1.5 }}&gt;写下“公告已经更新”，并不等于公告栏真的变了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3.6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5334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4385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区分“我打算做”和“已经发生”：记忆让角色延续目标、记录经验、解释判断，但它不替代世界事实。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48175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66775" y="45624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跨轮连续性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448175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00275" y="45624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认识可更正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448175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5624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历史保留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448175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867275" y="45624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待确认进度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1533525"/>
            <a:ext cx="5334000" cy="1123950"/>
          </a:xfrm>
          <a:prstGeom prst="roundRect">
            <a:avLst>
              <a:gd name="adj" fmla="val 847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38900" y="183832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许安的旧认识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21050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只记得旧消息：“手作活动十点开始。”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867775" y="27241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248400" y="3038475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340042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核对旧认识的新依据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438900" y="36671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收到服务台的答复，又查询到更新后的公告内容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867775" y="43434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248400" y="4657725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38900" y="501967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认识可以改变，历史仍然保留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438900" y="5286375"/>
            <a:ext cx="4953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写下“公告已经更新”，并不等于公告栏真的变了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2" name="" descr="&lt;Slide notes={`这一节拆成五块。第一块先分清三种容易混在一起的内容：已提交的世界事实、角色自己的认识、待确认的进度——它们可以互相提供依据，但不能互相冒充。&#10;&#10;第二块讲四个记忆工具组成的生命周期：追加、检索、更正、失效，重点是更正不删历史。&#10;&#10;第三块澄清检索的当前实现：词法匹配，不是向量数据库，这直接决定查询该怎么写。&#10;&#10;第四块讲跨步进度：动作之前先写待确认，world-act 被接受就结束本轮，下一轮核实之后才能确认完成。&#10;&#10;第五块回到页面，限定一名人物，亲手做一次认识更新的检查。&#10;&#10;五个编号和后面的扉页一一对应，方便随时回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　记忆与跨步进度&lt;/Text&gt;&#10;            &lt;Text style={{ fontSize: 34, fontWeight: 'bold', color: '#20344B' }}&gt;本节要看清的五件事&lt;/Text&gt;&#10;        &lt;/Box&gt;&#10;    &lt;/Box&gt;&#10;&#10;    &lt;Box style={{ height: 540, flexDirection: 'row', gap: 32 }}&gt;&#10;&#10;        &lt;Box style={{ width: 300, flexDirection: 'column', justifyContent: 'center', gap: 14 }}&gt;&#10;            &lt;Text style={{ fontSize: 22, fontWeight: 'bold', color: '#20344B', lineHeight: 1.4 }}&gt;沿许安的旧认识，{'\n'}一路追到验收&lt;/Text&gt;&#10;            &lt;Box style={{ width: 56, height: 4, background: '#276FBF' }} /&gt;&#10;            &lt;Text style={{ fontSize: 16, color: '#546779', lineHeight: 1.7 }}&gt;从“他以为十点开始”出发，看认识如何被更正、进度如何被核实，最后在页面上交出证据。&lt;/Text&gt;&#10;        &lt;/Box&gt;&#10;&#10;        &lt;Box style={{ width: 820, flexDirection: 'column', justifyContent: 'center', gap: 10 }}&gt;&#10;&#10;            &lt;Box style={{ height: 92, background: '#F4F7FA', borderRadius: 10, flexDirection: 'row', alignItems: 'center', padding: '0 20px', gap: 16 }}&gt;&#10;                &lt;Box style={{ width: 48, height: 48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: 1, flexDirection: 'column', gap: 3 }}&gt;&#10;                    &lt;Text style={{ fontSize: 18, fontWeight: 'bold', color: '#20344B' }}&gt;三种容易混在一起的内容&lt;/Text&gt;&#10;                    &lt;Text style={{ fontSize: 14, color: '#546779', lineHeight: 1.5 }}&gt;世界事实、角色认识、待确认进度，不能互相冒充&lt;/Text&gt;&#10;                &lt;/Box&gt;&#10;            &lt;/Box&gt;&#10;&#10;            &lt;Box style={{ height: 92, background: '#F4F7FA', borderRadius: 10, flexDirection: 'row', alignItems: 'center', padding: '0 20px', gap: 16 }}&gt;&#10;                &lt;Box style={{ width: 48, height: 48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: 1, flexDirection: 'column', gap: 3 }}&gt;&#10;                    &lt;Text style={{ fontSize: 18, fontWeight: 'bold', color: '#20344B' }}&gt;四个工具组成记忆的生命周期&lt;/Text&gt;&#10;                    &lt;Text style={{ fontSize: 14, color: '#546779', lineHeight: 1.5 }}&gt;append / search / supersede / invalidate，更正不删历史&lt;/Text&gt;&#10;                &lt;/Box&gt;&#10;            &lt;/Box&gt;&#10;&#10;            &lt;Box style={{ height: 92, background: '#F4F7FA', borderRadius: 10, flexDirection: 'row', alignItems: 'center', padding: '0 20px', gap: 16 }}&gt;&#10;                &lt;Box style={{ width: 48, height: 48, background: '#26816B', borderRadius: 8, justifyContent: 'center', alignItems: 'center' }}&gt;&#10;                    &lt;Text style={{ fontSize: 20, fontWeight: 'bold', color: '#FFFFFF' }}&gt;3&lt;/Text&gt;&#10;                &lt;/Box&gt;&#10;                &lt;Box style={{ flex: 1, flexDirection: 'column', gap: 3 }}&gt;&#10;                    &lt;Text style={{ fontSize: 18, fontWeight: 'bold', color: '#20344B' }}&gt;当前检索实现不是向量数据库&lt;/Text&gt;&#10;                    &lt;Text style={{ fontSize: 14, color: '#546779', lineHeight: 1.5 }}&gt;file_lexical 词法匹配，明确名称比含蓄指代更易召回&lt;/Text&gt;&#10;                &lt;/Box&gt;&#10;            &lt;/Box&gt;&#10;&#10;            &lt;Box style={{ height: 92, background: '#F4F7FA', borderRadius: 10, flexDirection: 'row', alignItems: 'center', padding: '0 20px', gap: 16 }}&gt;&#10;                &lt;Box style={{ width: 48, height: 48, background: '#CB6B28', borderRadius: 8, justifyContent: 'center', alignItems: 'center' }}&gt;&#10;                    &lt;Text style={{ fontSize: 20, fontWeight: 'bold', color: '#FFFFFF' }}&gt;4&lt;/Text&gt;&#10;                &lt;/Box&gt;&#10;                &lt;Box style={{ flex: 1, flexDirection: 'column', gap: 3 }}&gt;&#10;                    &lt;Text style={{ fontSize: 18, fontWeight: 'bold', color: '#20344B' }}&gt;在动作之前写“待确认”&lt;/Text&gt;&#10;                    &lt;Text style={{ fontSize: 14, color: '#546779', lineHeight: 1.5 }}&gt;world-act 接受即结束本轮，下一轮核实后才确认完成&lt;/Text&gt;&#10;                &lt;/Box&gt;&#10;            &lt;/Box&gt;&#10;&#10;            &lt;Box style={{ height: 92, background: '#F4F7FA', borderRadius: 10, flexDirection: 'row', alignItems: 'center', padding: '0 20px', gap: 16 }}&gt;&#10;                &lt;Box style={{ width: 48, height: 48, background: '#26816B', borderRadius: 8, justifyContent: 'center', alignItems: 'center' }}&gt;&#10;                    &lt;Text style={{ fontSize: 20, fontWeight: 'bold', color: '#FFFFFF' }}&gt;5&lt;/Text&gt;&#10;                &lt;/Box&gt;&#10;                &lt;Box style={{ flex: 1, flexDirection: 'column', gap: 3 }}&gt;&#10;                    &lt;Text style={{ fontSize: 18, fontWeight: 'bold', color: '#20344B' }}&gt;在页面上检查一次认识更新&lt;/Text&gt;&#10;                    &lt;Text style={{ fontSize: 14, color: '#546779', lineHeight: 1.5 }}&gt;记忆面板是摘要，验收至少要回答四个问题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记忆与跨步进度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本节要看清的五件事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2857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沿许安的旧认识，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一路追到验收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3581400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2857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从“他以为十点开始”出发，看认识如何被更正、进度如何被核实，最后在页面上交出证据。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771900" y="13335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3962400" y="15430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133850" y="16573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572000" y="153352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三种容易混在一起的内容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572000" y="177165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世界事实、角色认识、待确认进度，不能互相冒充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771900" y="230505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3962400" y="25146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133850" y="26289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572000" y="250507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四个工具组成记忆的生命周期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572000" y="274320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append / search / supersede / invalidate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，更正不删历史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771900" y="32766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3962400" y="3486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133850" y="3600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572000" y="347662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当前检索实现不是向量数据库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572000" y="371475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file_lexical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词法匹配，明确名称比含蓄指代更易召回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771900" y="424815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3962400" y="44577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133850" y="45720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572000" y="444817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在动作之前写“待确认”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572000" y="468630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world-act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接受即结束本轮，下一轮核实后才确认完成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3771900" y="52197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3962400" y="54292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133850" y="55435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572000" y="541972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在页面上检查一次认识更新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572000" y="565785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记忆面板是摘要，验收至少要回答四个问题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47" name="" descr="&lt;Slide notes={`先处理第一种混淆：把角色以为的，当成世界里发生的。&#10;&#10;写 Brain 的时候，世界事实、角色认识、待确认进度这三类信息经常被搅在一起。区分它们不是术语洁癖，而是事实边界的底线——回放一旦把误信画成公告已经改动，后面的证据链就全部不可信了。&#10;&#10;这三种内容可以互相提供依据：认识引用事实，便签等待事实。但谁也不能冒充谁，各自待在各自的位置上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6.1&lt;/Text&gt;&#10;&#10;        &lt;Text style={{ fontSize: 56, fontWeight: 'bold', color: '#20344B', lineHeight: 1.15 }}&gt;三种容易混在一起的内容&lt;/Text&gt;&#10;&#10;        &lt;Box style={{ width: 72, height: 4, background: '#276FBF' }} /&gt;&#10;&#10;        &lt;Text style={{ fontSize: 18, color: '#546779', lineHeight: 1.7, width: 900 }}&gt;已提交的事实、角色的认识、待确认的进度，可以互相提供依据，却不能互相冒充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世界事实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角色的认识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待确认的进度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3.6.1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三种容易混在一起的内容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已提交的事实、角色的认识、待确认的进度，可以互相提供依据，却不能互相冒充。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世界事实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8863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角色的认识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待确认的进度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63" name="" descr="&lt;Slide notes={`三类内容逐一对照。已提交的世界事实，比如某人移动到服务台附近、公告栏提交状态变化，保存在 StepResult 及相关事实记录里。角色的认识，比如许安相信手作活动按旧时间开始，属于该角色的私有记忆或初始人物资料。待确认进度，比如林岚已经提出更新请求、尚待对象回复，要明确标成待确认的私有便签。&#10;&#10;三类可以互相提供依据，却不能互相冒充。&#10;&#10;角色误信旧消息是可研究的行为现象；但回放若把这种误信画成公告已经改动，就破坏了事实边界。检验仿真结果时，要同时保留“人物认为怎样”和“世界实际怎样”的区别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1　三种容易混在一起的内容&lt;/Text&gt;&#10;            &lt;Text style={{ fontSize: 34, fontWeight: 'bold', color: '#20344B' }}&gt;三类内容，各有去处&lt;/Text&gt;&#10;        &lt;/Box&gt;&#10;    &lt;/Box&gt;&#10;&#10;    &lt;Box style={{ height: 540, flexDirection: 'column', justifyContent: 'center', gap: 12 }}&gt;&#10;&#10;        &lt;Box style={{ flexDirection: 'row', padding: '0 18px', gap: 16 }}&gt;&#10;            &lt;Box style={{ width: 240 }}&gt;&lt;Text style={{ fontSize: 14, color: '#546779' }}&gt;内容&lt;/Text&gt;&lt;/Box&gt;&#10;            &lt;Box style={{ flex: 1 }}&gt;&lt;Text style={{ fontSize: 14, color: '#546779' }}&gt;青禾案例中的例子&lt;/Text&gt;&lt;/Box&gt;&#10;            &lt;Box style={{ width: 320 }}&gt;&lt;Text style={{ fontSize: 14, color: '#546779' }}&gt;适合保存的位置&lt;/Text&gt;&lt;/Box&gt;&#10;        &lt;/Box&gt;&#10;&#10;        &lt;Box style={{ flexDirection: 'row', height: 104, background: '#F4F7FA', borderRadius: 10, padding: '0 18px', alignItems: 'center', gap: 16 }}&gt;&#10;            &lt;Box style={{ width: 240 }}&gt;&lt;Text style={{ fontSize: 18, fontWeight: 'bold', color: '#20344B' }}&gt;已提交的世界事实&lt;/Text&gt;&lt;/Box&gt;&#10;            &lt;Box style={{ flex: 1 }}&gt;&lt;Text style={{ fontSize: 16, color: '#20344B', lineHeight: 1.6 }}&gt;某人移动到服务台附近；公告栏提交状态变化&lt;/Text&gt;&lt;/Box&gt;&#10;            &lt;Box style={{ width: 320 }}&gt;&lt;Text style={{ fontSize: 16, color: '#546779', lineHeight: 1.6 }}&gt;StepResult 及相关事实记录&lt;/Text&gt;&lt;/Box&gt;&#10;        &lt;/Box&gt;&#10;&#10;        &lt;Box style={{ flexDirection: 'row', height: 104, background: '#EDF4FC', borderRadius: 10, padding: '0 18px', alignItems: 'center', gap: 16 }}&gt;&#10;            &lt;Box style={{ width: 240 }}&gt;&lt;Text style={{ fontSize: 18, fontWeight: 'bold', color: '#276FBF' }}&gt;角色的认识&lt;/Text&gt;&lt;/Box&gt;&#10;            &lt;Box style={{ flex: 1 }}&gt;&lt;Text style={{ fontSize: 16, color: '#20344B', lineHeight: 1.6 }}&gt;许安相信手作活动按旧时间开始&lt;/Text&gt;&lt;/Box&gt;&#10;            &lt;Box style={{ width: 320 }}&gt;&lt;Text style={{ fontSize: 16, color: '#546779', lineHeight: 1.6 }}&gt;该角色的私有记忆或初始人物资料&lt;/Text&gt;&lt;/Box&gt;&#10;        &lt;/Box&gt;&#10;&#10;        &lt;Box style={{ flexDirection: 'row', height: 104, background: '#FFF4E6', borderRadius: 10, padding: '0 18px', alignItems: 'center', gap: 16 }}&gt;&#10;            &lt;Box style={{ width: 240 }}&gt;&lt;Text style={{ fontSize: 18, fontWeight: 'bold', color: '#CB6B28' }}&gt;待确认进度&lt;/Text&gt;&lt;/Box&gt;&#10;            &lt;Box style={{ flex: 1 }}&gt;&lt;Text style={{ fontSize: 16, color: '#20344B', lineHeight: 1.6 }}&gt;林岚已经提出更新请求，尚待对象回复&lt;/Text&gt;&lt;/Box&gt;&#10;            &lt;Box style={{ width: 320 }}&gt;&lt;Text style={{ fontSize: 16, color: '#546779', lineHeight: 1.6 }}&gt;明确标成待确认的私有便签&lt;/Text&gt;&lt;/Box&gt;&#10;        &lt;/Box&gt;&#10;&#10;        &lt;Box style={{ flexDirection: 'row', gap: 16, background: '#FFF4E6', borderRadius: 10, padding: '16px 22px', alignItems: 'center', marginTop: 6 }}&gt;&#10;            &lt;Box style={{ width: 4, height: 72, background: '#CB6B28' }} /&gt;&#10;            &lt;Box style={{ flex: 1, flexDirection: 'column', gap: 6 }}&gt;&#10;                &lt;Text style={{ fontSize: 19, fontWeight: 'bold', color: '#CB6B28' }}&gt;三者可以互相提供依据，却不能互相冒充&lt;/Text&gt;&#10;                &lt;Text style={{ fontSize: 16, color: '#546779', lineHeight: 1.65 }}&gt;回放把角色的误信画成“公告已经改动”，就会破坏事实边界；检验仿真结果，要同时保留“人物认为怎样”和“世界实际怎样”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三种容易混在一起的内容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三类内容，各有去处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81050" y="140017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3219450" y="140017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青禾案例中的例子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362950" y="14001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适合保存的位置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16764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81050" y="2066925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已提交的世界事实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3219450" y="2028825"/>
            <a:ext cx="4991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某人移动到服务台附近；公告栏提交状态变化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362950" y="202882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StepResult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及相关事实记录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609600" y="27813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81050" y="3171825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角色的认识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219450" y="3133725"/>
            <a:ext cx="4991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许安相信手作活动按旧时间开始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362950" y="313372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该角色的私有记忆或初始人物资料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09600" y="38862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待确认进度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219450" y="4238625"/>
            <a:ext cx="4991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林岚已经提出更新请求，尚待对象回复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362950" y="423862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明确标成待确认的私有便签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50482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819150" y="52006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009650" y="5257800"/>
            <a:ext cx="1036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三者可以互相提供依据，却不能互相冒充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009650" y="5534025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回放把角色的误信画成“公告已经改动”，就会破坏事实边界；检验仿真结果，要同时保留“人物认为怎样”和“世界实际怎样”。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89" name="" descr="&lt;Slide notes={`许安只记得旧消息“手作活动十点开始”，这是他的认识，不是世界状态。他后来收到服务台答复、查询到更新后的公告，认识才获得新依据。这条线可以拿来研究信息传播——误信本身是有价值的行为现象。&#10;&#10;但方向反过来就出问题：如果回放把“许安以为公告改了”画成“公告栏真的改了”，事实边界就被破坏了。&#10;&#10;记忆让角色延续目标、记录经验、解释判断，但它不替代世界事实——写下“公告已经更新”，公告栏并不会因此真的改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1　三种容易混在一起的内容&lt;/Text&gt;&#10;            &lt;Text style={{ fontSize: 34, fontWeight: 'bold', color: '#20344B' }}&gt;误信可以研究，虚构破坏边界&lt;/Text&gt;&#10;        &lt;/Box&gt;&#10;    &lt;/Box&gt;&#10;&#10;    &lt;Box style={{ height: 540, flexDirection: 'column', justifyContent: 'center', gap: 16 }}&gt;&#10;&#10;        &lt;Box style={{ flexDirection: 'row', height: 300, gap: 24 }}&gt;&#10;&#10;            &lt;Box style={{ width: 440, background: '#EDF4FC', borderRadius: 10, padding: '20px 22px', flexDirection: 'column', gap: 10, justifyContent: 'center' }}&gt;&#10;                &lt;Text style={{ fontSize: 20, fontWeight: 'bold', color: '#276FBF' }}&gt;人物认为怎样&lt;/Text&gt;&#10;                &lt;Text style={{ fontSize: 16, color: '#20344B', lineHeight: 1.65 }}&gt;许安第一次走进学习中心，只记得旧消息“手作活动十点开始”。&lt;/Text&gt;&#10;                &lt;Text style={{ fontSize: 15, color: '#546779', lineHeight: 1.6 }}&gt;几轮之后收到服务台的答复、又查询到更新后的公告内容，才有了核对旧认识的新依据。这种误信是可以研究的行为现象。&lt;/Text&gt;&#10;            &lt;/Box&gt;&#10;&#10;            &lt;Box style={{ width: 688, background: '#ECF7F2', borderRadius: 10, padding: '20px 22px', flexDirection: 'column', gap: 10, justifyContent: 'center' }}&gt;&#10;                &lt;Text style={{ fontSize: 20, fontWeight: 'bold', color: '#26816B' }}&gt;世界实际怎样&lt;/Text&gt;&#10;                &lt;Box style={{ flexDirection: 'row', gap: 12 }}&gt;&#10;                    &lt;Box style={{ width: 316, height: 88, background: '#FFFFFF', borderRadius: 8, padding: '10px 14px', flexDirection: 'column', gap: 4, justifyContent: 'center' }}&gt;&#10;                        &lt;Text style={{ fontSize: 15, fontWeight: 'bold', color: '#20344B' }}&gt;公告栏的状态&lt;/Text&gt;&#10;                        &lt;Text style={{ fontSize: 13, color: '#546779' }}&gt;只由已提交的世界事实决定&lt;/Text&gt;&#10;                    &lt;/Box&gt;&#10;                    &lt;Box style={{ width: 316, height: 88, background: '#FFFFFF', borderRadius: 8, padding: '10px 14px', flexDirection: 'column', gap: 4, justifyContent: 'center' }}&gt;&#10;                        &lt;Text style={{ fontSize: 15, fontWeight: 'bold', color: '#20344B' }}&gt;角色的记忆&lt;/Text&gt;&#10;                        &lt;Text style={{ fontSize: 13, color: '#546779' }}&gt;只是他写下的内容文字&lt;/Text&gt;&#10;                    &lt;/Box&gt;&#10;                &lt;/Box&gt;&#10;                &lt;Text style={{ fontSize: 15, color: '#546779', lineHeight: 1.6 }}&gt;回放把误信画成公告已经改动，则会破坏事实边界。&lt;/Text&gt;&#10;            &lt;/Box&gt;&#10;&#10;        &lt;/Box&gt;&#10;&#10;        &lt;Box style={{ flexDirection: 'row', gap: 16, background: '#FFF4E6', borderRadius: 10, padding: '16px 22px', alignItems: 'center' }}&gt;&#10;            &lt;Box style={{ width: 4, height: 60, background: '#CB6B28' }} /&gt;&#10;            &lt;Box style={{ flex: 1, flexDirection: 'column', gap: 4 }}&gt;&#10;                &lt;Text style={{ fontSize: 18, fontWeight: 'bold', color: '#CB6B28' }}&gt;写下“公告已经更新”，并不等于公告栏真的变了&lt;/Text&gt;&#10;                &lt;Text style={{ fontSize: 15, color: '#546779', lineHeight: 1.6 }}&gt;记忆不会替代世界事实；检验时要同时保留两种记录，缺一边就无法判断是谁错了。&lt;/Text&gt;&#10;            &lt;/Box&gt;&#10;        &lt;/Box&gt;&#10;&#10;        &lt;Box style={{ flexDirection: 'row', gap: 16, background: '#F4F7FA', borderRadius: 10, padding: '14px 22px', alignItems: 'center' }}&gt;&#10;            &lt;Box style={{ width: 4, height: 52, background: '#276FBF' }} /&gt;&#10;            &lt;Box style={{ flex: 1 }}&gt;&#10;                &lt;Text style={{ fontSize: 16, color: '#20344B', lineHeight: 1.6 }}&gt;记忆解决跨轮连续性：延续目标、记录经验、解释判断——但一个可信的角色必须能改变认识，同时保留自己曾经依据什么采取行动的历史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三种容易混在一起的内容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误信可以研究，虚构破坏边界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1314450"/>
            <a:ext cx="4191000" cy="28575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19150" y="1819275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人物认为怎样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19150" y="2143125"/>
            <a:ext cx="37719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许安第一次走进学习中心，只记得旧消息“手作活动十点开始”。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19150" y="2847975"/>
            <a:ext cx="37719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几轮之后收到服务台的答复、又查询到更新后的公告内容，才有了核对旧认识的新依据。这种误信是可以研究的行为现象。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5029200" y="1314450"/>
            <a:ext cx="6553200" cy="2857500"/>
          </a:xfrm>
          <a:prstGeom prst="roundRect">
            <a:avLst>
              <a:gd name="adj" fmla="val 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238750" y="1981200"/>
            <a:ext cx="613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世界实际怎样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5238750" y="2305050"/>
            <a:ext cx="30099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372100" y="2543175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公告栏的状态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372100" y="2752725"/>
            <a:ext cx="274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只由已提交的世界事实决定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362950" y="2305050"/>
            <a:ext cx="30099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496300" y="2543175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角色的记忆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496300" y="2752725"/>
            <a:ext cx="274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只是他写下的内容文字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5238750" y="3238500"/>
            <a:ext cx="6134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回放把误信画成公告已经改动，则会破坏事实边界。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43243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819150" y="44767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009650" y="450532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写下“公告已经更新”，并不等于公告栏真的变了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009650" y="4752975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记忆不会替代世界事实；检验时要同时保留两种记录，缺一边就无法判断是谁错了。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09600" y="535305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819150" y="54864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009650" y="5591175"/>
            <a:ext cx="10363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记忆解决跨轮连续性：延续目标、记录经验、解释判断——但一个可信的角色必须能改变认识，同时保留自己曾经依据什么采取行动的历史。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16" name="" descr="&lt;Slide notes={`还要澄清一个常见误解：模型并不会天然记得整段 Run 的全部历史。&#10;&#10;每一轮，运行时通过 IterationContext 把当轮输入交给 Brain——当前身份、时间、坐标、空间语义与运行变量。Agent 一侧的变量包括人物资料、current_action、known_spatial_memory 和新收到的 external_observations。&#10;&#10;所以跨轮的连续性不是免费的，要靠记忆工具显式维护：该记的打算、该标的待确认，都得写进记忆流，下一轮才拿得到。&#10;&#10;反过来也要记住：本轮输入只是本轮的快照，不能拿它推断角色记得整段历史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1　三种容易混在一起的内容&lt;/Text&gt;&#10;            &lt;Text style={{ fontSize: 34, fontWeight: 'bold', color: '#20344B' }}&gt;本轮输入，不等于整段历史&lt;/Text&gt;&#10;        &lt;/Box&gt;&#10;    &lt;/Box&gt;&#10;&#10;    &lt;Box style={{ height: 540, flexDirection: 'row', gap: 32 }}&gt;&#10;&#10;        &lt;Box style={{ width: 360, flexDirection: 'column', justifyContent: 'center', gap: 14 }}&gt;&#10;            &lt;Text style={{ fontSize: 22, fontWeight: 'bold', color: '#20344B', lineHeight: 1.4 }}&gt;模型不会天然记得{'\n'}整段 Run 的历史&lt;/Text&gt;&#10;            &lt;Box style={{ width: 56, height: 4, background: '#276FBF' }} /&gt;&#10;            &lt;Text style={{ fontSize: 16, color: '#546779', lineHeight: 1.7 }}&gt;每轮拿到的是当轮输入；跨轮的连续性要靠记忆工具显式维护——该写的打算、该标的待确认，都要进记忆流。&lt;/Text&gt;&#10;        &lt;/Box&gt;&#10;&#10;        &lt;Box style={{ width: 760, flexDirection: 'column', justifyContent: 'center', gap: 16 }}&gt;&#10;&#10;            &lt;Box style={{ height: 170, background: '#EDF4FC', borderRadius: 10, padding: '18px 20px', flexDirection: 'column', gap: 12, justifyContent: 'center' }}&gt;&#10;                &lt;Text style={{ fontSize: 18, fontWeight: 'bold', color: '#276FBF' }}&gt;IterationContext　给出本轮输入&lt;/Text&gt;&#10;                &lt;Box style={{ flexDirection: 'row', gap: 10 }}&gt;&#10;                    &lt;Box style={{ flex: 1, height: 40, background: '#FFFFFF', borderRadius: 8, justifyContent: 'center', alignItems: 'center' }}&gt;&#10;                        &lt;Text style={{ fontSize: 14, color: '#276FBF' }}&gt;当前身份&lt;/Text&gt;&#10;                    &lt;/Box&gt;&#10;                    &lt;Box style={{ flex: 1, height: 40, background: '#FFFFFF', borderRadius: 8, justifyContent: 'center', alignItems: 'center' }}&gt;&#10;                        &lt;Text style={{ fontSize: 14, color: '#276FBF' }}&gt;时间&lt;/Text&gt;&#10;                    &lt;/Box&gt;&#10;                    &lt;Box style={{ flex: 1, height: 40, background: '#FFFFFF', borderRadius: 8, justifyContent: 'center', alignItems: 'center' }}&gt;&#10;                        &lt;Text style={{ fontSize: 14, color: '#276FBF' }}&gt;坐标&lt;/Text&gt;&#10;                    &lt;/Box&gt;&#10;                    &lt;Box style={{ flex: 1, height: 40, background: '#FFFFFF', borderRadius: 8, justifyContent: 'center', alignItems: 'center' }}&gt;&#10;                        &lt;Text style={{ fontSize: 14, color: '#276FBF' }}&gt;空间语义&lt;/Text&gt;&#10;                    &lt;/Box&gt;&#10;                    &lt;Box style={{ flex: 1, height: 40, background: '#FFFFFF', borderRadius: 8, justifyContent: 'center', alignItems: 'center' }}&gt;&#10;                        &lt;Text style={{ fontSize: 14, color: '#276FBF' }}&gt;运行变量&lt;/Text&gt;&#10;                    &lt;/Box&gt;&#10;                &lt;/Box&gt;&#10;                &lt;Text style={{ fontSize: 13, color: '#546779', lineHeight: 1.5 }}&gt;BrainRuntime._agent_variables　组织这些当轮输入&lt;/Text&gt;&#10;            &lt;/Box&gt;&#10;&#10;            &lt;Box style={{ height: 190, background: '#F7F3E8', borderRadius: 10, padding: '18px 20px', flexDirection: 'column', gap: 12, justifyContent: 'center' }}&gt;&#10;                &lt;Text style={{ fontSize: 18, fontWeight: 'bold', color: '#20344B' }}&gt;Agent 的变量&lt;/Text&gt;&#10;                &lt;Box style={{ flexDirection: 'row', gap: 10 }}&gt;&#10;                    &lt;Box style={{ flex: 1, height: 40, background: '#FFFFFF', borderRadius: 8, justifyContent: 'center', alignItems: 'center' }}&gt;&#10;                        &lt;Text style={{ fontSize: 13, color: '#20344B' }}&gt;人物资料&lt;/Text&gt;&#10;                    &lt;/Box&gt;&#10;                    &lt;Box style={{ flex: 1.2, height: 40, background: '#FFFFFF', borderRadius: 8, justifyContent: 'center', alignItems: 'center' }}&gt;&#10;                        &lt;Text style={{ fontSize: 13, color: '#20344B' }}&gt;current_action&lt;/Text&gt;&#10;                    &lt;/Box&gt;&#10;                    &lt;Box style={{ flex: 1.6, height: 40, background: '#FFFFFF', borderRadius: 8, justifyContent: 'center', alignItems: 'center' }}&gt;&#10;                        &lt;Text style={{ fontSize: 13, color: '#20344B' }}&gt;known_spatial_memory&lt;/Text&gt;&#10;                    &lt;/Box&gt;&#10;                    &lt;Box style={{ flex: 1.6, height: 40, background: '#FFFFFF', borderRadius: 8, justifyContent: 'center', alignItems: 'center' }}&gt;&#10;                        &lt;Text style={{ fontSize: 13, color: '#20344B' }}&gt;external_observations&lt;/Text&gt;&#10;                    &lt;/Box&gt;&#10;                &lt;/Box&gt;&#10;                &lt;Text style={{ fontSize: 13, color: '#546779', lineHeight: 1.5 }}&gt;新收到的观察在变量里，过去的轮次不在——它们只存在于记忆流&lt;/Text&gt;&#10;            &lt;/Box&gt;&#10;&#10;            &lt;Box style={{ flexDirection: 'row', gap: 14, background: '#FFF4E6', borderRadius: 10, padding: '12px 20px', alignItems: 'center' }}&gt;&#10;                &lt;Box style={{ width: 4, height: 40, background: '#CB6B28' }} /&gt;&#10;                &lt;Text style={{ fontSize: 15, color: '#CB6B28', lineHeight: 1.5 }}&gt;这些是本轮输入，不等于模型天然记得整段 Run 的所有历史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三种容易混在一起的内容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本轮输入，不等于整段历史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34290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模型不会天然记得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整段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的历史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3581400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每轮拿到的是当轮输入；跨轮的连续性要靠记忆工具显式维护——该写的打算、该标的待确认，都要进记忆流。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4343400" y="1543050"/>
            <a:ext cx="7239000" cy="1619250"/>
          </a:xfrm>
          <a:prstGeom prst="roundRect">
            <a:avLst>
              <a:gd name="adj" fmla="val 58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533900" y="1828800"/>
            <a:ext cx="685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IterationContext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　给出本轮输入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4533900" y="2152650"/>
            <a:ext cx="12954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914900" y="2266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当前身份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5924550" y="2152650"/>
            <a:ext cx="12954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438900" y="22669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7315200" y="2152650"/>
            <a:ext cx="12954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829550" y="22669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坐标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8705850" y="2152650"/>
            <a:ext cx="12954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086850" y="2266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10096500" y="2152650"/>
            <a:ext cx="12954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477500" y="2266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运行变量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4533900" y="2647950"/>
            <a:ext cx="6858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BrainRuntime._agent_variables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　组织这些当轮输入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4343400" y="3314700"/>
            <a:ext cx="7239000" cy="1809750"/>
          </a:xfrm>
          <a:prstGeom prst="roundRect">
            <a:avLst>
              <a:gd name="adj" fmla="val 526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533900" y="3695700"/>
            <a:ext cx="685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的变量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4533900" y="4019550"/>
            <a:ext cx="1219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4895850" y="41338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人物资料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5848350" y="4019550"/>
            <a:ext cx="145732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153150" y="41338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current_action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7400925" y="4019550"/>
            <a:ext cx="195262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686675" y="4133850"/>
            <a:ext cx="1390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known_spatial_memory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9448800" y="4019550"/>
            <a:ext cx="19431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772650" y="413385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external_observations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4533900" y="4514850"/>
            <a:ext cx="6858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新收到的观察在变量里，过去的轮次不在——它们只存在于记忆流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4343400" y="5276850"/>
            <a:ext cx="72390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4533900" y="53911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705350" y="5457825"/>
            <a:ext cx="3790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这些是本轮输入，不等于模型天然记得整段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的所有历史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53" name="" descr="&lt;Slide notes={`记忆不是一个大口袋，而是一条有生命周期的流。系统给了四个工具：追加、检索、更正、失效。&#10;&#10;这一块最要紧的一条纪律：只有收到正式更正证据，才用 supersede 去修正一条仍然有效的认识；而且旧节点保留为历史——不删除、不虚构记忆 ID。&#10;&#10;工具替我们保管结构，判断证据是否正式，仍然是角色和写 SOP 的人的责任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6.2&lt;/Text&gt;&#10;&#10;        &lt;Text style={{ fontSize: 56, fontWeight: 'bold', color: '#20344B', lineHeight: 1.15 }}&gt;四个工具组成记忆的生命周期&lt;/Text&gt;&#10;&#10;        &lt;Box style={{ width: 72, height: 4, background: '#276FBF' }} /&gt;&#10;&#10;        &lt;Text style={{ fontSize: 18, color: '#546779', lineHeight: 1.7, width: 940 }}&gt;只有收到正式更正证据才更正；旧节点保留为历史，不虚构记忆 ID。&lt;/Text&gt;&#10;&#10;        &lt;Box style={{ flexDirection: 'row', alignItems: 'center', marginTop: 10 }}&gt;&#10;            &lt;Box style={{ width: 250, height: 64, background: '#EDF4FC', borderRadius: 8, justifyContent: 'center', alignItems: 'center' }}&gt;&#10;                &lt;Text style={{ fontSize: 18, color: '#276FBF' }}&gt;append　追加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50, height: 64, background: '#ECF7F2', borderRadius: 8, justifyContent: 'center', alignItems: 'center' }}&gt;&#10;                &lt;Text style={{ fontSize: 18, color: '#26816B' }}&gt;search　检索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50, height: 64, background: '#EDF4FC', borderRadius: 8, justifyContent: 'center', alignItems: 'center' }}&gt;&#10;                &lt;Text style={{ fontSize: 18, color: '#276FBF' }}&gt;supersede　更正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250, height: 64, background: '#FFF4E6', borderRadius: 8, justifyContent: 'center', alignItems: 'center' }}&gt;&#10;                &lt;Text style={{ fontSize: 18, color: '#CB6B28' }}&gt;invalidate　失效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3.6.2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四个工具组成记忆的生命周期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只有收到正式更正证据才更正；旧节点保留为历史，不虚构记忆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228725" y="425767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append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　追加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1623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340995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4076700" y="425767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>search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　检索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9626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21030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724650" y="4257675"/>
            <a:ext cx="1362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supersede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　更正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7630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901065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9553575" y="4257675"/>
            <a:ext cx="1304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B6B28"/>
                </a:solidFill>
                <a:latin typeface="Microsoft YaHei"/>
                <a:ea typeface="Microsoft YaHei"/>
              </a:rPr>
              <a:t>invalidate</a:t>
            </a: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　失效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72" name="" descr="&lt;Slide notes={`四个工具各管一段。append 追加独立的事实或认识；search 默认检索有效内容，当前方法是 file_lexical；supersede 在获得正式更正证据后，修正一条仍为 ACTIVE 的认识；invalidate 表示某条有效记忆已经不能继续使用，必须说明理由。&#10;&#10;身份问题要特别注意：当前参与者身份由运行时注入，模型不能传另一个人的 ID 去读取别人的记忆。对象也使用自己的记忆身份，与 Agent 隔离。&#10;&#10;另外，需要引用已有记忆时，要用工具真实返回的记忆 ID，不能自己编一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2　四个工具组成记忆的生命周期&lt;/Text&gt;&#10;            &lt;Text style={{ fontSize: 34, fontWeight: 'bold', color: '#20344B' }}&gt;四个工具，各管一段&lt;/Text&gt;&#10;        &lt;/Box&gt;&#10;    &lt;/Box&gt;&#10;&#10;    &lt;Box style={{ height: 540, flexDirection: 'row', gap: 24 }}&gt;&#10;&#10;        &lt;Box style={{ width: 500, flexDirection: 'column', justifyContent: 'center', gap: 12 }}&gt;&#10;&#10;            &lt;Box style={{ flexDirection: 'row', gap: 12 }}&gt;&#10;                &lt;Box style={{ width: 244, height: 150, background: '#EDF4FC', borderRadius: 10, padding: '14px 16px', flexDirection: 'column', gap: 6, justifyContent: 'center' }}&gt;&#10;                    &lt;Text style={{ fontSize: 15, fontWeight: 'bold', color: '#276FBF' }}&gt;memory-stream-append&lt;/Text&gt;&#10;                    &lt;Text style={{ fontSize: 14, color: '#20344B', lineHeight: 1.5 }}&gt;追加独立的事实或认识；必需字段是自然语言 content&lt;/Text&gt;&#10;                &lt;/Box&gt;&#10;                &lt;Box style={{ width: 244, height: 150, background: '#ECF7F2', borderRadius: 10, padding: '14px 16px', flexDirection: 'column', gap: 6, justifyContent: 'center' }}&gt;&#10;                    &lt;Text style={{ fontSize: 15, fontWeight: 'bold', color: '#26816B' }}&gt;memory-stream-search&lt;/Text&gt;&#10;                    &lt;Text style={{ fontSize: 14, color: '#20344B', lineHeight: 1.5 }}&gt;默认检索有效内容；当前方法 file_lexical&lt;/Text&gt;&#10;                &lt;/Box&gt;&#10;            &lt;/Box&gt;&#10;&#10;            &lt;Box style={{ flexDirection: 'row', gap: 12 }}&gt;&#10;                &lt;Box style={{ width: 244, height: 150, background: '#EDF4FC', borderRadius: 10, padding: '14px 16px', flexDirection: 'column', gap: 6, justifyContent: 'center' }}&gt;&#10;                    &lt;Text style={{ fontSize: 15, fontWeight: 'bold', color: '#276FBF' }}&gt;memory-stream-supersede&lt;/Text&gt;&#10;                    &lt;Text style={{ fontSize: 14, color: '#20344B', lineHeight: 1.5 }}&gt;获正式更正证据后，修正一条仍为 ACTIVE 的认识&lt;/Text&gt;&#10;                &lt;/Box&gt;&#10;                &lt;Box style={{ width: 244, height: 150, background: '#FFF4E6', borderRadius: 10, padding: '14px 16px', flexDirection: 'column', gap: 6, justifyContent: 'center' }}&gt;&#10;                    &lt;Text style={{ fontSize: 15, fontWeight: 'bold', color: '#CB6B28' }}&gt;memory-stream-invalidate&lt;/Text&gt;&#10;                    &lt;Text style={{ fontSize: 14, color: '#20344B', lineHeight: 1.5 }}&gt;某条有效记忆不能继续使用，必须说明理由&lt;/Text&gt;&#10;                &lt;/Box&gt;&#10;            &lt;/Box&gt;&#10;&#10;        &lt;/Box&gt;&#10;&#10;        &lt;Box style={{ width: 628, flexDirection: 'column', justifyContent: 'center', gap: 16 }}&gt;&#10;&#10;            &lt;Box style={{ height: 220, background: '#F4F7FA', borderRadius: 10, padding: '20px 22px', flexDirection: 'column', gap: 12, justifyContent: 'center' }}&gt;&#10;                &lt;Text style={{ fontSize: 20, fontWeight: 'bold', color: '#20344B' }}&gt;参与者身份由运行时注入&lt;/Text&gt;&#10;                &lt;Text style={{ fontSize: 16, color: '#20344B', lineHeight: 1.65 }}&gt;模型不传另一个人的 ID 来读取其记忆；对象也使用自己的记忆身份，与 Agent 隔离。&lt;/Text&gt;&#10;                &lt;Text style={{ fontSize: 15, color: '#546779', lineHeight: 1.6 }}&gt;记忆是谁的，由运行时决定，不由调用参数决定。&lt;/Text&gt;&#10;            &lt;/Box&gt;&#10;&#10;            &lt;Box style={{ flexDirection: 'row', gap: 14, background: '#ECF7F2', borderRadius: 10, padding: '16px 22px', alignItems: 'center' }}&gt;&#10;                &lt;Box style={{ width: 4, height: 64, background: '#26816B' }} /&gt;&#10;                &lt;Box style={{ flex: 1, flexDirection: 'column', gap: 4 }}&gt;&#10;                    &lt;Text style={{ fontSize: 17, fontWeight: 'bold', color: '#26816B' }}&gt;引用已有记忆，用真实返回的记忆 ID&lt;/Text&gt;&#10;                    &lt;Text style={{ fontSize: 15, color: '#546779', lineHeight: 1.6 }}&gt;evidence_memory_ids 里放工具返回过的 ID；自己编造 ID，证据链就断了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四个工具组成记忆的生命周期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四个工具，各管一段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2228850"/>
            <a:ext cx="23241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62000" y="259080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memory-stream-append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62000" y="2819400"/>
            <a:ext cx="20193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追加独立的事实或认识；必需字段是自然语言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content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3048000" y="2228850"/>
            <a:ext cx="23241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200400" y="259080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memory-stream-search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3200400" y="2819400"/>
            <a:ext cx="20193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默认检索有效内容；当前方法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file_lexical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09600" y="3771900"/>
            <a:ext cx="23241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62000" y="413385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memory-stream-supersede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62000" y="4362450"/>
            <a:ext cx="20193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获正式更正证据后，修正一条仍为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ACTIVE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的认识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3048000" y="3771900"/>
            <a:ext cx="23241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3200400" y="413385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memory-stream-invalidate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3200400" y="4362450"/>
            <a:ext cx="20193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某条有效记忆不能继续使用，必须说明理由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5600700" y="2133600"/>
            <a:ext cx="5981700" cy="209550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5810250" y="2514600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参与者身份由运行时注入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5810250" y="2857500"/>
            <a:ext cx="5562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模型不传另一个人的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来读取其记忆；对象也使用自己的记忆身份，与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隔离。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5810250" y="3581400"/>
            <a:ext cx="5562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记忆是谁的，由运行时决定，不由调用参数决定。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5600700" y="4381500"/>
            <a:ext cx="59817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4" name=""/>
          <p:cNvSpPr/>
          <p:nvPr/>
        </p:nvSpPr>
        <p:spPr>
          <a:xfrm rot="0" flipH="0" flipV="0">
            <a:off x="5810250" y="4533900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981700" y="4581525"/>
            <a:ext cx="539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引用已有记忆，用真实返回的记忆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5981700" y="4819650"/>
            <a:ext cx="5391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evidence_memory_ids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里放工具返回过的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；自己编造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，证据链就断了。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99" name="" descr="&lt;Slide notes={`沿 supersede 这条分叉看：新认识与来源成为有效记忆，进入正常检索；旧节点并没有被删除，而是标成 SUPERSEDED 保留历史。&#10;&#10;这里说的“正式更正证据”，指青禾通知的更新条件——是模型真的收到了证据，不是工具替模型判断消息真伪。&#10;&#10;两条边界要记住。第一条：当前认识可以更正，但过去看过旧公告的真实观察不因此消失——历史就是历史。第二条：自然语言记忆不会自动新增导航知识，路线仍然要靠空间记忆与路径查询。&#10;&#10;追加、检索、更正、失效，四个动作都不删历史，这是整条生命周期的底色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2　四个工具组成记忆的生命周期&lt;/Text&gt;&#10;            &lt;Text style={{ fontSize: 34, fontWeight: 'bold', color: '#20344B' }}&gt;记忆的生命周期：更正不删历史&lt;/Text&gt;&#10;        &lt;/Box&gt;&#10;    &lt;/Box&gt;&#10;&#10;    &lt;Box style={{ height: 540, flexDirection: 'column', justifyContent: 'center', gap: 10 }}&gt;&#10;&#10;        &lt;Text style={{ fontSize: 15, color: '#546779' }}&gt;从 ACTIVE 出发的三条出路，只有一条改变“当前有效”，三条都不删除历史。&lt;/Text&gt;&#10;&#10;        &lt;Box style={{ flexDirection: 'row', alignItems: 'center' }}&gt;&#10;            &lt;Box style={{ width: 122 }} /&gt;&#10;            &lt;Box style={{ width: 220, height: 64, background: '#EDF4FC', borderRadius: 8, justifyContent: 'center', alignItems: 'center' }}&gt;&#10;                &lt;Text style={{ fontSize: 16, color: '#276FBF' }}&gt;append　追加事实或认识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260, height: 64, background: '#276FBF', borderRadius: 8, justifyContent: 'center', alignItems: 'center' }}&gt;&#10;                &lt;Text style={{ fontSize: 17, fontWeight: 'bold', color: '#FFFFFF' }}&gt;ACTIVE　有效记忆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340, height: 64, background: '#ECF7F2', borderRadius: 8, justifyContent: 'center', alignItems: 'center' }}&gt;&#10;                &lt;Text style={{ fontSize: 16, color: '#26816B' }}&gt;search　检索有效内容&lt;/Text&gt;&#10;            &lt;/Box&gt;&#10;            &lt;Box style={{ width: 122 }} /&gt;&#10;        &lt;/Box&gt;&#10;&#10;        &lt;Box style={{ flexDirection: 'row', height: 36, alignItems: 'center' }}&gt;&#10;            &lt;Box style={{ width: 178 }} /&gt;&#10;            &lt;Box style={{ width: 44, justifyContent: 'center', alignItems: 'center' }}&gt;&#10;                &lt;Text style={{ fontSize: 22, color: '#26816B' }}&gt;↓&lt;/Text&gt;&#10;            &lt;/Box&gt;&#10;            &lt;Box style={{ width: 332 }} /&gt;&#10;            &lt;Box style={{ width: 44, justifyContent: 'center', alignItems: 'center' }}&gt;&#10;                &lt;Text style={{ fontSize: 22, color: '#276FBF' }}&gt;↓&lt;/Text&gt;&#10;            &lt;/Box&gt;&#10;            &lt;Box style={{ width: 332 }} /&gt;&#10;            &lt;Box style={{ width: 44, justifyContent: 'center', alignItems: 'center' }}&gt;&#10;                &lt;Text style={{ fontSize: 22, color: '#CB6B28' }}&gt;↓&lt;/Text&gt;&#10;            &lt;/Box&gt;&#10;            &lt;Box style={{ width: 178 }} /&gt;&#10;        &lt;/Box&gt;&#10;&#10;        &lt;Box style={{ flexDirection: 'row', gap: 36 }}&gt;&#10;&#10;            &lt;Box style={{ width: 340, height: 176, background: '#ECF7F2', borderRadius: 10, padding: '14px 18px', flexDirection: 'column', gap: 8, justifyContent: 'center' }}&gt;&#10;                &lt;Text style={{ fontSize: 17, fontWeight: 'bold', color: '#26816B' }}&gt;search 的去处&lt;/Text&gt;&#10;                &lt;Text style={{ fontSize: 14, color: '#20344B', lineHeight: 1.6 }}&gt;检索仍为有效的记忆；返回值标注 retrieval_method 为 file_lexical，最多 limit 条。&lt;/Text&gt;&#10;            &lt;/Box&gt;&#10;&#10;            &lt;Box style={{ width: 340, height: 176, background: '#EDF4FC', borderRadius: 10, padding: '14px 18px', flexDirection: 'column', gap: 8, justifyContent: 'center' }}&gt;&#10;                &lt;Text style={{ fontSize: 17, fontWeight: 'bold', color: '#276FBF' }}&gt;supersede 的分叉&lt;/Text&gt;&#10;                &lt;Text style={{ fontSize: 14, color: '#20344B', lineHeight: 1.6 }}&gt;获正式更正证据后，传入真实 memory_id 与新内容：新认识与来源成为有效记忆。&lt;/Text&gt;&#10;                &lt;Box style={{ height: 44, background: '#F7F3E8', borderRadius: 8, justifyContent: 'center', alignItems: 'center' }}&gt;&#10;                    &lt;Text style={{ fontSize: 14, color: '#546779' }}&gt;旧节点标 SUPERSEDED，保留历史&lt;/Text&gt;&#10;                &lt;/Box&gt;&#10;            &lt;/Box&gt;&#10;&#10;            &lt;Box style={{ width: 340, height: 176, background: '#FFF4E6', borderRadius: 10, padding: '14px 18px', flexDirection: 'column', gap: 8, justifyContent: 'center' }}&gt;&#10;                &lt;Text style={{ fontSize: 17, fontWeight: 'bold', color: '#CB6B28' }}&gt;invalidate 的去处&lt;/Text&gt;&#10;                &lt;Text style={{ fontSize: 14, color: '#20344B', lineHeight: 1.6 }}&gt;失效但保留历史：必须写明理由，说明这条有效记忆为何不能继续使用。&lt;/Text&gt;&#10;            &lt;/Box&gt;&#10;&#10;        &lt;/Box&gt;&#10;&#10;        &lt;Box style={{ flexDirection: 'row', gap: 16, background: '#F4F7FA', borderRadius: 10, padding: '14px 22px', alignItems: 'center', marginTop: 6 }}&gt;&#10;            &lt;Box style={{ width: 4, height: 68, background: '#276FBF' }} /&gt;&#10;            &lt;Box style={{ flex: 1, flexDirection: 'column', gap: 5 }}&gt;&#10;                &lt;Text style={{ fontSize: 15, color: '#20344B', lineHeight: 1.55 }}&gt;边界一：当前认识可以更正，过去看过旧公告的真实观察不因此消失。&lt;/Text&gt;&#10;                &lt;Text style={{ fontSize: 15, color: '#20344B', lineHeight: 1.55 }}&gt;边界二：自然语言记忆不会自动新增导航知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四个工具组成记忆的生命周期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记忆的生命周期：更正不删历史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ACTIVE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出发的三条出路，只有一条改变“当前有效”，三条都不删除历史。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1771650" y="190500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933575" y="2114550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append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　追加事实或认识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038600" y="20764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4286250" y="1905000"/>
            <a:ext cx="2476500" cy="609600"/>
          </a:xfrm>
          <a:prstGeom prst="roundRect">
            <a:avLst>
              <a:gd name="adj" fmla="val 125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4819650" y="211455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ACTIVE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　有效记忆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934200" y="20764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7181850" y="19050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029575" y="2114550"/>
            <a:ext cx="1543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>search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　检索有效内容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2466975" y="26574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048375" y="26574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9629775" y="26574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09600" y="3048000"/>
            <a:ext cx="3238500" cy="1676400"/>
          </a:xfrm>
          <a:prstGeom prst="roundRect">
            <a:avLst>
              <a:gd name="adj" fmla="val 56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search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的去处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81050" y="3638550"/>
            <a:ext cx="28956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检索仍为有效的记忆；返回值标注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retrieval_method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file_lexical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，最多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limit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条。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4191000" y="3048000"/>
            <a:ext cx="3238500" cy="1676400"/>
          </a:xfrm>
          <a:prstGeom prst="roundRect">
            <a:avLst>
              <a:gd name="adj" fmla="val 56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4362450" y="324802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supersede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的分叉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4362450" y="3524250"/>
            <a:ext cx="2895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获正式更正证据后，传入真实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memory_id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与新内容：新认识与来源成为有效记忆。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4362450" y="4114800"/>
            <a:ext cx="2895600" cy="419100"/>
          </a:xfrm>
          <a:prstGeom prst="roundRect">
            <a:avLst>
              <a:gd name="adj" fmla="val 1818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4772025" y="424815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旧节点标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SUPERSEDED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，保留历史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7772400" y="3048000"/>
            <a:ext cx="3238500" cy="1676400"/>
          </a:xfrm>
          <a:prstGeom prst="roundRect">
            <a:avLst>
              <a:gd name="adj" fmla="val 56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943850" y="34956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invalidate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的去处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943850" y="3771900"/>
            <a:ext cx="2895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失效但保留历史：必须写明理由，说明这条有效记忆为何不能继续使用。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09600" y="48768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819150" y="5010150"/>
            <a:ext cx="38100" cy="647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009650" y="5048250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边界一：当前认识可以更正，过去看过旧公告的真实观察不因此消失。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009650" y="5362575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边界二：自然语言记忆不会自动新增导航知识。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notes={`追加一条记忆，必需字段只有自然语言 content。可以附带 kind、1 到 10 的 poignancy、SPO 三元组、地址和 evidence_memory_ids。&#10;&#10;注意工具没有任意的 source 参数——所以“谁说的、何时获得、尚有哪些不确定性”要直接写进内容里。&#10;&#10;示例的写法值得学：先说收到了服务台关于手作室使用时段的答复，再声明以该答复的真实内容为依据继续核实公告，最后明确“此条记录咨询所得信息，不代表公告已更新”。一句话把来源、依据和不确定性都交代清楚了。&#10;&#10;提醒一句：这是教学用内容写法，描述的是获得真实答复后才允许记录的记忆，并不是已经执行的工具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2　四个工具组成记忆的生命周期&lt;/Text&gt;&#10;            &lt;Text style={{ fontSize: 34, fontWeight: 'bold', color: '#20344B' }}&gt;append：写什么，怎么写&lt;/Text&gt;&#10;        &lt;/Box&gt;&#10;    &lt;/Box&gt;&#10;&#10;    &lt;Box style={{ height: 540, flexDirection: 'row', gap: 32 }}&gt;&#10;&#10;        &lt;Box style={{ width: 340, flexDirection: 'column', justifyContent: 'center', gap: 14 }}&gt;&#10;            &lt;Text style={{ fontSize: 22, fontWeight: 'bold', color: '#20344B', lineHeight: 1.4 }}&gt;必需字段，只有{'\n'}自然语言 content&lt;/Text&gt;&#10;            &lt;Box style={{ width: 56, height: 4, background: '#276FBF' }} /&gt;&#10;            &lt;Text style={{ fontSize: 16, color: '#546779', lineHeight: 1.7 }}&gt;工具没有任意的 source 参数——“谁说的、何时获得、尚有哪些不确定性”，都写进内容本身。&lt;/Text&gt;&#10;            &lt;Text style={{ fontSize: 15, color: '#CB6B28', lineHeight: 1.65 }}&gt;需要引用已有记忆时，再使用真实返回的记忆 ID。&lt;/Text&gt;&#10;        &lt;/Box&gt;&#10;&#10;        &lt;Box style={{ width: 780, flexDirection: 'column', justifyContent: 'center', gap: 16 }}&gt;&#10;&#10;            &lt;Box style={{ height: 300, background: '#F7F3E8', borderRadius: 10, padding: '20px 24px', flexDirection: 'column', gap: 12, justifyContent: 'center' }}&gt;&#10;                &lt;Box style={{ flexDirection: 'row', justifyContent: 'space-between', alignItems: 'center' }}&gt;&#10;                    &lt;Text style={{ fontSize: 18, fontWeight: 'bold', color: '#20344B' }}&gt;教学用内容写法（并非已执行的工具结果）&lt;/Text&gt;&#10;                    &lt;Box style={{ width: 64, height: 28, background: '#EDF4FC', borderRadius: 6, justifyContent: 'center', alignItems: 'center' }}&gt;&#10;                        &lt;Text style={{ fontSize: 13, color: '#276FBF' }}&gt;便签&lt;/Text&gt;&#10;                    &lt;/Box&gt;&#10;                &lt;/Box&gt;&#10;                &lt;Box style={{ flexDirection: 'row', gap: 10, alignItems: 'flex-start' }}&gt;&#10;                    &lt;Box style={{ width: 96, height: 30, background: '#FFFFFF', borderRadius: 6, justifyContent: 'center', alignItems: 'center' }}&gt;&#10;                        &lt;Text style={{ fontSize: 13, color: '#276FBF' }}&gt;content&lt;/Text&gt;&#10;                    &lt;/Box&gt;&#10;                    &lt;Text style={{ fontSize: 15, color: '#20344B', lineHeight: 1.6, flex: 1 }}&gt;“我已收到服务台关于手作室使用时段的答复；以该答复的真实内容为依据继续核实公告。此条记录咨询所得信息，不代表公告已更新。”&lt;/Text&gt;&#10;                &lt;/Box&gt;&#10;                &lt;Box style={{ flexDirection: 'row', gap: 10, alignItems: 'center' }}&gt;&#10;                    &lt;Box style={{ width: 96, height: 30, background: '#FFFFFF', borderRadius: 6, justifyContent: 'center', alignItems: 'center' }}&gt;&#10;                        &lt;Text style={{ fontSize: 13, color: '#276FBF' }}&gt;kind&lt;/Text&gt;&#10;                    &lt;/Box&gt;&#10;                    &lt;Text style={{ fontSize: 15, color: '#20344B' }}&gt;event&lt;/Text&gt;&#10;                    &lt;Box style={{ width: 110, height: 30, background: '#FFFFFF', borderRadius: 6, justifyContent: 'center', alignItems: 'center', marginLeft: 16 }}&gt;&#10;                        &lt;Text style={{ fontSize: 13, color: '#276FBF' }}&gt;poignancy&lt;/Text&gt;&#10;                    &lt;/Box&gt;&#10;                    &lt;Text style={{ fontSize: 15, color: '#20344B' }}&gt;7&lt;/Text&gt;&#10;                &lt;/Box&gt;&#10;            &lt;/Box&gt;&#10;&#10;            &lt;Box style={{ flexDirection: 'column', gap: 10 }}&gt;&#10;                &lt;Text style={{ fontSize: 14, color: '#546779' }}&gt;可附字段&lt;/Text&gt;&#10;                &lt;Box style={{ flexDirection: 'row', gap: 10 }}&gt;&#10;                    &lt;Box style={{ flex: 1, height: 40, background: '#EDF4FC', borderRadius: 8, justifyContent: 'center', alignItems: 'center' }}&gt;&#10;                        &lt;Text style={{ fontSize: 14, color: '#276FBF' }}&gt;kind&lt;/Text&gt;&#10;                    &lt;/Box&gt;&#10;                    &lt;Box style={{ flex: 1.4, height: 40, background: '#EDF4FC', borderRadius: 8, justifyContent: 'center', alignItems: 'center' }}&gt;&#10;                        &lt;Text style={{ fontSize: 14, color: '#276FBF' }}&gt;poignancy 1–10&lt;/Text&gt;&#10;                    &lt;/Box&gt;&#10;                    &lt;Box style={{ flex: 1.4, height: 40, background: '#EDF4FC', borderRadius: 8, justifyContent: 'center', alignItems: 'center' }}&gt;&#10;                        &lt;Text style={{ fontSize: 14, color: '#276FBF' }}&gt;SPO 三元组&lt;/Text&gt;&#10;                    &lt;/Box&gt;&#10;                    &lt;Box style={{ flex: 1, height: 40, background: '#EDF4FC', borderRadius: 8, justifyContent: 'center', alignItems: 'center' }}&gt;&#10;                        &lt;Text style={{ fontSize: 14, color: '#276FBF' }}&gt;地址&lt;/Text&gt;&#10;                    &lt;/Box&gt;&#10;                    &lt;Box style={{ flex: 2.2, height: 40, background: '#EDF4FC', borderRadius: 8, justifyContent: 'center', alignItems: 'center' }}&gt;&#10;                        &lt;Text style={{ fontSize: 14, color: '#276FBF' }}&gt;evidence_memory_ids&lt;/Text&gt;&#10;                    &lt;/Box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29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四个工具组成记忆的生命周期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29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append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：写什么，怎么写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2533650"/>
            <a:ext cx="3238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必需字段，只有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自然语言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content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3371850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3543300"/>
            <a:ext cx="3238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工具没有任意的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source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参数——“谁说的、何时获得、尚有哪些不确定性”，都写进内容本身。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4610100"/>
            <a:ext cx="3238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需要引用已有记忆时，再使用真实返回的记忆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152900" y="1895475"/>
            <a:ext cx="7429500" cy="2857500"/>
          </a:xfrm>
          <a:prstGeom prst="roundRect">
            <a:avLst>
              <a:gd name="adj" fmla="val 3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381500" y="268605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教学用内容写法（并非已执行的工具结果）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10744200" y="2657475"/>
            <a:ext cx="6096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925175" y="27146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便签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381500" y="3038475"/>
            <a:ext cx="9144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610100" y="3105150"/>
            <a:ext cx="45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content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391150" y="3038475"/>
            <a:ext cx="5962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“我已收到服务台关于手作室使用时段的答复；以该答复的真实内容为依据继续核实公告。此条记录咨询所得信息，不代表公告已更新。”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381500" y="3705225"/>
            <a:ext cx="9144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714875" y="3771900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kind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391150" y="3762375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event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19800" y="3705225"/>
            <a:ext cx="1047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238875" y="37719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poignancy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162800" y="37623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152900" y="4905375"/>
            <a:ext cx="742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可附字段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152900" y="5162550"/>
            <a:ext cx="10096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524375" y="5276850"/>
            <a:ext cx="276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kind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257800" y="5162550"/>
            <a:ext cx="140970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457825" y="527685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poignancy 1–10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762750" y="5162550"/>
            <a:ext cx="140970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115175" y="527685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SPO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三元组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267700" y="5162550"/>
            <a:ext cx="1000125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639175" y="5276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地址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9363075" y="5162550"/>
            <a:ext cx="2219325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772650" y="527685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evidence_memory_ids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2" name="" descr="&lt;Slide notes={`更正的对象是当前认识，不是历史本身。“我当前相信手作十点开始”可以被新的认识替代：传入真实 memory_id、新内容和可选理由，旧节点保留并标为 SUPERSEDED，新节点成为有效记忆。&#10;&#10;但“九点五十分看见旧公告写着十点开始”是一次历史观察，不应仅因为公告后来更新，就宣布它从未发生——它仍可作为历史证据保留。&#10;&#10;两个细节。当前 supersede 主要修改自然语言内容，并继承原节点的附加元数据；如果结构化 SPO 本身已经变化，应另行追加正确事实，避免新内容与旧三元组矛盾。invalidate 则必须说明理由。两种操作都不删除历史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2　四个工具组成记忆的生命周期&lt;/Text&gt;&#10;            &lt;Text style={{ fontSize: 34, fontWeight: 'bold', color: '#20344B' }}&gt;更正当前认识，保留历史观察&lt;/Text&gt;&#10;        &lt;/Box&gt;&#10;    &lt;/Box&gt;&#10;&#10;    &lt;Box style={{ height: 540, flexDirection: 'column', justifyContent: 'center', gap: 20 }}&gt;&#10;&#10;        &lt;Box style={{ flexDirection: 'row', gap: 32 }}&gt;&#10;&#10;            &lt;Box style={{ width: 560, height: 250, background: '#EDF4FC', borderRadius: 10, padding: '20px 24px', flexDirection: 'column', gap: 10, justifyContent: 'center' }}&gt;&#10;                &lt;Text style={{ fontSize: 20, fontWeight: 'bold', color: '#276FBF' }}&gt;可被替代的当前认识&lt;/Text&gt;&#10;                &lt;Text style={{ fontSize: 16, color: '#20344B', lineHeight: 1.6 }}&gt;“我当前相信手作十点开始”&lt;/Text&gt;&#10;                &lt;Text style={{ fontSize: 15, color: '#546779', lineHeight: 1.6 }}&gt;supersede 传入真实 memory_id、新内容和可选理由；旧节点保留并标为 SUPERSEDED，新节点成为有效记忆。&lt;/Text&gt;&#10;            &lt;/Box&gt;&#10;&#10;            &lt;Box style={{ width: 560, height: 250, background: '#F7F3E8', borderRadius: 10, padding: '20px 24px', flexDirection: 'column', gap: 10, justifyContent: 'center' }}&gt;&#10;                &lt;Text style={{ fontSize: 20, fontWeight: 'bold', color: '#20344B' }}&gt;不应消失的历史观察&lt;/Text&gt;&#10;                &lt;Text style={{ fontSize: 16, color: '#20344B', lineHeight: 1.6 }}&gt;“九点五十分看见旧公告写着十点开始”&lt;/Text&gt;&#10;                &lt;Text style={{ fontSize: 15, color: '#546779', lineHeight: 1.6 }}&gt;这是一次真实观察。不能因为公告后来更新，就宣布这次观察从未发生；它仍可作为历史证据保留。&lt;/Text&gt;&#10;            &lt;/Box&gt;&#10;&#10;        &lt;/Box&gt;&#10;&#10;        &lt;Box style={{ flexDirection: 'row', gap: 16, background: '#FFF4E6', borderRadius: 10, padding: '18px 24px', alignItems: 'center' }}&gt;&#10;            &lt;Box style={{ width: 4, height: 84, background: '#CB6B28' }} /&gt;&#10;            &lt;Box style={{ flex: 1, flexDirection: 'column', gap: 6 }}&gt;&#10;                &lt;Text style={{ fontSize: 18, fontWeight: 'bold', color: '#CB6B28' }}&gt;supersede 与 invalidate，都不删除历史&lt;/Text&gt;&#10;                &lt;Text style={{ fontSize: 15, color: '#546779', lineHeight: 1.6 }}&gt;supersede 主要修改自然语言内容并继承原节点附加元数据；若 SPO 本身已变化，应另行追加正确事实，避免新内容与旧三元组矛盾。invalidate 必须说明理由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四个工具组成记忆的生命周期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更正当前认识，保留历史观察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1857375"/>
            <a:ext cx="5334000" cy="238125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38200" y="241935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可被替代的当前认识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4876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“我当前相信手作十点开始”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3133725"/>
            <a:ext cx="4876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supersede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传入真实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memory_id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、新内容和可选理由；旧节点保留并标为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SUPERSEDED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，新节点成为有效记忆。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248400" y="1857375"/>
            <a:ext cx="5334000" cy="2381250"/>
          </a:xfrm>
          <a:prstGeom prst="roundRect">
            <a:avLst>
              <a:gd name="adj" fmla="val 4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241935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不应消失的历史观察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477000" y="2743200"/>
            <a:ext cx="4876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“九点五十分看见旧公告写着十点开始”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477000" y="3133725"/>
            <a:ext cx="4876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这是一次真实观察。不能因为公告后来更新，就宣布这次观察从未发生；它仍可作为历史证据保留。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442912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838200" y="4600575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28700" y="4733925"/>
            <a:ext cx="1032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supersede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与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invalidate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，都不删除历史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28700" y="5000625"/>
            <a:ext cx="10325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supersede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主要修改自然语言内容并继承原节点附加元数据；若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SPO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本身已变化，应另行追加正确事实，避免新内容与旧三元组矛盾。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invalidate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必须说明理由。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notes={`第二章讲过 Embedding 与 RAG，很容易顺理成章地以为这里也是向量检索。当前实现不是。&#10;&#10;把两条路摆在一起：一条是语义向量近邻，一条是词法匹配。差别的关键在于排序依据和失败方式都不一样。&#10;&#10;这一块要防的错误很具体：不能因为工具描述用了“语义检索”的表达，就把当前实现写成已经调用了嵌入模型——评测和 SOP 都要按词法匹配来写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6.3&lt;/Text&gt;&#10;&#10;        &lt;Text style={{ fontSize: 56, fontWeight: 'bold', color: '#20344B', lineHeight: 1.15 }}&gt;当前检索实现不是向量数据库&lt;/Text&gt;&#10;&#10;        &lt;Box style={{ width: 72, height: 4, background: '#276FBF' }} /&gt;&#10;&#10;        &lt;Text style={{ fontSize: 18, color: '#546779', lineHeight: 1.7, width: 900 }}&gt;文本切分、词项重叠、重要度与创建时间排序；返回值标注 file_lexical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文本切分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按词项重叠得分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重要度 + 创建时间排序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3.6.3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当前检索实现不是向量数据库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文本切分、词项重叠、重要度与创建时间排序；返回值标注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file_lexical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文本切分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714875" y="42576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按词项重叠得分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705725" y="4257675"/>
            <a:ext cx="1781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重要度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创建时间排序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notes={`左边是第二章的设想：Embedding 把查询和记忆都变成向量，按语义相似度取近邻。右边才是当前文件记忆的实现：把查询与记忆内容做文本切分，按词项重叠得到分数，再结合重要度和创建时间排序，返回值标注 retrieval_method 为 file_lexical。&#10;&#10;差别落在行为上：同义改写和指代省略，在向量检索里也许还能命中，在词法匹配里就可能漏；反过来，词面一致但语义无关的便签也可能挤进结果。&#10;&#10;所以不能因为工具描述用了“语义检索”的表达，就把这里写成已经调用了嵌入模型——评测和 SOP 都要按词法匹配来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3　当前检索实现不是向量数据库&lt;/Text&gt;&#10;            &lt;Text style={{ fontSize: 34, fontWeight: 'bold', color: '#20344B' }}&gt;不是 Embedding，是词法匹配&lt;/Text&gt;&#10;        &lt;/Box&gt;&#10;    &lt;/Box&gt;&#10;&#10;    &lt;Box style={{ height: 540, flexDirection: 'column', justifyContent: 'center', gap: 16 }}&gt;&#10;&#10;        &lt;Box style={{ flexDirection: 'row', gap: 32 }}&gt;&#10;&#10;            &lt;Box style={{ width: 560, flexDirection: 'column', gap: 10 }}&gt;&#10;                &lt;Box style={{ height: 56, background: '#F7F3E8', borderRadius: 10, justifyContent: 'center', alignItems: 'center' }}&gt;&#10;                    &lt;Text style={{ fontSize: 18, fontWeight: 'bold', color: '#20344B' }}&gt;第二章的设想：Embedding 与 RAG&lt;/Text&gt;&#10;                &lt;/Box&gt;&#10;                &lt;Box style={{ height: 82, background: '#FFFFFF', borderRadius: 10, flexDirection: 'row', alignItems: 'center', padding: '0 18px', gap: 14 }}&gt;&#10;                    &lt;Box style={{ width: 96 }}&gt;&lt;Text style={{ fontSize: 15, fontWeight: 'bold', color: '#546779' }}&gt;匹配方式&lt;/Text&gt;&lt;/Box&gt;&#10;                    &lt;Text style={{ fontSize: 15, color: '#20344B', lineHeight: 1.5, flex: 1 }}&gt;查询与记忆都转为语义向量&lt;/Text&gt;&#10;                &lt;/Box&gt;&#10;                &lt;Box style={{ height: 82, background: '#FFFFFF', borderRadius: 10, flexDirection: 'row', alignItems: 'center', padding: '0 18px', gap: 14 }}&gt;&#10;                    &lt;Box style={{ width: 96 }}&gt;&lt;Text style={{ fontSize: 15, fontWeight: 'bold', color: '#546779' }}&gt;排序依据&lt;/Text&gt;&lt;/Box&gt;&#10;                    &lt;Text style={{ fontSize: 15, color: '#20344B', lineHeight: 1.5, flex: 1 }}&gt;向量距离（语义相似度）&lt;/Text&gt;&#10;                &lt;/Box&gt;&#10;                &lt;Box style={{ height: 82, background: '#FFFFFF', borderRadius: 10, flexDirection: 'row', alignItems: 'center', padding: '0 18px', gap: 14 }}&gt;&#10;                    &lt;Box style={{ width: 96 }}&gt;&lt;Text style={{ fontSize: 15, fontWeight: 'bold', color: '#546779' }}&gt;返回&lt;/Text&gt;&lt;/Box&gt;&#10;                    &lt;Text style={{ fontSize: 15, color: '#20344B', lineHeight: 1.5, flex: 1 }}&gt;语义近邻 Top-K&lt;/Text&gt;&#10;                &lt;/Box&gt;&#10;                &lt;Box style={{ height: 82, background: '#FFFFFF', borderRadius: 10, flexDirection: 'row', alignItems: 'center', padding: '0 18px', gap: 14 }}&gt;&#10;                    &lt;Box style={{ width: 96 }}&gt;&lt;Text style={{ fontSize: 15, fontWeight: 'bold', color: '#546779' }}&gt;失败方式&lt;/Text&gt;&lt;/Box&gt;&#10;                    &lt;Text style={{ fontSize: 15, color: '#546779', lineHeight: 1.5, flex: 1 }}&gt;语义近似，未必事实一致&lt;/Text&gt;&#10;                &lt;/Box&gt;&#10;            &lt;/Box&gt;&#10;&#10;            &lt;Box style={{ width: 560, flexDirection: 'column', gap: 10 }}&gt;&#10;                &lt;Box style={{ height: 56, background: '#EDF4FC', borderRadius: 10, justifyContent: 'center', alignItems: 'center' }}&gt;&#10;                    &lt;Text style={{ fontSize: 18, fontWeight: 'bold', color: '#276FBF' }}&gt;当前实现：file_lexical 词法匹配&lt;/Text&gt;&#10;                &lt;/Box&gt;&#10;                &lt;Box style={{ height: 82, background: '#EDF4FC', borderRadius: 10, flexDirection: 'row', alignItems: 'center', padding: '0 18px', gap: 14 }}&gt;&#10;                    &lt;Box style={{ width: 96 }}&gt;&lt;Text style={{ fontSize: 15, fontWeight: 'bold', color: '#276FBF' }}&gt;匹配方式&lt;/Text&gt;&lt;/Box&gt;&#10;                    &lt;Text style={{ fontSize: 15, color: '#20344B', lineHeight: 1.5, flex: 1 }}&gt;文本切分后按词项重叠打分&lt;/Text&gt;&#10;                &lt;/Box&gt;&#10;                &lt;Box style={{ height: 82, background: '#EDF4FC', borderRadius: 10, flexDirection: 'row', alignItems: 'center', padding: '0 18px', gap: 14 }}&gt;&#10;                    &lt;Box style={{ width: 96 }}&gt;&lt;Text style={{ fontSize: 15, fontWeight: 'bold', color: '#276FBF' }}&gt;排序依据&lt;/Text&gt;&lt;/Box&gt;&#10;                    &lt;Text style={{ fontSize: 15, color: '#20344B', lineHeight: 1.5, flex: 1 }}&gt;词项重叠分数 + 重要度 + 创建时间&lt;/Text&gt;&#10;                &lt;/Box&gt;&#10;                &lt;Box style={{ height: 82, background: '#EDF4FC', borderRadius: 10, flexDirection: 'row', alignItems: 'center', padding: '0 18px', gap: 14 }}&gt;&#10;                    &lt;Box style={{ width: 96 }}&gt;&lt;Text style={{ fontSize: 15, fontWeight: 'bold', color: '#276FBF' }}&gt;返回&lt;/Text&gt;&lt;/Box&gt;&#10;                    &lt;Text style={{ fontSize: 15, color: '#20344B', lineHeight: 1.5, flex: 1 }}&gt;最多 limit 条，标注 retrieval_method&lt;/Text&gt;&#10;                &lt;/Box&gt;&#10;                &lt;Box style={{ height: 82, background: '#FFF4E6', borderRadius: 10, flexDirection: 'row', alignItems: 'center', padding: '0 18px', gap: 14 }}&gt;&#10;                    &lt;Box style={{ width: 96 }}&gt;&lt;Text style={{ fontSize: 15, fontWeight: 'bold', color: '#CB6B28' }}&gt;失败方式&lt;/Text&gt;&lt;/Box&gt;&#10;                    &lt;Text style={{ fontSize: 15, color: '#20344B', lineHeight: 1.5, flex: 1 }}&gt;同义改写、指代省略可能降低召回&lt;/Text&gt;&#10;                &lt;/Box&gt;&#10;            &lt;/Box&gt;&#10;&#10;        &lt;/Box&gt;&#10;&#10;        &lt;Box style={{ flexDirection: 'row', gap: 16, background: '#FFF4E6', borderRadius: 10, padding: '14px 22px', alignItems: 'center' }}&gt;&#10;            &lt;Box style={{ width: 4, height: 56, background: '#CB6B28' }} /&gt;&#10;            &lt;Text style={{ fontSize: 17, fontWeight: 'bold', color: '#CB6B28', flex: 1 }}&gt;不能因为工具描述用了“语义检索”的表达，就写成已经调用了嵌入模型&lt;/Text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当前检索实现不是向量数据库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52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不是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Embedding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，是词法匹配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1219200"/>
            <a:ext cx="5334000" cy="533400"/>
          </a:xfrm>
          <a:prstGeom prst="roundRect">
            <a:avLst>
              <a:gd name="adj" fmla="val 1785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857375" y="138112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第二章的设想：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RAG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18478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81050" y="21526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匹配方式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828800" y="21145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查询与记忆都转为语义向量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27241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81050" y="30289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排序依据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828800" y="29908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向量距离（语义相似度）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36004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1050" y="39052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返回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828800" y="38671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语义近邻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Top-K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44767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81050" y="47815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失败方式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828800" y="47434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语义近似，未必事实一致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248400" y="1219200"/>
            <a:ext cx="5334000" cy="533400"/>
          </a:xfrm>
          <a:prstGeom prst="roundRect">
            <a:avLst>
              <a:gd name="adj" fmla="val 178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677150" y="1381125"/>
            <a:ext cx="2486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当前实现：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file_lexical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词法匹配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248400" y="18478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19850" y="21526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匹配方式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467600" y="21145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文本切分后按词项重叠打分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248400" y="27241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419850" y="30289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排序依据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467600" y="29908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词项重叠分数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重要度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创建时间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248400" y="36004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19850" y="39052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返回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467600" y="38671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最多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limit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条，标注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retrieval_method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248400" y="4476750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419850" y="47815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失败方式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67600" y="4743450"/>
            <a:ext cx="3943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同义改写、指代省略可能降低召回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54102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819150" y="55435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09650" y="57150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不能因为工具描述用了“语义检索”的表达，就写成已经调用了嵌入模型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notes={`词法匹配直接影响了检索怎么写。查询里带上“手作活动、公告、待确认进度”这样的明确名称，通常比一句含蓄的“刚才那件事”更容易命中相关节点。&#10;&#10;两个不要。不要指望同义改写和指代省略还能召回——它们可能降低命中；也不要用写入几十条同义句的办法提高“命中率”——重要事实会被重复便签淹没。&#10;&#10;还要记住空结果的含义：工具只返回最多 limit 条匹配记忆，检索不到，不证明这个人从未经历相关事情。&#10;&#10;稳妥做法是围绕当前目标用明确名称；检索不到时，结合本轮输入判断是否需要重新咨询。当前实现和中文切分规则，都在 FileMemoryStream 的 search 与 _tokens 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3　当前检索实现不是向量数据库&lt;/Text&gt;&#10;            &lt;Text style={{ fontSize: 34, fontWeight: 'bold', color: '#20344B' }}&gt;这如何影响检索的写法&lt;/Text&gt;&#10;        &lt;/Box&gt;&#10;    &lt;/Box&gt;&#10;&#10;    &lt;Box style={{ height: 540, flexDirection: 'row', gap: 24 }}&gt;&#10;&#10;        &lt;Box style={{ width: 630, flexDirection: 'column', justifyContent: 'center', gap: 10 }}&gt;&#10;&#10;            &lt;Box style={{ height: 96, background: '#F4F7FA', borderRadius: 10, padding: '0 18px', flexDirection: 'column', justifyContent: 'center', gap: 4 }}&gt;&#10;                &lt;Text style={{ fontSize: 16, fontWeight: 'bold', color: '#20344B' }}&gt;明确名称优于含蓄指代&lt;/Text&gt;&#10;                &lt;Text style={{ fontSize: 14, color: '#546779', lineHeight: 1.5 }}&gt;检索“手作活动、公告、待确认进度”，通常比“刚才那件事”更便于找到相关节点&lt;/Text&gt;&#10;            &lt;/Box&gt;&#10;&#10;            &lt;Box style={{ height: 96, background: '#EDF4FC', borderRadius: 10, padding: '0 18px', flexDirection: 'column', justifyContent: 'center', gap: 4 }}&gt;&#10;                &lt;Text style={{ fontSize: 16, fontWeight: 'bold', color: '#276FBF' }}&gt;改写与省略会漏&lt;/Text&gt;&#10;                &lt;Text style={{ fontSize: 14, color: '#546779', lineHeight: 1.5 }}&gt;同义改写、指代省略和大量无关便签，仍可能降低召回&lt;/Text&gt;&#10;            &lt;/Box&gt;&#10;&#10;            &lt;Box style={{ height: 96, background: '#EDF4FC', borderRadius: 10, padding: '0 18px', flexDirection: 'column', justifyContent: 'center', gap: 4 }}&gt;&#10;                &lt;Text style={{ fontSize: 16, fontWeight: 'bold', color: '#276FBF' }}&gt;空结果不是“从未发生”&lt;/Text&gt;&#10;                &lt;Text style={{ fontSize: 14, color: '#546779', lineHeight: 1.5 }}&gt;工具只返回最多 limit 条匹配记忆，检索不到不证明没经历过&lt;/Text&gt;&#10;            &lt;/Box&gt;&#10;&#10;            &lt;Box style={{ height: 96, background: '#FFF4E6', borderRadius: 10, padding: '0 18px', flexDirection: 'column', justifyContent: 'center', gap: 4 }}&gt;&#10;                &lt;Text style={{ fontSize: 16, fontWeight: 'bold', color: '#CB6B28' }}&gt;不要刷几十条同义句&lt;/Text&gt;&#10;                &lt;Text style={{ fontSize: 14, color: '#546779', lineHeight: 1.5 }}&gt;想靠重复便签提高“命中率”，重要事实反而会被淹没&lt;/Text&gt;&#10;            &lt;/Box&gt;&#10;&#10;        &lt;/Box&gt;&#10;&#10;        &lt;Box style={{ width: 498, flexDirection: 'column', justifyContent: 'center', gap: 16 }}&gt;&#10;&#10;            &lt;Box style={{ height: 260, background: '#ECF7F2', borderRadius: 10, padding: '22px 24px', flexDirection: 'column', gap: 12, justifyContent: 'center' }}&gt;&#10;                &lt;Text style={{ fontSize: 20, fontWeight: 'bold', color: '#26816B' }}&gt;稳妥做法&lt;/Text&gt;&#10;                &lt;Text style={{ fontSize: 16, color: '#20344B', lineHeight: 1.7 }}&gt;围绕当前目标使用明确名称；检索不到时，结合本轮输入判断是否需要重新咨询。&lt;/Text&gt;&#10;                &lt;Box style={{ height: 52, background: '#FFFFFF', borderRadius: 8, justifyContent: 'center', alignItems: 'center' }}&gt;&#10;                    &lt;Text style={{ fontSize: 14, color: '#26816B' }}&gt;明确名称　＋　本轮输入　＋　必要时再咨询&lt;/Text&gt;&#10;                &lt;/Box&gt;&#10;            &lt;/Box&gt;&#10;&#10;            &lt;Box style={{ flexDirection: 'row', gap: 14, background: '#F4F7FA', borderRadius: 10, padding: '14px 20px', alignItems: 'center' }}&gt;&#10;                &lt;Box style={{ width: 4, height: 56, background: '#B5C7D8' }} /&gt;&#10;                &lt;Text style={{ fontSize: 14, color: '#546779', lineHeight: 1.6, flex: 1 }}&gt;当前实现和中文切分规则：FileMemoryStream.search 与 _tokens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当前检索实现不是向量数据库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这如何影响检索的写法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1743075"/>
            <a:ext cx="600075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81050" y="1962150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明确名称优于含蓄指代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81050" y="2190750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检索“手作活动、公告、待确认进度”，通常比“刚才那件事”更便于找到相关节点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2752725"/>
            <a:ext cx="60007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81050" y="2971800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改写与省略会漏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81050" y="3200400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同义改写、指代省略和大量无关便签，仍可能降低召回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3762375"/>
            <a:ext cx="60007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81050" y="3981450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空结果不是“从未发生”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工具只返回最多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limit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条匹配记忆，检索不到不证明没经历过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4772025"/>
            <a:ext cx="600075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81050" y="4991100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不要刷几十条同义句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81050" y="5219700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想靠重复便签提高“命中率”，重要事实反而会被淹没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838950" y="2000250"/>
            <a:ext cx="4743450" cy="2476500"/>
          </a:xfrm>
          <a:prstGeom prst="roundRect">
            <a:avLst>
              <a:gd name="adj" fmla="val 384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067550" y="2447925"/>
            <a:ext cx="4286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稳妥做法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067550" y="2790825"/>
            <a:ext cx="4286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围绕当前目标使用明确名称；检索不到时，结合本轮输入判断是否需要重新咨询。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067550" y="3533775"/>
            <a:ext cx="4286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877175" y="37052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明确名称　＋　本轮输入　＋　必要时再咨询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838950" y="4629150"/>
            <a:ext cx="474345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7029450" y="4762500"/>
            <a:ext cx="38100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200900" y="49053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当前实现和中文切分规则：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FileMemoryStream.search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_tokens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2" name="" descr="&lt;Slide notes={`进度是这一节最容易出错的地方。本系统成功选择 world-act 之后，根 Skill 的本轮执行立即结束——这个边界决定了“待确认”必须写在动作之前。&#10;&#10;顺序是：先保存意图，再动作；下一轮用已提交的事实核对，核对通过才允许确认完成。&#10;&#10;把“我打算做”直接记成“已经做完”，是仿真里最常见的造假方式，而且回放时很难被发现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6.4&lt;/Text&gt;&#10;&#10;        &lt;Text style={{ fontSize: 56, fontWeight: 'bold', color: '#20344B', lineHeight: 1.15 }}&gt;在动作之前写“待确认”&lt;/Text&gt;&#10;&#10;        &lt;Box style={{ width: 72, height: 4, background: '#276FBF' }} /&gt;&#10;&#10;        &lt;Text style={{ fontSize: 18, color: '#546779', lineHeight: 1.7, width: 900 }}&gt;先保存意图，再调用 world-act；成功接受即结束本轮，下一轮用实际结果核实。&lt;/Text&gt;&#10;&#10;        &lt;Box style={{ flexDirection: 'row', alignItems: 'center', marginTop: 10 }}&gt;&#10;            &lt;Box style={{ width: 300, height: 64, background: '#FFF4E6', borderRadius: 8, justifyContent: 'center', alignItems: 'center' }}&gt;&#10;                &lt;Text style={{ fontSize: 18, color: '#CB6B28' }}&gt;保存待确认便签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调用 world-act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本轮结束，下轮核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3.6.4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在动作之前写“待确认”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先保存意图，再调用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；成功接受即结束本轮，下一轮用实际结果核实。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438275" y="42576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保存待确认便签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724400" y="4257675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调用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world-act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820025" y="425767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本轮结束，下轮核实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8" name="" descr="&lt;Slide notes={`成功选择 world-act 之后，本轮立即结束。这意味着“移动后再调用记忆工具记录抵达”不是同一轮可以依赖的流程——动作一旦被接受，就没有“再补一条完成记忆”的机会了。&#10;&#10;正确的衔接是三步：动作前记录必要的意图；下一轮用实际坐标、活动、对象状态或答复核实结果；核实之后再更新进度。&#10;&#10;还要区分两件事：accepted 只是动作被成功接受，不等于世界已经执行、整步已经持久提交。可核对的已提交事实，要等这层提交完成后才存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4　在动作之前写“待确认”&lt;/Text&gt;&#10;            &lt;Text style={{ fontSize: 34, fontWeight: 'bold', color: '#20344B' }}&gt;成功选择动作，本轮立即结束&lt;/Text&gt;&#10;        &lt;/Box&gt;&#10;    &lt;/Box&gt;&#10;&#10;    &lt;Box style={{ height: 540, flexDirection: 'row', gap: 24 }}&gt;&#10;&#10;        &lt;Box style={{ width: 420, flexDirection: 'column', justifyContent: 'center' }}&gt;&#10;            &lt;Box style={{ height: 300, background: '#EDF4FC', borderRadius: 10, padding: '22px 24px', flexDirection: 'column', gap: 12, justifyContent: 'center' }}&gt;&#10;                &lt;Text style={{ fontSize: 20, fontWeight: 'bold', color: '#276FBF' }}&gt;本轮的硬边界&lt;/Text&gt;&#10;                &lt;Text style={{ fontSize: 16, color: '#20344B', lineHeight: 1.65 }}&gt;成功选择 world-act 后，根 Skill 的本轮执行立即结束。&lt;/Text&gt;&#10;                &lt;Text style={{ fontSize: 15, color: '#CB6B28', lineHeight: 1.6 }}&gt;“移动后再调用记忆工具记录抵达”，不是同一轮可以依赖的流程。&lt;/Text&gt;&#10;            &lt;/Box&gt;&#10;        &lt;/Box&gt;&#10;&#10;        &lt;Box style={{ width: 708, flexDirection: 'column', justifyContent: 'center', gap: 14 }}&gt;&#10;&#10;            &lt;Box style={{ height: 190, background: '#ECF7F2', borderRadius: 10, padding: '18px 22px', flexDirection: 'column', gap: 10, justifyContent: 'center' }}&gt;&#10;                &lt;Text style={{ fontSize: 18, fontWeight: 'bold', color: '#26816B' }}&gt;正确的进度衔接&lt;/Text&gt;&#10;                &lt;Box style={{ flexDirection: 'row', alignItems: 'center' }}&gt;&#10;                    &lt;Box style={{ width: 200, height: 56, background: '#FFFFFF', borderRadius: 8, justifyContent: 'center', alignItems: 'center' }}&gt;&#10;                        &lt;Text style={{ fontSize: 14, color: '#26816B' }}&gt;动作前记录必要意图&lt;/Text&gt;&#10;                    &lt;/Box&gt;&#10;                    &lt;Box style={{ width: 40, justifyContent: 'center', alignItems: 'center' }}&gt;&#10;                        &lt;Text style={{ fontSize: 22, color: '#26816B' }}&gt;›&lt;/Text&gt;&#10;                    &lt;/Box&gt;&#10;                    &lt;Box style={{ width: 210, height: 56, background: '#FFFFFF', borderRadius: 8, justifyContent: 'center', alignItems: 'center' }}&gt;&#10;                        &lt;Text style={{ fontSize: 14, color: '#26816B' }}&gt;下轮核实实际结果&lt;/Text&gt;&#10;                    &lt;/Box&gt;&#10;                    &lt;Box style={{ width: 40, justifyContent: 'center', alignItems: 'center' }}&gt;&#10;                        &lt;Text style={{ fontSize: 22, color: '#26816B' }}&gt;›&lt;/Text&gt;&#10;                    &lt;/Box&gt;&#10;                    &lt;Box style={{ width: 176, height: 56, background: '#FFFFFF', borderRadius: 8, justifyContent: 'center', alignItems: 'center' }}&gt;&#10;                        &lt;Text style={{ fontSize: 14, color: '#26816B' }}&gt;再更新进度&lt;/Text&gt;&#10;                    &lt;/Box&gt;&#10;                &lt;/Box&gt;&#10;                &lt;Text style={{ fontSize: 14, color: '#546779', lineHeight: 1.55 }}&gt;核实依据：实际坐标、活动、对象状态或答复&lt;/Text&gt;&#10;            &lt;/Box&gt;&#10;&#10;            &lt;Box style={{ flexDirection: 'row', gap: 14, background: '#FFF4E6', borderRadius: 10, padding: '18px 22px', alignItems: 'center' }}&gt;&#10;                &lt;Box style={{ width: 4, height: 84, background: '#CB6B28' }} /&gt;&#10;                &lt;Box style={{ flex: 1, flexDirection: 'column', gap: 6 }}&gt;&#10;                    &lt;Text style={{ fontSize: 17, fontWeight: 'bold', color: '#CB6B28' }}&gt;accepted 不等于结果&lt;/Text&gt;&#10;                    &lt;Text style={{ fontSize: 15, color: '#546779', lineHeight: 1.6 }}&gt;世界执行与整步持久提交之后，才有可核对的已提交事实；不能拿“动作被接受”当作“事情已发生”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在动作之前写“待确认”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成功选择动作，本轮立即结束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2286000"/>
            <a:ext cx="4000500" cy="28575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3543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本轮的硬边界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38200" y="3248025"/>
            <a:ext cx="35433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成功选择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后，根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的本轮执行立即结束。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8200" y="3971925"/>
            <a:ext cx="3543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“移动后再调用记忆工具记录抵达”，不是同一轮可以依赖的流程。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838700" y="2171700"/>
            <a:ext cx="6743700" cy="1809750"/>
          </a:xfrm>
          <a:prstGeom prst="roundRect">
            <a:avLst>
              <a:gd name="adj" fmla="val 526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048250" y="2486025"/>
            <a:ext cx="632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正确的进度衔接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048250" y="2790825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400675" y="29813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动作前记录必要意图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096125" y="29337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7324725" y="2790825"/>
            <a:ext cx="2000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791450" y="29813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下轮核实实际结果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9477375" y="29337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9705975" y="2790825"/>
            <a:ext cx="1676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210800" y="29813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再更新进度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048250" y="3419475"/>
            <a:ext cx="63246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核实依据：实际坐标、活动、对象状态或答复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838700" y="4114800"/>
            <a:ext cx="6743700" cy="1152525"/>
          </a:xfrm>
          <a:prstGeom prst="roundRect">
            <a:avLst>
              <a:gd name="adj" fmla="val 82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048250" y="4295775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219700" y="4286250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accepted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不等于结果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219700" y="4543425"/>
            <a:ext cx="6153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世界执行与整步持久提交之后，才有可核对的已提交事实；不能拿“动作被接受”当作“事情已发生”。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 notes={`整条链路分三段。本轮：动作前保存必要待确认便签，调用 world-act；若成功接受，立即结束本轮，不能再补写完成记忆；若被拒绝，保留不确定性，依据错误与调用预算处理。&#10;&#10;中间隔着世界执行与整步持久提交——不以 accepted 代替结果。“立即结束本轮”和下一轮的判断之间，隔着的就是这一层。&#10;&#10;下一轮：读取实际坐标、活动、对象状态或答复；证据符合目标，才更新为已确认进度，否则继续保留待确认，失败不记完成。&#10;&#10;林岚的例子最典型：写下准备更新公告的便签后，必须等实际答复再确认结果，不能沿成功接受分支直接记为完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4　在动作之前写“待确认”&lt;/Text&gt;&#10;            &lt;Text style={{ fontSize: 34, fontWeight: 'bold', color: '#20344B' }}&gt;先存待确认，下轮再核对&lt;/Text&gt;&#10;        &lt;/Box&gt;&#10;    &lt;/Box&gt;&#10;&#10;    &lt;Box style={{ height: 540, flexDirection: 'column', justifyContent: 'center', gap: 14 }}&gt;&#10;&#10;        &lt;Text style={{ fontSize: 15, color: '#546779' }}&gt;“立即结束本轮”与下一轮的判断之间，还隔着世界执行与整步提交。&lt;/Text&gt;&#10;&#10;        &lt;Box style={{ flexDirection: 'row', alignItems: 'center' }}&gt;&#10;&#10;            &lt;Box style={{ width: 460, height: 420, background: '#F4F7FA', borderRadius: 12, padding: '16px 16px', flexDirection: 'column', gap: 10 }}&gt;&#10;                &lt;Text style={{ fontSize: 17, fontWeight: 'bold', color: '#20344B' }}&gt;本轮&lt;/Text&gt;&#10;                &lt;Box style={{ width: 428, height: 62, background: '#EDF4FC', borderRadius: 8, justifyContent: 'center', alignItems: 'center' }}&gt;&#10;                    &lt;Text style={{ fontSize: 15, color: '#276FBF' }}&gt;动作前保存必要待确认便签&lt;/Text&gt;&#10;                &lt;/Box&gt;&#10;                &lt;Box style={{ width: 428, height: 26, justifyContent: 'center', alignItems: 'center' }}&gt;&#10;                    &lt;Text style={{ fontSize: 20, color: '#276FBF' }}&gt;↓&lt;/Text&gt;&#10;                &lt;/Box&gt;&#10;                &lt;Box style={{ width: 428, height: 62, background: '#276FBF', borderRadius: 8, justifyContent: 'center', alignItems: 'center' }}&gt;&#10;                    &lt;Text style={{ fontSize: 16, fontWeight: 'bold', color: '#FFFFFF' }}&gt;调用 world-act&lt;/Text&gt;&#10;                &lt;/Box&gt;&#10;                &lt;Box style={{ width: 428, height: 26, justifyContent: 'center', alignItems: 'center' }}&gt;&#10;                    &lt;Text style={{ fontSize: 20, color: '#CB6B28' }}&gt;↓&lt;/Text&gt;&#10;                &lt;/Box&gt;&#10;                &lt;Box style={{ width: 428, height: 76, background: '#FFF4E6', borderRadius: 8, justifyContent: 'center', alignItems: 'center' }}&gt;&#10;                    &lt;Text style={{ fontSize: 15, color: '#CB6B28', lineHeight: 1.4 }}&gt;成功接受？是：立即结束本轮，不能再补写完成记忆&lt;/Text&gt;&#10;                &lt;/Box&gt;&#10;                &lt;Box style={{ width: 428, height: 62, background: '#FFFFFF', borderRadius: 8, justifyContent: 'center', alignItems: 'center' }}&gt;&#10;                    &lt;Text style={{ fontSize: 14, color: '#546779' }}&gt;否：保留不确定性，依据错误与调用预算处理&lt;/Text&gt;&#10;                &lt;/Box&gt;&#10;            &lt;/Box&gt;&#10;&#10;            &lt;Box style={{ width: 44, height: 420, justifyContent: 'center', alignItems: 'center' }}&gt;&#10;                &lt;Text style={{ fontSize: 26, color: '#276FBF' }}&gt;›&lt;/Text&gt;&#10;            &lt;/Box&gt;&#10;&#10;            &lt;Box style={{ width: 144, height: 420, background: '#F7F3E8', borderRadius: 12, justifyContent: 'center', alignItems: 'center' }}&gt;&#10;                &lt;Text style={{ fontSize: 15, color: '#20344B', lineHeight: 1.8 }}&gt;世界执行{'\n'}与{'\n'}整步持久提交&lt;/Text&gt;&#10;            &lt;/Box&gt;&#10;&#10;            &lt;Box style={{ width: 44, height: 420, justifyContent: 'center', alignItems: 'center' }}&gt;&#10;                &lt;Text style={{ fontSize: 26, color: '#276FBF' }}&gt;›&lt;/Text&gt;&#10;            &lt;/Box&gt;&#10;&#10;            &lt;Box style={{ width: 460, height: 420, background: '#F4F7FA', borderRadius: 12, padding: '16px 16px', flexDirection: 'column', gap: 10 }}&gt;&#10;                &lt;Text style={{ fontSize: 17, fontWeight: 'bold', color: '#20344B' }}&gt;下一轮&lt;/Text&gt;&#10;                &lt;Box style={{ width: 428, height: 62, background: '#EDF4FC', borderRadius: 8, justifyContent: 'center', alignItems: 'center' }}&gt;&#10;                    &lt;Text style={{ fontSize: 15, color: '#276FBF' }}&gt;读取实际坐标、活动、对象状态或答复&lt;/Text&gt;&#10;                &lt;/Box&gt;&#10;                &lt;Box style={{ width: 428, height: 26, justifyContent: 'center', alignItems: 'center' }}&gt;&#10;                    &lt;Text style={{ fontSize: 20, color: '#26816B' }}&gt;↓&lt;/Text&gt;&#10;                &lt;/Box&gt;&#10;                &lt;Box style={{ width: 428, height: 54, background: '#FFFFFF', borderRadius: 8, justifyContent: 'center', alignItems: 'center' }}&gt;&#10;                    &lt;Text style={{ fontSize: 15, fontWeight: 'bold', color: '#20344B' }}&gt;证据符合目标？&lt;/Text&gt;&#10;                &lt;/Box&gt;&#10;                &lt;Box style={{ flexDirection: 'row', gap: 20 }}&gt;&#10;                    &lt;Box style={{ width: 204, height: 104, background: '#ECF7F2', borderRadius: 8, justifyContent: 'center', alignItems: 'center' }}&gt;&#10;                        &lt;Text style={{ fontSize: 15, color: '#26816B', lineHeight: 1.4 }}&gt;是：更新为{'\n'}已确认进度&lt;/Text&gt;&#10;                    &lt;/Box&gt;&#10;                    &lt;Box style={{ width: 204, height: 104, background: '#FFF4E6', borderRadius: 8, justifyContent: 'center', alignItems: 'center' }}&gt;&#10;                        &lt;Text style={{ fontSize: 15, color: '#CB6B28', lineHeight: 1.4 }}&gt;否：继续保留待确认，{'\n'}失败不记完成&lt;/Text&gt;&#10;                    &lt;/Box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在动作之前写“待确认”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先存待确认，下轮再核对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1562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“立即结束本轮”与下一轮的判断之间，还隔着世界执行与整步提交。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1866900"/>
            <a:ext cx="4381500" cy="400050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62000" y="2019300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本轮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62000" y="2314575"/>
            <a:ext cx="40767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943100" y="25241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动作前保存必要待确认便签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752725" y="30099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62000" y="3343275"/>
            <a:ext cx="4076700" cy="590550"/>
          </a:xfrm>
          <a:prstGeom prst="roundRect">
            <a:avLst>
              <a:gd name="adj" fmla="val 1290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2257425" y="3543300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调用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world-act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752725" y="4038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62000" y="4371975"/>
            <a:ext cx="40767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62050" y="4610100"/>
            <a:ext cx="3286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成功接受？是：立即结束本轮，不能再补写完成记忆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762000" y="5191125"/>
            <a:ext cx="40767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466850" y="54102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否：保留不确定性，依据错误与调用预算处理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162550" y="3714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410200" y="1866900"/>
            <a:ext cx="1371600" cy="40005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667375" y="3400425"/>
            <a:ext cx="85725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世界执行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整步持久提交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953250" y="3714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7200900" y="1866900"/>
            <a:ext cx="4381500" cy="400050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353300" y="2019300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下一轮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353300" y="2314575"/>
            <a:ext cx="40767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181975" y="252412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读取实际坐标、活动、对象状态或答复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344025" y="30099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7353300" y="3343275"/>
            <a:ext cx="40767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896350" y="35147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证据符合目标？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7353300" y="3952875"/>
            <a:ext cx="1943100" cy="99060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972425" y="4210050"/>
            <a:ext cx="714375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是：更新为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已确认进度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9486900" y="3952875"/>
            <a:ext cx="19431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744075" y="4210050"/>
            <a:ext cx="142875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否：继续保留待确认，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失败不记完成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39" name="" descr="&lt;Slide notes={`以林岚请求更改公告为例，四步走。&#10;&#10;第一步，在已经获得足够依据、即将提交请求时，记录“准备请求公告栏更新；待对象回复确认”。&#10;&#10;第二步，使用当前真实交互项发送 INTERACT，本轮结束。&#10;&#10;第三步，下一轮读取 external_observations：收到相符的确认，才记录请求结果；没收到，就继续保留待确认状态。&#10;&#10;第四步，需要确认外观时，通过新的感知检查公告栏公开状态。最后这条提醒最容易被忽略：不要把自己的请求内容，当作对象已经采纳的内容——请求是请求，采纳是采纳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4　在动作之前写“待确认”&lt;/Text&gt;&#10;            &lt;Text style={{ fontSize: 34, fontWeight: 'bold', color: '#20344B' }}&gt;林岚请求更新公告：四步&lt;/Text&gt;&#10;        &lt;/Box&gt;&#10;    &lt;/Box&gt;&#10;&#10;    &lt;Box style={{ height: 540, flexDirection: 'column', justifyContent: 'center', gap: 12 }}&gt;&#10;&#10;        &lt;Box style={{ flexDirection: 'row', height: 104, alignItems: 'center' }}&gt;&#10;            &lt;Box style={{ width: 72, height: 104, justifyContent: 'center', alignItems: 'center' }}&gt;&#10;                &lt;Text style={{ fontSize: 40, fontWeight: 'bold', color: '#276FBF' }}&gt;1&lt;/Text&gt;&#10;            &lt;/Box&gt;&#10;            &lt;Box style={{ width: 1064, height: 104, background: '#EDF4FC', borderRadius: 10, padding: '0 20px', flexDirection: 'column', justifyContent: 'center', gap: 4 }}&gt;&#10;                &lt;Text style={{ fontSize: 17, fontWeight: 'bold', color: '#276FBF' }}&gt;即将提交请求时，先记便签&lt;/Text&gt;&#10;                &lt;Text style={{ fontSize: 15, color: '#20344B', lineHeight: 1.5 }}&gt;记录“准备请求公告栏更新；待对象回复确认”——在已经获得足够依据的时刻写。&lt;/Text&gt;&#10;            &lt;/Box&gt;&#10;        &lt;/Box&gt;&#10;&#10;        &lt;Box style={{ flexDirection: 'row', height: 104, alignItems: 'center' }}&gt;&#10;            &lt;Box style={{ width: 72, height: 104, justifyContent: 'center', alignItems: 'center' }}&gt;&#10;                &lt;Text style={{ fontSize: 40, fontWeight: 'bold', color: '#276FBF' }}&gt;2&lt;/Text&gt;&#10;            &lt;/Box&gt;&#10;            &lt;Box style={{ width: 1064, height: 104, background: '#EDF4FC', borderRadius: 10, padding: '0 20px', flexDirection: 'column', justifyContent: 'center', gap: 4 }}&gt;&#10;                &lt;Text style={{ fontSize: 17, fontWeight: 'bold', color: '#276FBF' }}&gt;发送 INTERACT，本轮结束&lt;/Text&gt;&#10;                &lt;Text style={{ fontSize: 15, color: '#20344B', lineHeight: 1.5 }}&gt;使用当前真实交互项发送；成功选择后本轮执行立即结束，不补写完成记忆。&lt;/Text&gt;&#10;            &lt;/Box&gt;&#10;        &lt;/Box&gt;&#10;&#10;        &lt;Box style={{ flexDirection: 'row', height: 104, alignItems: 'center' }}&gt;&#10;            &lt;Box style={{ width: 72, height: 104, justifyContent: 'center', alignItems: 'center' }}&gt;&#10;                &lt;Text style={{ fontSize: 40, fontWeight: 'bold', color: '#26816B' }}&gt;3&lt;/Text&gt;&#10;            &lt;/Box&gt;&#10;            &lt;Box style={{ width: 1064, height: 104, background: '#ECF7F2', borderRadius: 10, padding: '0 20px', flexDirection: 'column', justifyContent: 'center', gap: 4 }}&gt;&#10;                &lt;Text style={{ fontSize: 17, fontWeight: 'bold', color: '#26816B' }}&gt;下一轮读取 external_observations&lt;/Text&gt;&#10;                &lt;Text style={{ fontSize: 15, color: '#20344B', lineHeight: 1.5 }}&gt;收到相符的确认，再记录请求结果；没有收到，继续保留待确认状态。&lt;/Text&gt;&#10;            &lt;/Box&gt;&#10;        &lt;/Box&gt;&#10;&#10;        &lt;Box style={{ flexDirection: 'row', height: 104, alignItems: 'center' }}&gt;&#10;            &lt;Box style={{ width: 72, height: 104, justifyContent: 'center', alignItems: 'center' }}&gt;&#10;                &lt;Text style={{ fontSize: 40, fontWeight: 'bold', color: '#CB6B28' }}&gt;4&lt;/Text&gt;&#10;            &lt;/Box&gt;&#10;            &lt;Box style={{ width: 1064, height: 104, background: '#FFF4E6', borderRadius: 10, padding: '0 20px', flexDirection: 'column', justifyContent: 'center', gap: 4 }}&gt;&#10;                &lt;Text style={{ fontSize: 17, fontWeight: 'bold', color: '#CB6B28' }}&gt;用新的感知核对公开状态&lt;/Text&gt;&#10;                &lt;Text style={{ fontSize: 15, color: '#20344B', lineHeight: 1.5 }}&gt;需要确认外观时，检查公告栏公开状态；不要把自己的请求内容当作对象已经采纳的内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在动作之前写“待确认”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林岚请求更新公告：四步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38200" y="1828800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1295400" y="1562100"/>
            <a:ext cx="101346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485900" y="1809750"/>
            <a:ext cx="975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即将提交请求时，先记便签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485900" y="2047875"/>
            <a:ext cx="975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记录“准备请求公告栏更新；待对象回复确认”——在已经获得足够依据的时刻写。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8200" y="2933700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1295400" y="2667000"/>
            <a:ext cx="101346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485900" y="2914650"/>
            <a:ext cx="975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发送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INTERACT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，本轮结束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485900" y="3152775"/>
            <a:ext cx="975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使用当前真实交互项发送；成功选择后本轮执行立即结束，不补写完成记忆。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4038600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1295400" y="3771900"/>
            <a:ext cx="101346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485900" y="4019550"/>
            <a:ext cx="975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下一轮读取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external_observations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485900" y="4257675"/>
            <a:ext cx="975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收到相符的确认，再记录请求结果；没有收到，继续保留待确认状态。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8200" y="5143500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B6B2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1295400" y="4876800"/>
            <a:ext cx="101346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485900" y="5124450"/>
            <a:ext cx="975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用新的感知核对公开状态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485900" y="5362575"/>
            <a:ext cx="975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需要确认外观时，检查公告栏公开状态；不要把自己的请求内容当作对象已经采纳的内容。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62" name="" descr="&lt;Slide notes={`便签不必每轮重复追加。同一目标已经存在有效待确认记录时，先检查它是否获得新证据，再决定替代、失效或继续保留。两份配套子 Skill 里，qinghe-memory-review 专门返回这种整理建议，实际写入由根 Brain 完成。&#10;&#10;回滚也救不了错误的“已完成”。可恢复的模型错误发生时，Brain 会回滚本轮相关记忆，并放弃已选择但不能安全完成的动作；但它不能让一条错误的“已经完成”便签，自动变成正确的业务判断。&#10;&#10;源码里的 begin_iteration、rollback_iteration 展示了这层恢复边界——即使有回滚和检查点，SOP 仍然要把意图与结果分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4　在动作之前写“待确认”&lt;/Text&gt;&#10;            &lt;Text style={{ fontSize: 34, fontWeight: 'bold', color: '#20344B' }}&gt;便签不重复，回滚不救“已完成”&lt;/Text&gt;&#10;        &lt;/Box&gt;&#10;    &lt;/Box&gt;&#10;&#10;    &lt;Box style={{ height: 540, flexDirection: 'row', gap: 32 }}&gt;&#10;&#10;        &lt;Box style={{ width: 360, flexDirection: 'column', justifyContent: 'center', gap: 14 }}&gt;&#10;            &lt;Text style={{ fontSize: 22, fontWeight: 'bold', color: '#20344B', lineHeight: 1.4 }}&gt;同一目标，{'\n'}一条便签就够&lt;/Text&gt;&#10;            &lt;Box style={{ width: 56, height: 4, background: '#276FBF' }} /&gt;&#10;            &lt;Text style={{ fontSize: 16, color: '#546779', lineHeight: 1.7 }}&gt;已有有效待确认记录时，检查它是否获得新证据，再决定替代、失效或继续保留。&lt;/Text&gt;&#10;            &lt;Box style={{ height: 72, background: '#EDF4FC', borderRadius: 8, justifyContent: 'center', alignItems: 'center' }}&gt;&#10;                &lt;Text style={{ fontSize: 14, color: '#276FBF' }}&gt;qinghe-memory-review 给建议　·　根 Brain 写入&lt;/Text&gt;&#10;            &lt;/Box&gt;&#10;        &lt;/Box&gt;&#10;&#10;        &lt;Box style={{ width: 760, flexDirection: 'column', justifyContent: 'center', gap: 16 }}&gt;&#10;&#10;            &lt;Box style={{ height: 210, background: '#F4F7FA', borderRadius: 10, padding: '20px 24px', flexDirection: 'column', gap: 10, justifyContent: 'center' }}&gt;&#10;                &lt;Text style={{ fontSize: 20, fontWeight: 'bold', color: '#20344B' }}&gt;回滚发生在模型错误这一层&lt;/Text&gt;&#10;                &lt;Text style={{ fontSize: 16, color: '#20344B', lineHeight: 1.65 }}&gt;可恢复的模型错误发生时，Brain 回滚本轮相关记忆，放弃已选择但不能安全完成的动作。&lt;/Text&gt;&#10;                &lt;Text style={{ fontSize: 14, color: '#546779', lineHeight: 1.55 }}&gt;begin_iteration / rollback_iteration　展示了这层恢复边界&lt;/Text&gt;&#10;            &lt;/Box&gt;&#10;&#10;            &lt;Box style={{ flexDirection: 'row', gap: 16, background: '#FFF4E6', borderRadius: 10, padding: '18px 24px', alignItems: 'center' }}&gt;&#10;                &lt;Box style={{ width: 4, height: 92, background: '#CB6B28' }} /&gt;&#10;                &lt;Box style={{ flex: 1, flexDirection: 'column', gap: 6 }}&gt;&#10;                    &lt;Text style={{ fontSize: 18, fontWeight: 'bold', color: '#CB6B28' }}&gt;回滚不能把错误的“已完成”变成正确判断&lt;/Text&gt;&#10;                    &lt;Text style={{ fontSize: 15, color: '#546779', lineHeight: 1.6 }}&gt;即使存在回滚和检查点机制，SOP 仍然要把意图与结果分清——恢复机制救的是模型错误，不是业务造假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在动作之前写“待确认”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便签不重复，回滚不救“已完成”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2486025"/>
            <a:ext cx="34290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同一目标，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一条便签就够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332422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3495675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已有有效待确认记录时，检查它是否获得新证据，再决定替代、失效或继续保留。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4257675"/>
            <a:ext cx="3429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00100" y="452437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qinghe-memory-review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给建议　·　根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写入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4343400" y="2028825"/>
            <a:ext cx="7239000" cy="200025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572000" y="2543175"/>
            <a:ext cx="678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回滚发生在模型错误这一层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572000" y="2867025"/>
            <a:ext cx="6781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可恢复的模型错误发生时，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回滚本轮相关记忆，放弃已选择但不能安全完成的动作。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572000" y="3267075"/>
            <a:ext cx="6781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begin_iteration / rollback_iteration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展示了这层恢复边界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4343400" y="4181475"/>
            <a:ext cx="72390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4572000" y="4352925"/>
            <a:ext cx="38100" cy="876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762500" y="4381500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回滚不能把错误的“已完成”变成正确判断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762500" y="4648200"/>
            <a:ext cx="6591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即使存在回滚和检查点机制，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仍然要把意图与结果分清——恢复机制救的是模型错误，不是业务造假。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notes={`前面写的都是规则，最后要在页面上亲手核对一次：完成真实运行后，打开“结果 → Agent”，选择许安，再切换其结构化内容中的“记忆”。&#10;&#10;这一步的价值，在于把“计划已调整”这种显示文字，还原成可以追问的证据：认识是什么时候产生的、旧节点怎么处置的、检索还认不认旧认识、行动有没有用上新认识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5　　3.6.5&lt;/Text&gt;&#10;&#10;        &lt;Text style={{ fontSize: 56, fontWeight: 'bold', color: '#20344B', lineHeight: 1.15 }}&gt;在页面上检查一次认识更新&lt;/Text&gt;&#10;&#10;        &lt;Box style={{ width: 72, height: 4, background: '#276FBF' }} /&gt;&#10;&#10;        &lt;Text style={{ fontSize: 18, color: '#546779', lineHeight: 1.7, width: 900 }}&gt;完成真实运行后：限定一名人物，再核对新认识的来源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结果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Agent　选择许安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切换“记忆”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3.6.5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在页面上检查一次认识更新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完成真实运行后：限定一名人物，再核对新认识的来源。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866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638675" y="4257675"/>
            <a:ext cx="1362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Agent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　选择许安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切换“记忆”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33" name="" descr="&lt;Slide notes={`记忆面板是摘要视图——这里的窗口是示意结构，不是系统截图。&#10;&#10;左侧是导航：先选到结果里的 Agent，限定许安一个人。主区是记忆条目：创建 Step、记忆内容、重要度、状态和类型。&#10;&#10;两个操作纪律。先限定一名人物，防止把林岚已经知道的消息误算成许安也知道；再定位相关对话或对象响应的时间位置，核对新认识的来源。&#10;&#10;还要清楚这个面板是记忆摘要：不完整展示节点 ID、替代关系或访问历史。要确认某次替代究竟关联了哪些节点，得核对原始已提交记忆记录或导出材料里的真实 ID 和关系字段，不能把摘要里的状态文字当作完整证据。字段值要等真实运行后再填，不预填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5　在页面上检查一次认识更新&lt;/Text&gt;&#10;            &lt;Text style={{ fontSize: 34, fontWeight: 'bold', color: '#20344B' }}&gt;记忆面板：摘要，不是完整证据&lt;/Text&gt;&#10;        &lt;/Box&gt;&#10;    &lt;/Box&gt;&#10;&#10;    &lt;Box style={{ height: 540, flexDirection: 'column', justifyContent: 'center', gap: 14 }}&gt;&#10;&#10;        &lt;Box style={{ height: 290, background: '#F4F7FA', borderRadius: 12, flexDirection: 'column' }}&gt;&#10;&#10;            &lt;Box style={{ height: 40, background: '#276FBF', borderRadius: '12px 12px 0 0', flexDirection: 'row', alignItems: 'center', justifyContent: 'space-between', padding: '0 16px 0 20px' }}&gt;&#10;                &lt;Text style={{ fontSize: 14, color: '#FFFFFF' }}&gt;结果 → Agent → 许安　·　记忆&lt;/Text&gt;&#10;                &lt;Box style={{ width: 56, height: 24, background: '#CB6B28', borderRadius: 6, justifyContent: 'center', alignItems: 'center' }}&gt;&#10;                    &lt;Text style={{ fontSize: 13, color: '#FFFFFF' }}&gt;示意&lt;/Text&gt;&#10;                &lt;/Box&gt;&#10;            &lt;/Box&gt;&#10;&#10;            &lt;Box style={{ flex: 1, flexDirection: 'row' }}&gt;&#10;&#10;                &lt;Box style={{ width: 180, background: '#FFFFFF', borderRadius: '0 0 0 12px', flexDirection: 'column', padding: '14px 12px', gap: 8 }}&gt;&#10;                    &lt;Box style={{ height: 34, background: '#EDF4FC', borderRadius: 6, justifyContent: 'center', alignItems: 'center' }}&gt;&#10;                        &lt;Text style={{ fontSize: 14, color: '#276FBF' }}&gt;结果&lt;/Text&gt;&#10;                    &lt;/Box&gt;&#10;                    &lt;Box style={{ height: 34, background: '#276FBF', borderRadius: 6, justifyContent: 'center', alignItems: 'center' }}&gt;&#10;                        &lt;Text style={{ fontSize: 14, color: '#FFFFFF' }}&gt;Agent　许安&lt;/Text&gt;&#10;                    &lt;/Box&gt;&#10;                    &lt;Box style={{ height: 34, background: '#F4F7FA', borderRadius: 6, justifyContent: 'center', alignItems: 'center' }}&gt;&#10;                        &lt;Text style={{ fontSize: 14, color: '#546779' }}&gt;回放&lt;/Text&gt;&#10;                    &lt;/Box&gt;&#10;                &lt;/Box&gt;&#10;&#10;                &lt;Box style={{ flex: 1, flexDirection: 'column', padding: '14px 16px', gap: 8 }}&gt;&#10;                    &lt;Box style={{ flexDirection: 'row', gap: 12, padding: '0 6px' }}&gt;&#10;                        &lt;Box style={{ width: 130 }}&gt;&lt;Text style={{ fontSize: 13, color: '#546779' }}&gt;创建 Step&lt;/Text&gt;&lt;/Box&gt;&#10;                        &lt;Box style={{ flex: 1 }}&gt;&lt;Text style={{ fontSize: 13, color: '#546779' }}&gt;记忆内容&lt;/Text&gt;&lt;/Box&gt;&#10;                        &lt;Box style={{ width: 90 }}&gt;&lt;Text style={{ fontSize: 13, color: '#546779' }}&gt;重要度&lt;/Text&gt;&lt;/Box&gt;&#10;                        &lt;Box style={{ width: 90 }}&gt;&lt;Text style={{ fontSize: 13, color: '#546779' }}&gt;状态&lt;/Text&gt;&lt;/Box&gt;&#10;                        &lt;Box style={{ width: 90 }}&gt;&lt;Text style={{ fontSize: 13, color: '#546779' }}&gt;类型&lt;/Text&gt;&lt;/Box&gt;&#10;                    &lt;/Box&gt;&#10;                    &lt;Box style={{ height: 62, background: '#FFFFFF', borderRadius: 8, flexDirection: 'row', alignItems: 'center', padding: '0 6px', gap: 12 }}&gt;&#10;                        &lt;Box style={{ width: 130 }}&gt;&lt;Text style={{ fontSize: 13, color: '#CB6B28' }}&gt;待填&lt;/Text&gt;&lt;/Box&gt;&#10;                        &lt;Box style={{ flex: 1 }}&gt;&lt;Text style={{ fontSize: 13, color: '#20344B', lineHeight: 1.4 }}&gt;“我当前相信手作十点开始”&lt;/Text&gt;&lt;/Box&gt;&#10;                        &lt;Box style={{ width: 90 }}&gt;&lt;Text style={{ fontSize: 13, color: '#CB6B28' }}&gt;待填&lt;/Text&gt;&lt;/Box&gt;&#10;                        &lt;Box style={{ width: 90 }}&gt;&lt;Text style={{ fontSize: 13, color: '#CB6B28' }}&gt;待填&lt;/Text&gt;&lt;/Box&gt;&#10;                        &lt;Box style={{ width: 90 }}&gt;&lt;Text style={{ fontSize: 13, color: '#CB6B28' }}&gt;待填&lt;/Text&gt;&lt;/Box&gt;&#10;                    &lt;/Box&gt;&#10;                    &lt;Box style={{ height: 62, background: '#FFFFFF', borderRadius: 8, flexDirection: 'row', alignItems: 'center', padding: '0 6px', gap: 12 }}&gt;&#10;                        &lt;Box style={{ width: 130 }}&gt;&lt;Text style={{ fontSize: 13, color: '#CB6B28' }}&gt;待填&lt;/Text&gt;&lt;/Box&gt;&#10;                        &lt;Box style={{ flex: 1 }}&gt;&lt;Text style={{ fontSize: 13, color: '#20344B', lineHeight: 1.4 }}&gt;“九点五十分看见旧公告写着十点开始”&lt;/Text&gt;&lt;/Box&gt;&#10;                        &lt;Box style={{ width: 90 }}&gt;&lt;Text style={{ fontSize: 13, color: '#CB6B28' }}&gt;待填&lt;/Text&gt;&lt;/Box&gt;&#10;                        &lt;Box style={{ width: 90 }}&gt;&lt;Text style={{ fontSize: 13, color: '#CB6B28' }}&gt;待填&lt;/Text&gt;&lt;/Box&gt;&#10;                        &lt;Box style={{ width: 90 }}&gt;&lt;Text style={{ fontSize: 13, color: '#CB6B28' }}&gt;待填&lt;/Text&gt;&lt;/Box&gt;&#10;                    &lt;/Box&gt;&#10;                &lt;/Box&gt;&#10;&#10;            &lt;/Box&gt;&#10;&#10;        &lt;/Box&gt;&#10;&#10;        &lt;Box style={{ flexDirection: 'row', gap: 16, background: '#EDF4FC', borderRadius: 10, padding: '14px 22px', alignItems: 'center' }}&gt;&#10;            &lt;Box style={{ width: 4, height: 56, background: '#276FBF' }} /&gt;&#10;            &lt;Text style={{ fontSize: 15, color: '#20344B', lineHeight: 1.6, flex: 1 }}&gt;先限定一名人物，防止把林岚已知误算成许安也知道；再定位相关对话或对象响应的时间位置，核对新认识的来源。&lt;/Text&gt;&#10;        &lt;/Box&gt;&#10;&#10;        &lt;Box style={{ flexDirection: 'row', gap: 16, background: '#FFF4E6', borderRadius: 10, padding: '14px 22px', alignItems: 'center' }}&gt;&#10;            &lt;Box style={{ width: 4, height: 56, background: '#CB6B28' }} /&gt;&#10;            &lt;Text style={{ fontSize: 15, color: '#20344B', lineHeight: 1.6, flex: 1 }}&gt;面板是记忆摘要：不完整展示节点 ID、替代关系或访问历史——确认替代关系要核对真实 ID 与关系字段。&lt;/Text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在页面上检查一次认识更新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记忆面板：摘要，不是完整证据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1400175"/>
            <a:ext cx="10972800" cy="2762250"/>
          </a:xfrm>
          <a:prstGeom prst="roundRect">
            <a:avLst>
              <a:gd name="adj" fmla="val 41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09600" y="1400175"/>
            <a:ext cx="10972800" cy="381000"/>
          </a:xfrm>
          <a:custGeom>
            <a:pathLst>
              <a:path w="1152" h="40">
                <a:moveTo>
                  <a:pt x="12" y="0"/>
                </a:moveTo>
                <a:lnTo>
                  <a:pt x="1140" y="0"/>
                </a:lnTo>
                <a:cubicBezTo>
                  <a:pt x="1147" y="0"/>
                  <a:pt x="1152" y="5"/>
                  <a:pt x="1152" y="12"/>
                </a:cubicBezTo>
                <a:lnTo>
                  <a:pt x="1152" y="40"/>
                </a:lnTo>
                <a:lnTo>
                  <a:pt x="1152" y="40"/>
                </a:lnTo>
                <a:lnTo>
                  <a:pt x="0" y="40"/>
                </a:lnTo>
                <a:lnTo>
                  <a:pt x="0" y="40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00100" y="1514475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结果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Agent →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许安　·　记忆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10896600" y="147637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039475" y="1514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09600" y="1781175"/>
            <a:ext cx="1714500" cy="2381250"/>
          </a:xfrm>
          <a:custGeom>
            <a:pathLst>
              <a:path w="180" h="250">
                <a:moveTo>
                  <a:pt x="0" y="0"/>
                </a:moveTo>
                <a:lnTo>
                  <a:pt x="180" y="0"/>
                </a:lnTo>
                <a:lnTo>
                  <a:pt x="180" y="0"/>
                </a:lnTo>
                <a:lnTo>
                  <a:pt x="180" y="250"/>
                </a:lnTo>
                <a:lnTo>
                  <a:pt x="180" y="250"/>
                </a:lnTo>
                <a:lnTo>
                  <a:pt x="12" y="250"/>
                </a:lnTo>
                <a:cubicBezTo>
                  <a:pt x="5" y="250"/>
                  <a:pt x="0" y="245"/>
                  <a:pt x="0" y="238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723900" y="1914525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333500" y="20002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723900" y="2314575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076325" y="2400300"/>
            <a:ext cx="79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Agent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　许安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723900" y="2714625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333500" y="28003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2533650" y="191452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创建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886200" y="191452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记忆内容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572500" y="191452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重要度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544050" y="191452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0515600" y="191452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类型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2476500" y="2143125"/>
            <a:ext cx="8953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2533650" y="23622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886200" y="233362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“我当前相信手作十点开始”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572500" y="23622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544050" y="23622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0515600" y="23622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2476500" y="2809875"/>
            <a:ext cx="8953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2533650" y="30289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3886200" y="300037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“九点五十分看见旧公告写着十点开始”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572500" y="30289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544050" y="30289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515600" y="30289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609600" y="42957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819150" y="44291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009650" y="4562475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先限定一名人物，防止把林岚已知误算成许安也知道；再定位相关对话或对象响应的时间位置，核对新认识的来源。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52292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819150" y="53625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009650" y="5495925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面板是记忆摘要：不完整展示节点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、替代关系或访问历史——确认替代关系要核对真实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与关系字段。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75" name="" descr="&lt;Slide notes={`验收至少回答四个问题。&#10;&#10;第一，新的认识是在收到消息之前还是之后产生的——定位相关对话或对象响应的时间位置。&#10;&#10;第二，旧节点被合理保留、替代还是失效——查状态与替代关系，必要时核对真实 ID。&#10;&#10;第三，默认有效检索是否还把错误认识当作现行信息——用明确名称再检索一次。&#10;&#10;第四，下一步行动有没有利用新认识——对照其后的动作选择。&#10;&#10;页面显示一条“计划已调整”，并不自动回答这四个问题；显示文字是结果，不是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5　在页面上检查一次认识更新&lt;/Text&gt;&#10;            &lt;Text style={{ fontSize: 34, fontWeight: 'bold', color: '#20344B' }}&gt;验收时至少回答四个问题&lt;/Text&gt;&#10;        &lt;/Box&gt;&#10;    &lt;/Box&gt;&#10;&#10;    &lt;Box style={{ height: 540, flexDirection: 'column', justifyContent: 'center', gap: 12 }}&gt;&#10;&#10;        &lt;Box style={{ flexDirection: 'row', padding: '0 18px', gap: 16 }}&gt;&#10;            &lt;Box style={{ width: 480 }}&gt;&lt;Text style={{ fontSize: 14, color: '#546779' }}&gt;问题&lt;/Text&gt;&lt;/Box&gt;&#10;            &lt;Box style={{ flex: 1 }}&gt;&lt;Text style={{ fontSize: 14, color: '#546779' }}&gt;怎么核对&lt;/Text&gt;&lt;/Box&gt;&#10;        &lt;/Box&gt;&#10;&#10;        &lt;Box style={{ flexDirection: 'row', height: 90, background: '#F4F7FA', borderRadius: 10, padding: '0 18px', alignItems: 'center', gap: 16 }}&gt;&#10;            &lt;Box style={{ width: 480 }}&gt;&lt;Text style={{ fontSize: 16, fontWeight: 'bold', color: '#20344B', lineHeight: 1.5 }}&gt;新的认识，在收到消息之前还是之后产生？&lt;/Text&gt;&lt;/Box&gt;&#10;            &lt;Box style={{ flex: 1 }}&gt;&lt;Text style={{ fontSize: 15, color: '#546779', lineHeight: 1.5 }}&gt;定位相关对话或对象响应的时间位置&lt;/Text&gt;&lt;/Box&gt;&#10;        &lt;/Box&gt;&#10;&#10;        &lt;Box style={{ flexDirection: 'row', height: 90, background: '#EDF4FC', borderRadius: 10, padding: '0 18px', alignItems: 'center', gap: 16 }}&gt;&#10;            &lt;Box style={{ width: 480 }}&gt;&lt;Text style={{ fontSize: 16, fontWeight: 'bold', color: '#276FBF', lineHeight: 1.5 }}&gt;旧节点被合理保留、替代还是失效？&lt;/Text&gt;&lt;/Box&gt;&#10;            &lt;Box style={{ flex: 1 }}&gt;&lt;Text style={{ fontSize: 15, color: '#546779', lineHeight: 1.5 }}&gt;查看状态与替代关系，必要时核对真实记忆 ID&lt;/Text&gt;&lt;/Box&gt;&#10;        &lt;/Box&gt;&#10;&#10;        &lt;Box style={{ flexDirection: 'row', height: 90, background: '#EDF4FC', borderRadius: 10, padding: '0 18px', alignItems: 'center', gap: 16 }}&gt;&#10;            &lt;Box style={{ width: 480 }}&gt;&lt;Text style={{ fontSize: 16, fontWeight: 'bold', color: '#276FBF', lineHeight: 1.5 }}&gt;默认有效检索，是否还把错误认识当作现行信息？&lt;/Text&gt;&lt;/Box&gt;&#10;            &lt;Box style={{ flex: 1 }}&gt;&lt;Text style={{ fontSize: 15, color: '#546779', lineHeight: 1.5 }}&gt;用明确名称再检索一次，看返回什么&lt;/Text&gt;&lt;/Box&gt;&#10;        &lt;/Box&gt;&#10;&#10;        &lt;Box style={{ flexDirection: 'row', height: 90, background: '#ECF7F2', borderRadius: 10, padding: '0 18px', alignItems: 'center', gap: 16 }}&gt;&#10;            &lt;Box style={{ width: 480 }}&gt;&lt;Text style={{ fontSize: 16, fontWeight: 'bold', color: '#26816B', lineHeight: 1.5 }}&gt;下一步行动有没有利用新认识？&lt;/Text&gt;&lt;/Box&gt;&#10;            &lt;Box style={{ flex: 1 }}&gt;&lt;Text style={{ fontSize: 15, color: '#546779', lineHeight: 1.5 }}&gt;对照其后的动作选择，看是否仍按旧计划行动&lt;/Text&gt;&lt;/Box&gt;&#10;        &lt;/Box&gt;&#10;&#10;        &lt;Box style={{ flexDirection: 'row', gap: 16, background: '#FFF4E6', borderRadius: 10, padding: '14px 22px', alignItems: 'center', marginTop: 4 }}&gt;&#10;            &lt;Box style={{ width: 4, height: 56, background: '#CB6B28' }} /&gt;&#10;            &lt;Text style={{ fontSize: 17, fontWeight: 'bold', color: '#CB6B28', flex: 1 }}&gt;页面显示一条“计划已调整”，并不自动回答这四个问题&lt;/Text&gt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在页面上检查一次认识更新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验收时至少回答四个问题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81050" y="121920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505450" y="121920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怎么核对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149542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81050" y="1790700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新的认识，在收到消息之前还是之后产生？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505450" y="180022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定位相关对话或对象响应的时间位置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246697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81050" y="2762250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旧节点被合理保留、替代还是失效？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505450" y="277177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查看状态与替代关系，必要时核对真实记忆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343852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81050" y="3733800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默认有效检索，是否还把错误认识当作现行信息？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505450" y="374332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用明确名称再检索一次，看返回什么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09600" y="441007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81050" y="4705350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下一步行动有没有利用新认识？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505450" y="471487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对照其后的动作选择，看是否仍按旧计划行动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54197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819150" y="55530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009650" y="572452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页面显示一条“计划已调整”，并不自动回答这四个问题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99" name="" descr="&lt;Slide notes={`取证表要填真实值。本章新案例尚未产生实际记忆节点，材料里不会预填节点 UUID、Step 编号或检索成功次数——这些字段都留待真实运行后填写。&#10;&#10;特别要保留那些“不好看”的结果：未取得答复、没有更新认识、更新后仍按旧计划行动。这些差异可能揭示提示词、检索或消息传递的问题，比只保存最顺利的一次运行更有教学价值。&#10;&#10;练习：为“听说活动取消”“已提交查询请求”“服务台回复没有取消”各写一条记忆内容。第一条是未经证实的消息，第二条是待确认进度，第三条有明确来源。参考答案要保留来源和不确定性——直接抄“活动取消了”而不标明听说，就把传闻错误升级成了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6.5　在页面上检查一次认识更新&lt;/Text&gt;&#10;            &lt;Text style={{ fontSize: 34, fontWeight: 'bold', color: '#20344B' }}&gt;取证表填真实值，练习分三类&lt;/Text&gt;&#10;        &lt;/Box&gt;&#10;    &lt;/Box&gt;&#10;&#10;    &lt;Box style={{ height: 540, flexDirection: 'row', gap: 24 }}&gt;&#10;&#10;        &lt;Box style={{ width: 500, flexDirection: 'column', justifyContent: 'center', gap: 14 }}&gt;&#10;&#10;            &lt;Box style={{ height: 300, background: '#F7F3E8', borderRadius: 10, padding: '20px 24px', flexDirection: 'column', gap: 12, justifyContent: 'center' }}&gt;&#10;                &lt;Text style={{ fontSize: 20, fontWeight: 'bold', color: '#20344B' }}&gt;取证表：填真实值&lt;/Text&gt;&#10;                &lt;Text style={{ fontSize: 15, color: '#CB6B28', lineHeight: 1.6 }}&gt;不预填节点 UUID、Step 编号或检索成功次数——本章新案例尚未产生实际记忆节点。&lt;/Text&gt;&#10;                &lt;Text style={{ fontSize: 15, color: '#20344B', lineHeight: 1.6 }}&gt;保留未取得答复、没有更新认识、更新后仍按旧计划行动的结果。&lt;/Text&gt;&#10;                &lt;Text style={{ fontSize: 14, color: '#546779', lineHeight: 1.6 }}&gt;这些差异可能揭示提示词、检索或消息传递的问题，比只保存最顺利的一次运行更有教学价值。&lt;/Text&gt;&#10;            &lt;/Box&gt;&#10;&#10;        &lt;/Box&gt;&#10;&#10;        &lt;Box style={{ width: 628, flexDirection: 'column', justifyContent: 'center', gap: 12 }}&gt;&#10;&#10;            &lt;Text style={{ fontSize: 20, fontWeight: 'bold', color: '#20344B' }}&gt;练习：三条消息，各写一条记忆内容&lt;/Text&gt;&#10;&#10;            &lt;Box style={{ height: 76, background: '#EDF4FC', borderRadius: 10, padding: '0 20px', flexDirection: 'row', alignItems: 'center', justifyContent: 'space-between' }}&gt;&#10;                &lt;Text style={{ fontSize: 16, color: '#20344B' }}&gt;“听说活动取消”&lt;/Text&gt;&#10;                &lt;Box style={{ width: 170, height: 34, background: '#FFFFFF', borderRadius: 8, justifyContent: 'center', alignItems: 'center' }}&gt;&#10;                    &lt;Text style={{ fontSize: 14, color: '#CB6B28' }}&gt;未经证实的消息&lt;/Text&gt;&#10;                &lt;/Box&gt;&#10;            &lt;/Box&gt;&#10;&#10;            &lt;Box style={{ height: 76, background: '#EDF4FC', borderRadius: 10, padding: '0 20px', flexDirection: 'row', alignItems: 'center', justifyContent: 'space-between' }}&gt;&#10;                &lt;Text style={{ fontSize: 16, color: '#20344B' }}&gt;“已提交查询请求”&lt;/Text&gt;&#10;                &lt;Box style={{ width: 170, height: 34, background: '#FFFFFF', borderRadius: 8, justifyContent: 'center', alignItems: 'center' }}&gt;&#10;                    &lt;Text style={{ fontSize: 14, color: '#CB6B28' }}&gt;待确认进度&lt;/Text&gt;&#10;                &lt;/Box&gt;&#10;            &lt;/Box&gt;&#10;&#10;            &lt;Box style={{ height: 76, background: '#ECF7F2', borderRadius: 10, padding: '0 20px', flexDirection: 'row', alignItems: 'center', justifyContent: 'space-between' }}&gt;&#10;                &lt;Text style={{ fontSize: 16, color: '#20344B' }}&gt;“服务台回复没有取消”&lt;/Text&gt;&#10;                &lt;Box style={{ width: 170, height: 34, background: '#FFFFFF', borderRadius: 8, justifyContent: 'center', alignItems: 'center' }}&gt;&#10;                    &lt;Text style={{ fontSize: 14, color: '#26816B' }}&gt;有明确来源&lt;/Text&gt;&#10;                &lt;/Box&gt;&#10;            &lt;/Box&gt;&#10;&#10;            &lt;Box style={{ flexDirection: 'row', gap: 14, background: '#FFF4E6', borderRadius: 10, padding: '12px 20px', alignItems: 'center' }}&gt;&#10;                &lt;Box style={{ width: 4, height: 48, background: '#CB6B28' }} /&gt;&#10;                &lt;Text style={{ fontSize: 14, color: '#CB6B28', lineHeight: 1.55, flex: 1 }}&gt;直接抄“活动取消了”而不标明听说，会把传闻错误升级为事实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在页面上检查一次认识更新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取证表填真实值，练习分三类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2286000"/>
            <a:ext cx="4762500" cy="2857500"/>
          </a:xfrm>
          <a:prstGeom prst="roundRect">
            <a:avLst>
              <a:gd name="adj" fmla="val 3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38200" y="276225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取证表：填真实值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8200" y="3105150"/>
            <a:ext cx="4305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不预填节点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UUID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编号或检索成功次数——本章新案例尚未产生实际记忆节点。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3771900"/>
            <a:ext cx="4305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保留未取得答复、没有更新认识、更新后仍按旧计划行动的结果。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38200" y="4162425"/>
            <a:ext cx="4305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这些差异可能揭示提示词、检索或消息传递的问题，比只保存最顺利的一次运行更有教学价值。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600700" y="1943100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练习：三条消息，各写一条记忆内容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600700" y="2286000"/>
            <a:ext cx="59817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791200" y="25527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“听说活动取消”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9772650" y="2486025"/>
            <a:ext cx="1619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115550" y="25717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未经证实的消息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5600700" y="3124200"/>
            <a:ext cx="59817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791200" y="33909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“已提交查询请求”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9772650" y="3324225"/>
            <a:ext cx="1619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248900" y="34099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待确认进度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5600700" y="3962400"/>
            <a:ext cx="59817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791200" y="42291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“服务台回复没有取消”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9772650" y="4162425"/>
            <a:ext cx="1619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0248900" y="42481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有明确来源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5600700" y="4800600"/>
            <a:ext cx="59817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5791200" y="49149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962650" y="5019675"/>
            <a:ext cx="5429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直接抄“活动取消了”而不标明听说，会把传闻错误升级为事实。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27" name="" descr="&lt;Slide notes={`收束成一句话：打算、待确认、已经发生，是三种不同的状态。&#10;&#10;“我打算做”是意图，写在动作之前；“待确认”是没有核对过结果的进度；“已经发生”必须由已提交的世界事实支撑。&#10;&#10;记忆让角色延续目标、记录经验、解释判断，但它不替代世界事实——写下“公告已更新”，不会真的改变公告栏。&#10;&#10;带着这三分法，下一节进入对话与对象 Skill，看真实会话、咨询与公告状态如何组织。`} style={{ width: 1280, height: 720, background: '#FFFFFF', flexDirection: 'column', padding: '20px 64px' }}&gt;&#10;&#10;    &lt;Box style={{ height: 640, flexDirection: 'column', justifyContent: 'center', alignItems: 'center', gap: 24 }}&gt;&#10;&#10;        &lt;Text style={{ fontSize: 15, color: '#276FBF' }}&gt;3.6　收束&lt;/Text&gt;&#10;&#10;        &lt;Text style={{ fontSize: 56, fontWeight: 'bold', color: '#20344B', lineHeight: 1.15 }}&gt;打算 ≠ 待确认 ≠ 已发生&lt;/Text&gt;&#10;&#10;        &lt;Box style={{ flexDirection: 'row', alignItems: 'center', marginTop: 8 }}&gt;&#10;            &lt;Box style={{ width: 300, height: 88, background: '#EDF4FC', borderRadius: 10, flexDirection: 'column', justifyContent: 'center', alignItems: 'center', gap: 4 }}&gt;&#10;                &lt;Text style={{ fontSize: 20, fontWeight: 'bold', color: '#276FBF' }}&gt;我打算做&lt;/Text&gt;&#10;                &lt;Text style={{ fontSize: 14, color: '#546779' }}&gt;意图，写在动作之前&lt;/Text&gt;&#10;            &lt;/Box&gt;&#10;            &lt;Box style={{ width: 44, height: 88, justifyContent: 'center', alignItems: 'center' }}&gt;&#10;                &lt;Text style={{ fontSize: 26, color: '#CB6B28' }}&gt;≠&lt;/Text&gt;&#10;            &lt;/Box&gt;&#10;            &lt;Box style={{ width: 300, height: 88, background: '#FFF4E6', borderRadius: 10, flexDirection: 'column', justifyContent: 'center', alignItems: 'center', gap: 4 }}&gt;&#10;                &lt;Text style={{ fontSize: 20, fontWeight: 'bold', color: '#CB6B28' }}&gt;待确认&lt;/Text&gt;&#10;                &lt;Text style={{ fontSize: 14, color: '#546779' }}&gt;尚未核对结果的进度&lt;/Text&gt;&#10;            &lt;/Box&gt;&#10;            &lt;Box style={{ width: 44, height: 88, justifyContent: 'center', alignItems: 'center' }}&gt;&#10;                &lt;Text style={{ fontSize: 26, color: '#CB6B28' }}&gt;≠&lt;/Text&gt;&#10;            &lt;/Box&gt;&#10;            &lt;Box style={{ width: 300, height: 88, background: '#ECF7F2', borderRadius: 10, flexDirection: 'column', justifyContent: 'center', alignItems: 'center', gap: 4 }}&gt;&#10;                &lt;Text style={{ fontSize: 20, fontWeight: 'bold', color: '#26816B' }}&gt;已经发生&lt;/Text&gt;&#10;                &lt;Text style={{ fontSize: 14, color: '#546779' }}&gt;由已提交的世界事实支撑&lt;/Text&gt;&#10;            &lt;/Box&gt;&#10;        &lt;/Box&gt;&#10;&#10;        &lt;Box style={{ width: 880, height: 4, background: '#B5C7D8' }} /&gt;&#10;&#10;        &lt;Text style={{ fontSize: 17, color: '#546779', lineHeight: 1.7, width: 880, textAlign: 'center' }}&gt;记忆让角色延续目标、记录经验、解释判断；它不替代世界事实——写下“公告已更新”，不会真的改变公告栏。&lt;/Text&gt;&#10;&#10;        &lt;Text style={{ fontSize: 14, color: '#546779' }}&gt;下一节　3.7　对话与对象 Skill&lt;/Text&gt;&#10;&#10;    &lt;/Box&gt;&#10;&#10;    &lt;Box style={{ height: 40, flexDirection: 'row', justifyContent: 'space-between', alignItems: 'center' }}&gt;&#10;        &lt;Text style={{ fontSize: 14, color: '#546779' }}&gt;3.6 记忆与跨步进度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781675" y="1485900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3.6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收束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3238500" y="1885950"/>
            <a:ext cx="5724525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打算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待确认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已发生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1390650" y="2933700"/>
            <a:ext cx="28575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2438400" y="31432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我打算做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2219325" y="34099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意图，写在动作之前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362450" y="3200400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4667250" y="2933700"/>
            <a:ext cx="28575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810250" y="31432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待确认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495925" y="34099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尚未核对结果的进度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639050" y="3200400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7943850" y="2933700"/>
            <a:ext cx="28575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991600" y="31432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已经发生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639175" y="34099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由已提交的世界事实支撑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1905000" y="4000500"/>
            <a:ext cx="8382000" cy="381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905000" y="4267200"/>
            <a:ext cx="8382000" cy="3333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记忆让角色延续目标、记录经验、解释判断；它不替代世界事实——写下“公告已更新”，不会真的改变公告栏。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191125" y="4829175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2026-09-29T08:32:43Z</dcterms:created>
  <dcterms:modified xsi:type="dcterms:W3CDTF">2026-09-29T08:32:43Z</dcterms:modified>
</cp:coreProperties>
</file>