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27" Type="http://schemas.openxmlformats.org/officeDocument/2006/relationships/slide" Target="slides/slide27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2" Type="http://schemas.openxmlformats.org/officeDocument/2006/relationships/slide" Target="slides/slide2.xml" /><Relationship Id="rId17" Type="http://schemas.openxmlformats.org/officeDocument/2006/relationships/slide" Target="slides/slide17.xml" /><Relationship Id="rId7" Type="http://schemas.openxmlformats.org/officeDocument/2006/relationships/slide" Target="slides/slide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29" Type="http://schemas.openxmlformats.org/officeDocument/2006/relationships/presProps" Target="presProps.xml" /><Relationship Id="rId3" Type="http://schemas.openxmlformats.org/officeDocument/2006/relationships/slide" Target="slides/slide3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我先说这一节要解决的问题。委托人想知道，先问清楚是不是比直接指路更好。要回答它，光交出两句结论是不够的，必须把两种咨询方法都写成完整、可以被别人逐字检查的行为材料。</a:t>
            </a:r>
          </a:p>
          <a:p>
            <a:r>
              <a:rPr lang="zh-CN" dirty="0"/>
              <a:t>完整意味着身份、能读什么、什么时候做判断、怎么回复、什么时候停，全部写明。只保存一句「先问清楚再推荐」是不行的：接手者既不知道要问什么，也不知道答复之间怎样关联，更不知道谁有权知道完整任务。</a:t>
            </a:r>
          </a:p>
          <a:p>
            <a:r>
              <a:rPr lang="zh-CN" dirty="0"/>
              <a:t>所以这里交付的不是一个结论，而是一份咨询台全文和它唯一的那段差异。其余三份材料也要按同样标准写完整，最后留下能被别人复核的记录。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这一节要看清六件事，它们是一条链，不是六份清单。</a:t>
            </a:r>
          </a:p>
          <a:p>
            <a:r>
              <a:rPr lang="zh-CN" dirty="0"/>
              <a:t>第一件，交付全文。两组文本只在中间的咨询决策段不同，身份、服务范围、回复和停止条件必须逐字相同。第二件，把这份全文写成可以直接审阅的样子，并且跟踪一个真实请求 ID 怎样走到下一轮。</a:t>
            </a:r>
          </a:p>
          <a:p>
            <a:r>
              <a:rPr lang="zh-CN" dirty="0"/>
              <a:t>第三件，对照只替换一个段落，其余字节内容全部保留。第四件，其余三份材料也要写完整：共同 Brain、余真的分支、两个窗口的根 Skill。</a:t>
            </a:r>
          </a:p>
          <a:p>
            <a:r>
              <a:rPr lang="zh-CN" dirty="0"/>
              <a:t>第五件，用四类反例分别检查决策时机、完成证据、对照条件和停止条件。第六件，交付记录要写清采用了哪份文本、哪段差异、引用了哪些公共能力，以及还有哪些行为没有验证过。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先把这一段的边界划清楚。两组咨询台材料里，唯一允许变化的位置是中间的咨询决策段，也就是用两个标记框住的那几行。身份、服务范围、回复方式和停止条件，两边必须逐字保持一致。</a:t>
            </a:r>
          </a:p>
          <a:p>
            <a:r>
              <a:rPr lang="zh-CN" dirty="0"/>
              <a:t>要做到这一点有个前提：先得有一份完整全文。完整至少包括身份、可读信息、适用条件、处理步骤、工具边界、停止条件和异常处理。缺了其中任何一项，接手者就无法判断两组到底差在哪里。</a:t>
            </a:r>
          </a:p>
          <a:p>
            <a:r>
              <a:rPr lang="zh-CN" dirty="0"/>
              <a:t>这也是我不建议只保存一句「先问清楚再推荐」的原因。一句话看不出问什么、答复之间怎样关联、什么时候停止询问，也看不出谁知道完整任务。对照的价值来自「只有一段不同」，而不是来自结论听起来更合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现在把分叉画清楚。两组材料的上游完全一样：身份与服务范围是共同的，两边都不知道来访者没说出口的私人任务，也不能按姓名猜用途。</a:t>
            </a:r>
          </a:p>
          <a:p>
            <a:r>
              <a:rPr lang="zh-CN" dirty="0"/>
              <a:t>分叉只发生在中间。基线这一支在信息不足时仍然给出推测建议，并明确说明这是推测；对照这一支缺少关键目的时先问，等收到真实补充之后再给建议。区别就这两三行。</a:t>
            </a:r>
          </a:p>
          <a:p>
            <a:r>
              <a:rPr lang="zh-CN" dirty="0"/>
              <a:t>分叉之后两边再次合流：回复、提交和停止的写法完全相同。一次 world-act 成功后结束，答复经提交由目标人物下一轮接收，不提前宣布对方理解。</a:t>
            </a:r>
          </a:p>
          <a:p>
            <a:r>
              <a:rPr lang="zh-CN" dirty="0"/>
              <a:t>所以核对时只要盯住中间那一段。如果两边在温度、模型、窗口规则上也有差别，那就不是唯一变量了，结论也就无法归因。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完整 Skill 至少要有七项。身份从 IterationContext.game_object 取当前对象；可读信息列出 now、interaction_requests 和自己的 object_state；适用条件写清两个窗口各自固定的服务范围。</a:t>
            </a:r>
          </a:p>
          <a:p>
            <a:r>
              <a:rPr lang="zh-CN" dirty="0"/>
              <a:t>往下是处理步骤、工具边界、停止条件和异常处理：按真实请求者身份整理本轮请求；明确记忆检索、记忆写入与 world-act 的调用范围；一次 world-act 成功后立即结束；工具拒绝时按原因修正，不伪造请求 ID。</a:t>
            </a:r>
          </a:p>
          <a:p>
            <a:r>
              <a:rPr lang="zh-CN" dirty="0"/>
              <a:t>要提醒一句：正文可编辑，不等于行为已经通过。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四个名称这样安排：hall-service-brain 是 brain，驱动四名来访者和余真；hall-consultation 是咨询台根 Skill，也是 atomic；hall-window-a 与 hall-window-b 各是一个窗口的根 Skill。四份都能用纯文本，不新增子 Skill 或脚本。</a:t>
            </a:r>
          </a:p>
          <a:p>
            <a:r>
              <a:rPr lang="zh-CN" dirty="0"/>
              <a:t>两组关系写清楚：Brain 和两个窗口在基线与对照中全文相同，只有咨询台那份的决策段不同，而且不为两组设计不同的调用树。</a:t>
            </a:r>
          </a:p>
          <a:p>
            <a:r>
              <a:rPr lang="zh-CN" dirty="0"/>
              <a:t>还有一条纪律：人物差异放在各自资料里，不能在共同 Brain 里列出「谁去 A、谁去 B」的评分答案；窗口知道分工，却不能凭姓名读取来访者的完整目的。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接下来要看的是全文本身。读它之前，先跟踪一个真实请求 ID，否则很容易把「对象已经回复」当成「人物已经理解」。</a:t>
            </a:r>
          </a:p>
          <a:p>
            <a:r>
              <a:rPr lang="zh-CN" dirty="0"/>
              <a:t>第 N 步，真实请求进入待处理集合，对象在一次 world-act 里同时携带 responses 和真实请求 ID，动作成功后本轮结束。第 N+1 步，这份已提交的答复被恰好一次定向投递给目标人物，他才根据实际收到的内容继续行动。</a:t>
            </a:r>
          </a:p>
          <a:p>
            <a:r>
              <a:rPr lang="zh-CN" dirty="0"/>
              <a:t>请求 ID 不能编造，因为它就是答复和请求之间的唯一对应关系。消息顺序只是示意，不是实际 Trace；真正核对时要看提交记录。这也是我需要把全文和它的提交链路放在一起讲的原因：行为是否发生，要靠证据说话。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一个真实请求从进入到被回应，中间隔着一整步。这一步的距离，是很多验收记录出错的地方。</a:t>
            </a:r>
          </a:p>
          <a:p>
            <a:r>
              <a:rPr lang="zh-CN" dirty="0"/>
              <a:t>第 N 步里，来访者把真实请求放进待处理集合，咨询台在一次 world-act 里同时提交 responses 和对应的真实请求 ID，动作成功之后本轮就结束。到第 N+1 步，这份已提交的答复被恰好一次定向投递给目标人物，他依据真正收到的内容继续行动。</a:t>
            </a:r>
          </a:p>
          <a:p>
            <a:r>
              <a:rPr lang="zh-CN" dirty="0"/>
              <a:t>这里有两个分开的判断：对象已经回复，和人物已经理解，不是同一件事。写记忆的时候如果把「已发送请求」直接写成「对方已确认」，进度就被提前写成了完成。所以核对时要追查两样东西：对象那次 world-act 的提交记录，以及目标人物下一轮的实际接收。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先读全文最前面的两段。身份说明它是当前 Game Object 咨询台，取自 IterationContext.game_object，可以读取 now、interaction_requests 和自己的 object_state。</a:t>
            </a:r>
          </a:p>
          <a:p>
            <a:r>
              <a:rPr lang="zh-CN" dirty="0"/>
              <a:t>接着有一条约束：每个请求的 request_id、agent_key、agent_name 由运行时提供，不能伪造；它也不知道自己没被告知的私人任务，不能按姓名猜用途。</a:t>
            </a:r>
          </a:p>
          <a:p>
            <a:r>
              <a:rPr lang="zh-CN" dirty="0"/>
              <a:t>读取已有信息这一段处理记忆：按真实请求者身份整理本轮请求，需要时用 memory-stream-search 查找曾收到过的说明，记忆里没有的目的保持未知。写回时只记实际收到的明确目的。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决策段是两个标记之间的那几行正文，标记只是方便作者定位差异，不是新的运行协议。</a:t>
            </a:r>
          </a:p>
          <a:p>
            <a:r>
              <a:rPr lang="zh-CN" dirty="0"/>
              <a:t>基线写的是：根据本次请求及此前实际获得的信息给出一次窗口建议；关键目的不明确时，选择最可能的窗口并说明这是推测；不要先发澄清问题。这几句就是两组唯一的变量。</a:t>
            </a:r>
          </a:p>
          <a:p>
            <a:r>
              <a:rPr lang="zh-CN" dirty="0"/>
              <a:t>往下是回复和提交：分别组织答复，说明窗口、理由和下一步；通过 world-act 选择 ACT，并在同次 responses 里填上真实 request_id 与 message。</a:t>
            </a:r>
          </a:p>
          <a:p>
            <a:r>
              <a:rPr lang="zh-CN" dirty="0"/>
              <a:t>最后是边界与停止：记忆在动作前保存，一次 world-act 成功后立即结束。「需要澄清时」这条共同提交规则不决定是否澄清，那个判断只由决策段承担。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对照的做法只有一句话：保留这个文件的其他字节内容，只把两个标记之间的正文替换掉。不是重写一份新文件，也不是改几处措辞。</a:t>
            </a:r>
          </a:p>
          <a:p>
            <a:r>
              <a:rPr lang="zh-CN" dirty="0"/>
              <a:t>替换进去的是四句话。如果现有信息没有说明是安排未来使用还是报告现有问题，先只询问这一点，暂不建议窗口；已有明确目的则直接建议。收到同一人的真实补充后，再按相同服务范围推荐窗口。最后一句是不重复追问已经回答的字段。</a:t>
            </a:r>
          </a:p>
          <a:p>
            <a:r>
              <a:rPr lang="zh-CN" dirty="0"/>
              <a:t>对照段的第二句和第三句都要落在同一套服务范围上，也就是说，变化只在「什么时候建议」，不在「建议哪个窗口」。这条界线如果模糊了，实验的解释力就没了。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这就是对照段的全文，四句话。</a:t>
            </a:r>
          </a:p>
          <a:p>
            <a:r>
              <a:rPr lang="zh-CN" dirty="0"/>
              <a:t>第一句划条件：如果现有信息没有说明是安排未来使用还是报告现有问题，先只询问这一点，暂不建议窗口。第二句给例外：已有明确目的则直接建议。第三句说后续：收到同一人的真实补充后，再按相同服务范围推荐窗口。第四句是停止条件：不重复追问已经回答的字段。</a:t>
            </a:r>
          </a:p>
          <a:p>
            <a:r>
              <a:rPr lang="zh-CN" dirty="0"/>
              <a:t>两个细节值得留意。「先只询问这一点」把问题限定在缺失的关键目的上，不同时给未经确认的窗口建议；「按相同服务范围」说明澄清之后的分支逻辑没变，变的只是澄清时机。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两份材料分别保存，这件事在工程上不是形式。它们用的是同一个 skill_key 和相同的依赖，所以如果把两份内容不同的材料放进同一个资源闭包，系统应该给出冲突诊断。</a:t>
            </a:r>
          </a:p>
          <a:p>
            <a:r>
              <a:rPr lang="zh-CN" dirty="0"/>
              <a:t>我在实际审阅中见过相反的做法：后保存的那一份把前面覆盖掉，然后作者对外说「我做了对照」。这种情况下已经无法判断每组运行时到底读到了哪一份，对照也就不成立了。</a:t>
            </a:r>
          </a:p>
          <a:p>
            <a:r>
              <a:rPr lang="zh-CN" dirty="0"/>
              <a:t>所以这一节要求的是三件事分开写清楚：同一标识与相同依赖、分别保存于独立实验副本、以及冲突时必须阻断而不是静默覆盖。另外提醒一句，公共 Skill 保存之后，已有的实验不会自动更新，历史运行仍然读的是当时的版本。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作者最后留下三样东西：两份最终全文、精确的文本差异，以及内容摘要。</a:t>
            </a:r>
          </a:p>
          <a:p>
            <a:r>
              <a:rPr lang="zh-CN" dirty="0"/>
              <a:t>这三样分工不同。摘要帮助确认材料身份，让你知道拿到的到底是哪一份；正文差异才解释实验的含义，因为读者要看到的是真正改变的那几行。</a:t>
            </a:r>
          </a:p>
          <a:p>
            <a:r>
              <a:rPr lang="zh-CN" dirty="0"/>
              <a:t>有一件事要提前说清楚。两个包哈希不同，只能说明它们不是同一个文件，不能单独证明它们只差澄清策略。要支持这个说法，还要逐一核对地图、人物、初始知识、工具、模型与窗口是否一致。任何一项在两组之间不同，都会让「唯一变量」这个前提站不住。</a:t>
            </a:r>
          </a:p>
          <a:p>
            <a:r>
              <a:rPr lang="zh-CN" dirty="0"/>
              <a:t>所以正式核对时我会按这个清单走一遍，把不一致的地方写进记录，而不是只在结论里说一句条件相同。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咨询台只是四份材料里的一份。另外三份同样要写到「什么证据触发下一步」这个程度，否则整组行为只有一份能复核。</a:t>
            </a:r>
          </a:p>
          <a:p>
            <a:r>
              <a:rPr lang="zh-CN" dirty="0"/>
              <a:t>共同 Brain 驱动四名来访者和余真。来访者部分要说明：只持有自己的需求，首次提交指定话语，被问才补充，收到建议后保留来源并用已知地址导航，接近对象后取真实交互项，再以真实发言确认下一步。</a:t>
            </a:r>
          </a:p>
          <a:p>
            <a:r>
              <a:rPr lang="zh-CN" dirty="0"/>
              <a:t>余真的分支只为实际求助者说明咨询入口和已知地址，不替四人分类，也不读评分表。两个窗口要写明目的不清就问、属于范围就说明准备信息、不属于就解释分工并指向正确窗口，并按真实请求 ID 提交答复。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来访者这边的行为最容易写得含糊，我把它拆成六条可以检查的动作。</a:t>
            </a:r>
          </a:p>
          <a:p>
            <a:r>
              <a:rPr lang="zh-CN" dirty="0"/>
              <a:t>他只持有自己的需求，首次提交的是指定话语，也就是带着刻意含糊的那句请求。只有被询问目的时才补充信息。收到建议之后，他要保留建议来源，并且用自己实际已经知道的地址去导航，而不是凭空知道新地点。</a:t>
            </a:r>
          </a:p>
          <a:p>
            <a:r>
              <a:rPr lang="zh-CN" dirty="0"/>
              <a:t>接近对象之后取真实交互项；收到适配窗口的回复以后，再用真实发言或后续交互确认下一步。这里的关键是分开判断：移动、请求、收到答复是三件事。</a:t>
            </a:r>
          </a:p>
          <a:p>
            <a:r>
              <a:rPr lang="zh-CN" dirty="0"/>
              <a:t>所以「我知道了」这句话不能替代闭环证据。我们要求的是能指出哪一步提交、哪一步接收、哪一步产生了新的认识，而不是只听人物自己说他明白了。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余真和两个窗口的写法可以放在一起看，因为它们都在处理「别人来问路」这件事。</a:t>
            </a:r>
          </a:p>
          <a:p>
            <a:r>
              <a:rPr lang="zh-CN" dirty="0"/>
              <a:t>余真的分支只为实际求助者说明咨询入口和已知地址。他不主动替四个人分类，也不读取评分表。这一点很重要：引导员知道流程，但不应该知道谁该得多少分，否则他会替角色做判断。</a:t>
            </a:r>
          </a:p>
          <a:p>
            <a:r>
              <a:rPr lang="zh-CN" dirty="0"/>
              <a:t>两个窗口的根 Skill 有四条公共要求：目的不清就询问；属于自身范围就说明准备信息；不属于自身范围就解释分工并指回正确窗口；所有答复按真实请求 ID 提交。A 和 B 的区别只是已经固定的服务范围，在基线和对照中各自保持一致。</a:t>
            </a:r>
          </a:p>
          <a:p>
            <a:r>
              <a:rPr lang="zh-CN" dirty="0"/>
              <a:t>另外要注意，对象可以在同一轮处理多个请求，这是系统能力，本案不把它解释成现实中的排队吞吐。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初稿定稿前我会再走一遍四份全文，专门看「什么证据触发下一步」写清楚了没有。这一遍里最容易犯的错，是为了让对照好看而改掉人物的初始话语。</a:t>
            </a:r>
          </a:p>
          <a:p>
            <a:r>
              <a:rPr lang="zh-CN" dirty="0"/>
              <a:t>比如孟川最初只说设施好像有问题，没有点明灯坏了。如果为了省事让他一开口就说「灯坏了」，那么澄清策略要处理的场景就不存在了，研究条件已经改变，后面无论测出什么都不能说明原来的问题。</a:t>
            </a:r>
          </a:p>
          <a:p>
            <a:r>
              <a:rPr lang="zh-CN" dirty="0"/>
              <a:t>同样要注意导航知识。自然语言的回答里给出了地址，并不会自动更新人物已经知道的地址，四个 Arena 的已知地址要按两组相同的装配准备。写材料时顺手把知识补齐，看起来是善意，实际上是在两组之外又加了一个变量。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材料写完只是第一步，真正决定交付质量的是审阅。</a:t>
            </a:r>
          </a:p>
          <a:p>
            <a:r>
              <a:rPr lang="zh-CN" dirty="0"/>
              <a:t>审读两组 SOP 时，我用四类反例分别检查四件事。第一类是决策时机：边问边猜，问题发出去了，却在拿到关键回答之前就给了建议。第二类是完成证据：提前写完成，只发出一个请求，就在记忆里记成「已确认」。</a:t>
            </a:r>
          </a:p>
          <a:p>
            <a:r>
              <a:rPr lang="zh-CN" dirty="0"/>
              <a:t>第三类是对照条件：额外加能力，只给其中一组加一个强模型的审阅子 Skill，即使效果更好，比较已经不再是唯一变量。第四类是停止条件：同一目的已经明确，咨询台仍然不断追问，属于行为偏离。</a:t>
            </a:r>
          </a:p>
          <a:p>
            <a:r>
              <a:rPr lang="zh-CN" dirty="0"/>
              <a:t>这些是待排除的教学反例，不是本案已经发生的失败记录。它们的用处是让审阅有具体的撞点，而不是笼统地说「看起来没问题」。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这四个分支，对应四类可以立刻上手的检查。</a:t>
            </a:r>
          </a:p>
          <a:p>
            <a:r>
              <a:rPr lang="zh-CN" dirty="0"/>
              <a:t>边问边猜检查决策时机：问题问了，建议也给了，但顺序不对。提前写完成检查完成证据：材料里写着「已确认」，可翻遍记录只有一个请求，没有对象的回复，也没有下一轮的接收。</a:t>
            </a:r>
          </a:p>
          <a:p>
            <a:r>
              <a:rPr lang="zh-CN" dirty="0"/>
              <a:t>额外加能力检查对照条件：如果只给对照组加一个强模型的审阅子 Skill，即使结果更好，也不能归因于决策段，因为方法和依赖同时变了。停止条件检查循环行为：同一目的已经说明白了，咨询台还在反复追问。</a:t>
            </a:r>
          </a:p>
          <a:p>
            <a:r>
              <a:rPr lang="zh-CN" dirty="0"/>
              <a:t>还有一个边界要留住。如果人物被正确地拒绝，那可能只是工具参数不合法，不能为了让案例继续而绕过校验；发现实际系统问题时，按项目约定留证并停止相应验收。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审阅要分成两种工作来看，因为它们的对象不一样。</a:t>
            </a:r>
          </a:p>
          <a:p>
            <a:r>
              <a:rPr lang="zh-CN" dirty="0"/>
              <a:t>作者负责内容闭包：完整 Skill、人物资料、对象分工、初始空间和模型配置是否一致。他检查的是「我交出去的这组东西，内部有没有互相矛盾」。</a:t>
            </a:r>
          </a:p>
          <a:p>
            <a:r>
              <a:rPr lang="zh-CN" dirty="0"/>
              <a:t>观察者负责证据闭包：什么记录足以证明询问确实发生、补充确实到达、建议确实被采用、窗口回复确实被理解。他检查的是「结论有没有支撑」，而不是「材料写得对不对」。</a:t>
            </a:r>
          </a:p>
          <a:p>
            <a:r>
              <a:rPr lang="zh-CN" dirty="0"/>
              <a:t>这两种工作完全可以由同一个人承担，但审阅记录应该分开保存。原因很实际：一旦先知道了正确答案，人很容易在复述角色的经历时替他把细节补齐。分开记录，就是不给这种补写留空间。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四类反例落成四类检查，每条都要指出问题出在哪一步、该往哪里追。</a:t>
            </a:r>
          </a:p>
          <a:p>
            <a:r>
              <a:rPr lang="zh-CN" dirty="0"/>
              <a:t>第一条，咨询台一次发送「你要预约吗？去 A。」：确实问了问题，却在拿到关键回答前就给了建议，预定澄清策略没被执行。</a:t>
            </a:r>
          </a:p>
          <a:p>
            <a:r>
              <a:rPr lang="zh-CN" dirty="0"/>
              <a:t>第二条，记忆里写着「窗口已确认」，可记录里只有一次 INTERACT 请求事实。进度被提前写成完成，要追查对象的实际回复和下一轮的接收。</a:t>
            </a:r>
          </a:p>
          <a:p>
            <a:r>
              <a:rPr lang="zh-CN" dirty="0"/>
              <a:t>第三条，对照组新增了一个强模型审阅子 Skill，基线没有。即使效果更好，方法与依赖同时改变了，不能归因于那段决策正文。</a:t>
            </a:r>
          </a:p>
          <a:p>
            <a:r>
              <a:rPr lang="zh-CN" dirty="0"/>
              <a:t>第四条查循环停止：同一目的已明确仍不断追问，属于行为偏离；人物被正确拒绝可能只是工具参数不合法，不能为让案例继续而绕过校验。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审阅有了结论，还要交付成别人能接手的形式。</a:t>
            </a:r>
          </a:p>
          <a:p>
            <a:r>
              <a:rPr lang="zh-CN" dirty="0"/>
              <a:t>交付记录要写四件事：采用哪份完整文本、替换的是哪一段差异、引用了哪些公共能力、还有哪些行为没有验证过。这四句话写清楚，接手者才知道自己拿到的是什么，以及哪些结论暂时不能引用。</a:t>
            </a:r>
          </a:p>
          <a:p>
            <a:r>
              <a:rPr lang="zh-CN" dirty="0"/>
              <a:t>接下来是边界。用纯文档解析可以检查名称、类型、依赖和闭包是否完整，这类检查是必要的，但它只能说明材料能被解析。</a:t>
            </a:r>
          </a:p>
          <a:p>
            <a:r>
              <a:rPr lang="zh-CN" dirty="0"/>
              <a:t>它不能说明模型已经遵守了 SOP。系统配置、绑定、封存和实际运行仍然要在浏览器里完成。这个区别听起来是措辞问题，实际上决定了别人能不能信任你交出去的东西。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交付记录应当写明四件事，每一件都对应接手时的一个疑问。</a:t>
            </a:r>
          </a:p>
          <a:p>
            <a:r>
              <a:rPr lang="zh-CN" dirty="0"/>
              <a:t>第一，采用哪份完整文本。要说清这一组用的是哪一份，而不是笼统地说「用了同一个 Skill」。第二，哪段差异。要指出唯一替换段的位置和内容，让读者能自己找到那几行。</a:t>
            </a:r>
          </a:p>
          <a:p>
            <a:r>
              <a:rPr lang="zh-CN" dirty="0"/>
              <a:t>第三，引用哪些公共能力。记忆检索、记忆写入、world-act 这些依赖要列出来，因为依赖变化同样会改变结果。第四，还有哪些未验证行为。这一条最容易被省略，但它决定了别人能不能放心引用你的结论。</a:t>
            </a:r>
          </a:p>
          <a:p>
            <a:r>
              <a:rPr lang="zh-CN" dirty="0"/>
              <a:t>最后说清当前状态：本节只给出可审阅的文字材料，没有四份已经保存的资源，没有正式实验包，也没有模型的执行结果。把没做的部分明写出来，比含糊过去更有用。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交付记录里可以放一类容易做的检查：用纯文档解析去看材料的名称、类型、依赖关系和资源闭包是否完整。</a:t>
            </a:r>
          </a:p>
          <a:p>
            <a:r>
              <a:rPr lang="zh-CN" dirty="0"/>
              <a:t>这类检查能省掉很多低级错误。比如名字写错、类型选错、依赖漏了、闭包混进了不该有的东西，解析就能发现。所以它是必要的一步。</a:t>
            </a:r>
          </a:p>
          <a:p>
            <a:r>
              <a:rPr lang="zh-CN" dirty="0"/>
              <a:t>但它只能说明材料能被解析，不能说明模型已经遵守了 SOP。一份格式完全正确的 Skill，运行时仍然可能做出别的判断，因为行为的验证要靠真实输入和真实调用。</a:t>
            </a:r>
          </a:p>
          <a:p>
            <a:r>
              <a:rPr lang="zh-CN" dirty="0"/>
              <a:t>系统配置、绑定、封存和实际运行仍然需要在浏览器里完成，第三章讲过这条验证边界。所以记录里要把「已经检查过什么」和「还没检查什么」分开写，不能合成一句「材料已通过」。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最后留两道练习，检验的是别人能不能读懂这组材料。</a:t>
            </a:r>
          </a:p>
          <a:p>
            <a:r>
              <a:rPr lang="zh-CN" dirty="0"/>
              <a:t>第一道：请另一位读者只看两份咨询台全文和共同条件表，指出唯一的干预是什么。如果他能准确说出「决策段被替换了」，说明材料的差异写得足够清楚；如果他需要翻很多上下文，说明记录还不够直接。</a:t>
            </a:r>
          </a:p>
          <a:p>
            <a:r>
              <a:rPr lang="zh-CN" dirty="0"/>
              <a:t>第二道更关键：再请他指出，哪些作者材料如果泄漏给咨询台，会让这项比较失去意义。比如评分表、四人真实目的的清单、或者答案提示。这些问题一旦进入咨询台的可见范围，它就不再是在信息不足的情况下做判断了。</a:t>
            </a:r>
          </a:p>
          <a:p>
            <a:r>
              <a:rPr lang="zh-CN" dirty="0"/>
              <a:t>两道练习做完，我们对这份交付物的信心才是有依据的。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这一节要带走的是三句话。</a:t>
            </a:r>
          </a:p>
          <a:p>
            <a:r>
              <a:rPr lang="zh-CN" dirty="0"/>
              <a:t>第一句，只改一段。两组全文只有决策段不同，其余字节保持一致。只要还有第二处差别，后面的比较就无法归因，写得再漂亮也没有用。</a:t>
            </a:r>
          </a:p>
          <a:p>
            <a:r>
              <a:rPr lang="zh-CN" dirty="0"/>
              <a:t>第二句，全文可审阅。保存两份完整文本、精确差异和内容摘要，让接手者能指出哪一段被替换、其余条件在哪里核对。哈希不同只说明文件不同，不说明只差澄清策略。</a:t>
            </a:r>
          </a:p>
          <a:p>
            <a:r>
              <a:rPr lang="zh-CN" dirty="0"/>
              <a:t>第三句，解析不等于遵守。纯文档检查能查出名称、类型、依赖和闭包的问题，但材料能被解析，不等于模型会照着做。系统配置、绑定、封存和实际运行仍然要在浏览器里完成，记录里要把已检查与未验证分开写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说这一节要解决的问题。委托人想知道，先问清楚是不是比直接指路更好。要回答它，光交出两句结论是不够的，必须把两种咨询方法都写成完整、可以被别人逐字检查的行为材料。&#10;&#10;完整意味着身份、能读什么、什么时候做判断、怎么回复、什么时候停，全部写明。只保存一句「先问清楚再推荐」是不行的：接手者既不知道要问什么，也不知道答复之间怎样关联，更不知道谁有权知道完整任务。&#10;&#10;所以这里交付的不是一个结论，而是一份咨询台全文和它唯一的那段差异。其余三份材料也要按同样标准写完整，最后留下能被别人复核的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4　精确 Skill 与行为审阅&lt;/Text&gt;&#10;            &lt;Text style={{ fontSize: 34, fontWeight: 'bold', color: '#20344B' }}&gt;交付全文，不只交付一句差异&lt;/Text&gt;&#10;        &lt;/Box&gt;&#10;    &lt;/Box&gt;&#10;&#10;    &lt;Box style={{ height: 540, flexDirection: 'row', alignItems: 'center', gap: 32 }}&gt;&#10;&#10;        &lt;Box style={{ width: 520, flexDirection: 'column', gap: 14 }}&gt;&#10;            &lt;Text style={{ fontSize: 52, fontWeight: 'bold', color: '#20344B', lineHeight: 1.2 }}&gt;让方法成为{'\n'}可检查的交付物&lt;/Text&gt;&#10;            &lt;Box style={{ width: 72, height: 4, background: '#276FBF' }} /&gt;&#10;            &lt;Text style={{ fontSize: 17, color: '#546779', lineHeight: 1.7, width: 520 }}&gt;委托人要的不是一段演示，而是一份别人能逐字核对的行为材料。两组全文只允许中间一段不同。&lt;/Text&gt;&#10;            &lt;Box style={{ flexDirection: 'row', gap: 12, marginTop: 4 }}&gt;&#10;                &lt;Box style={{ width: 160, height: 42, background: '#EDF4FC', borderRadius: 8, justifyContent: 'center', alignItems: 'center' }}&gt;&#10;                    &lt;Text style={{ fontSize: 15, color: '#276FBF' }}&gt;一句结论&lt;/Text&gt;&#10;                &lt;/Box&gt;&#10;                &lt;Box style={{ width: 160, height: 42, background: '#EDF4FC', borderRadius: 8, justifyContent: 'center', alignItems: 'center' }}&gt;&#10;                    &lt;Text style={{ fontSize: 15, color: '#276FBF' }}&gt;完整全文&lt;/Text&gt;&#10;                &lt;/Box&gt;&#10;                &lt;Box style={{ width: 160, height: 42, background: '#FFF4E6', borderRadius: 8, justifyContent: 'center', alignItems: 'center' }}&gt;&#10;                    &lt;Text style={{ fontSize: 15, color: '#CB6B28' }}&gt;唯一替换段&lt;/Text&gt;&#10;                &lt;/Box&gt;&#10;            &lt;/Box&gt;&#10;        &lt;/Box&gt;&#10;&#10;        &lt;Box style={{ width: 600, flexDirection: 'column', justifyContent: 'center' }}&gt;&#10;            &lt;Box style={{ width: 600, height: 88, background: '#F4F7FA', borderRadius: 10, padding: '0 22px', flexDirection: 'column', gap: 4, justifyContent: 'center' }}&gt;&#10;                &lt;Text style={{ fontSize: 14, color: '#546779' }}&gt;委托人提出的问题&lt;/Text&gt;&#10;                &lt;Text style={{ fontSize: 18, fontWeight: 'bold', color: '#20344B' }}&gt;先问清楚是不是比直接指路更好&lt;/Text&gt;&#10;            &lt;/Box&gt;&#10;            &lt;Box style={{ width: 600, height: 40, justifyContent: 'center', alignItems: 'center' }}&gt;&#10;                &lt;Text style={{ fontSize: 22, color: '#276FBF' }}&gt;↓&lt;/Text&gt;&#10;            &lt;/Box&gt;&#10;            &lt;Box style={{ width: 600, height: 80, background: '#EDF4FC', borderRadius: 10, padding: '0 22px', flexDirection: 'column', gap: 4, justifyContent: 'center' }}&gt;&#10;                &lt;Text style={{ fontSize: 18, fontWeight: 'bold', color: '#276FBF' }}&gt;要交付的材料&lt;/Text&gt;&#10;                &lt;Text style={{ fontSize: 15, color: '#546779' }}&gt;咨询台 Skill 的完整全文与唯一替换段&lt;/Text&gt;&#10;            &lt;/Box&gt;&#10;            &lt;Box style={{ width: 600, height: 40, justifyContent: 'center', alignItems: 'center' }}&gt;&#10;                &lt;Text style={{ fontSize: 22, color: '#26816B' }}&gt;↓&lt;/Text&gt;&#10;            &lt;/Box&gt;&#10;            &lt;Box style={{ width: 600, flexDirection: 'row', gap: 20 }}&gt;&#10;                &lt;Box style={{ width: 290, height: 124, background: '#FFF4E6', borderRadius: 10, padding: '16px 20px', flexDirection: 'column', gap: 6, justifyContent: 'center' }}&gt;&#10;                    &lt;Text style={{ fontSize: 20, fontWeight: 'bold', color: '#CB6B28' }}&gt;基线：直接建议&lt;/Text&gt;&#10;                    &lt;Text style={{ fontSize: 15, color: '#546779', lineHeight: 1.5 }}&gt;信息不足仍作推测建议，{'\n'}并说明不确定&lt;/Text&gt;&#10;                &lt;/Box&gt;&#10;                &lt;Box style={{ width: 290, height: 124, background: '#ECF7F2', borderRadius: 10, padding: '16px 20px', flexDirection: 'column', gap: 6, justifyContent: 'center' }}&gt;&#10;                    &lt;Text style={{ fontSize: 20, fontWeight: 'bold', color: '#26816B' }}&gt;对照：先澄清&lt;/Text&gt;&#10;                    &lt;Text style={{ fontSize: 15, color: '#546779', lineHeight: 1.5 }}&gt;缺关键目的先问，{'\n'}收到真实补充后再建议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交付全文，不只交付一句差异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让方法成为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可检查的交付物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委托人要的不是一段演示，而是一份别人能逐字核对的行为材料。两组全文只允许中间一段不同。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858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一句结论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479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7241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完整全文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862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957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唯一替换段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1943100"/>
            <a:ext cx="57150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76950" y="216217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委托人提出的问题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76950" y="236220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先问清楚是不是比直接指路更好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677275" y="28479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867400" y="3162300"/>
            <a:ext cx="5715000" cy="7620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76950" y="333375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要交付的材料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76950" y="3581400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咨询台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的完整全文与唯一替换段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677275" y="39909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867400" y="4305300"/>
            <a:ext cx="276225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57900" y="44958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基线：直接建议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57900" y="47815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信息不足仍作推测建议，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并说明不确定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820150" y="4305300"/>
            <a:ext cx="2762250" cy="1181100"/>
          </a:xfrm>
          <a:prstGeom prst="roundRect">
            <a:avLst>
              <a:gd name="adj" fmla="val 80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010650" y="44958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对照：先澄清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010650" y="47815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缺关键目的先问，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收到真实补充后再建议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71" name="" descr="&lt;Slide notes={`这一节要看清六件事，它们是一条链，不是六份清单。&#10;&#10;第一件，交付全文。两组文本只在中间的咨询决策段不同，身份、服务范围、回复和停止条件必须逐字相同。第二件，把这份全文写成可以直接审阅的样子，并且跟踪一个真实请求 ID 怎样走到下一轮。&#10;&#10;第三件，对照只替换一个段落，其余字节内容全部保留。第四件，其余三份材料也要写完整：共同 Brain、余真的分支、两个窗口的根 Skill。&#10;&#10;第五件，用四类反例分别检查决策时机、完成证据、对照条件和停止条件。第六件，交付记录要写清采用了哪份文本、哪段差异、引用了哪些公共能力，以及还有哪些行为没有验证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　本节地图&lt;/Text&gt;&#10;            &lt;Text style={{ fontSize: 34, fontWeight: 'bold', color: '#20344B' }}&gt;本节要看清的六件事&lt;/Text&gt;&#10;        &lt;/Box&gt;&#10;    &lt;/Box&gt;&#10;&#10;    &lt;Box style={{ height: 540, flexDirection: 'row', alignItems: 'center', gap: 32 }}&gt;&#10;&#10;        &lt;Box style={{ width: 360, flexDirection: 'column', justifyContent: 'center', gap: 16 }}&gt;&#10;            &lt;Text style={{ fontSize: 16, color: '#546779', lineHeight: 1.75 }}&gt;把方法整理成可审阅的行为材料，让接手者能回答：运行时究竟读到了什么，两组到底差在哪里。&lt;/Text&gt;&#10;            &lt;Box style={{ width: 360, height: 52, background: '#F4F7FA', borderRadius: 8, justifyContent: 'center', alignItems: 'center' }}&gt;&#10;                &lt;Text style={{ fontSize: 17, color: '#20344B' }}&gt;一句差异&lt;/Text&gt;&#10;            &lt;/Box&gt;&#10;            &lt;Box style={{ width: 360, height: 32, justifyContent: 'center', alignItems: 'center' }}&gt;&#10;                &lt;Text style={{ fontSize: 20, color: '#276FBF' }}&gt;↓&lt;/Text&gt;&#10;            &lt;/Box&gt;&#10;            &lt;Box style={{ width: 360, height: 52, background: '#EDF4FC', borderRadius: 8, justifyContent: 'center', alignItems: 'center' }}&gt;&#10;                &lt;Text style={{ fontSize: 17, color: '#276FBF' }}&gt;一份完整全文&lt;/Text&gt;&#10;            &lt;/Box&gt;&#10;            &lt;Box style={{ width: 360, height: 32, justifyContent: 'center', alignItems: 'center' }}&gt;&#10;                &lt;Text style={{ fontSize: 20, color: '#26816B' }}&gt;↓&lt;/Text&gt;&#10;            &lt;/Box&gt;&#10;            &lt;Box style={{ width: 360, height: 52, background: '#ECF7F2', borderRadius: 8, justifyContent: 'center', alignItems: 'center' }}&gt;&#10;                &lt;Text style={{ fontSize: 17, color: '#26816B' }}&gt;一份可复核对照&lt;/Text&gt;&#10;            &lt;/Box&gt;&#10;        &lt;/Box&gt;&#10;&#10;        &lt;Box style={{ width: 760, flexDirection: 'column', justifyContent: 'center', gap: 8 }}&gt;&#10;&#10;            &lt;Box style={{ width: 760, height: 76, background: '#F4F7FA', borderRadius: 10, padding: '0 18px', flexDirection: 'row', alignItems: 'center', gap: 14 }}&gt;&#10;                &lt;Box style={{ width: 40, height: 40, borderRadius: 8, background: '#276FBF', justifyContent: 'center', alignItems: 'center' }}&gt;&#10;                    &lt;Text style={{ fontSize: 20, fontWeight: 'bold', color: '#FFFFFF' }}&gt;①&lt;/Text&gt;&#10;                &lt;/Box&gt;&#10;                &lt;Box style={{ flexDirection: 'column', gap: 2, width: 670 }}&gt;&#10;                    &lt;Text style={{ fontSize: 18, fontWeight: 'bold', color: '#20344B' }}&gt;交付全文，不只交付一句差异&lt;/Text&gt;&#10;                    &lt;Text style={{ fontSize: 14, color: '#546779', lineHeight: 1.4 }}&gt;两组全文只有决策段不同，其余逐字保持一致&lt;/Text&gt;&#10;                &lt;/Box&gt;&#10;            &lt;/Box&gt;&#10;&#10;            &lt;Box style={{ width: 760, height: 76, background: '#F4F7FA', borderRadius: 10, padding: '0 18px', flexDirection: 'row', alignItems: 'center', gap: 14 }}&gt;&#10;                &lt;Box style={{ width: 40, height: 40, borderRadius: 8, background: '#26816B', justifyContent: 'center', alignItems: 'center' }}&gt;&#10;                    &lt;Text style={{ fontSize: 20, fontWeight: 'bold', color: '#FFFFFF' }}&gt;②&lt;/Text&gt;&#10;                &lt;/Box&gt;&#10;                &lt;Box style={{ flexDirection: 'column', gap: 2, width: 670 }}&gt;&#10;                    &lt;Text style={{ fontSize: 18, fontWeight: 'bold', color: '#20344B' }}&gt;一份可直接审阅的咨询台全文&lt;/Text&gt;&#10;                    &lt;Text style={{ fontSize: 14, color: '#546779', lineHeight: 1.4 }}&gt;五段正文与一个真实请求 ID 的两步提交链路&lt;/Text&gt;&#10;                &lt;/Box&gt;&#10;            &lt;/Box&gt;&#10;&#10;            &lt;Box style={{ width: 760, height: 76, background: '#F4F7FA', borderRadius: 10, padding: '0 18px', flexDirection: 'row', alignItems: 'center', gap: 14 }}&gt;&#10;                &lt;Box style={{ width: 40, height: 40, borderRadius: 8, background: '#276FBF', justifyContent: 'center', alignItems: 'center' }}&gt;&#10;                    &lt;Text style={{ fontSize: 20, fontWeight: 'bold', color: '#FFFFFF' }}&gt;③&lt;/Text&gt;&#10;                &lt;/Box&gt;&#10;                &lt;Box style={{ flexDirection: 'column', gap: 2, width: 670 }}&gt;&#10;                    &lt;Text style={{ fontSize: 18, fontWeight: 'bold', color: '#20344B' }}&gt;对照只替换这一个段落&lt;/Text&gt;&#10;                    &lt;Text style={{ fontSize: 14, color: '#546779', lineHeight: 1.4 }}&gt;保留其他字节内容，两份材料分别存在独立实验副本里&lt;/Text&gt;&#10;                &lt;/Box&gt;&#10;            &lt;/Box&gt;&#10;&#10;            &lt;Box style={{ width: 760, height: 76, background: '#F4F7FA', borderRadius: 10, padding: '0 18px', flexDirection: 'row', alignItems: 'center', gap: 14 }}&gt;&#10;                &lt;Box style={{ width: 40, height: 40, borderRadius: 8, background: '#26816B', justifyContent: 'center', alignItems: 'center' }}&gt;&#10;                    &lt;Text style={{ fontSize: 20, fontWeight: 'bold', color: '#FFFFFF' }}&gt;④&lt;/Text&gt;&#10;                &lt;/Box&gt;&#10;                &lt;Box style={{ flexDirection: 'column', gap: 2, width: 670 }}&gt;&#10;                    &lt;Text style={{ fontSize: 18, fontWeight: 'bold', color: '#20344B' }}&gt;其余三份材料怎样写完整&lt;/Text&gt;&#10;                    &lt;Text style={{ fontSize: 14, color: '#546779', lineHeight: 1.4 }}&gt;共同 Brain 的来访者部分、余真的分支、两个窗口的根 Skill&lt;/Text&gt;&#10;                &lt;/Box&gt;&#10;            &lt;/Box&gt;&#10;&#10;            &lt;Box style={{ width: 760, height: 76, background: '#F4F7FA', borderRadius: 10, padding: '0 18px', flexDirection: 'row', alignItems: 'center', gap: 14 }}&gt;&#10;                &lt;Box style={{ width: 40, height: 40, borderRadius: 8, background: '#276FBF', justifyContent: 'center', alignItems: 'center' }}&gt;&#10;                    &lt;Text style={{ fontSize: 20, fontWeight: 'bold', color: '#FFFFFF' }}&gt;⑤&lt;/Text&gt;&#10;                &lt;/Box&gt;&#10;                &lt;Box style={{ flexDirection: 'column', gap: 2, width: 670 }}&gt;&#10;                    &lt;Text style={{ fontSize: 18, fontWeight: 'bold', color: '#20344B' }}&gt;作者与观察者分别审什么&lt;/Text&gt;&#10;                    &lt;Text style={{ fontSize: 14, color: '#546779', lineHeight: 1.4 }}&gt;四类反例：决策时机、完成证据、对照条件与停止条件&lt;/Text&gt;&#10;                &lt;/Box&gt;&#10;            &lt;/Box&gt;&#10;&#10;            &lt;Box style={{ width: 760, height: 76, background: '#FFF4E6', borderRadius: 10, padding: '0 18px', flexDirection: 'row', alignItems: 'center', gap: 14 }}&gt;&#10;                &lt;Box style={{ width: 40, height: 40, borderRadius: 8, background: '#CB6B28', justifyContent: 'center', alignItems: 'center' }}&gt;&#10;                    &lt;Text style={{ fontSize: 20, fontWeight: 'bold', color: '#FFFFFF' }}&gt;⑥&lt;/Text&gt;&#10;                &lt;/Box&gt;&#10;                &lt;Box style={{ flexDirection: 'column', gap: 2, width: 670 }}&gt;&#10;                    &lt;Text style={{ fontSize: 18, fontWeight: 'bold', color: '#CB6B28' }}&gt;一次内容审阅怎样交付&lt;/Text&gt;&#10;                    &lt;Text style={{ fontSize: 14, color: '#546779', lineHeight: 1.4 }}&gt;写清采用哪份文本、哪段差异、哪些能力与哪些未验证行为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3429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把方法整理成可审阅的行为材料，让接手者能回答：运行时究竟读到了什么，两组到底差在哪里。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27622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2000250" y="29146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一句差异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2276475" y="34480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38671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838325" y="40195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一份完整全文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2276475" y="45529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49720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762125" y="51244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一份可复核对照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4343400" y="1352550"/>
            <a:ext cx="72390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4514850" y="15240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610100" y="16002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029200" y="1485900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交付全文，不只交付一句差异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029200" y="1714500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两组全文只有决策段不同，其余逐字保持一致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4343400" y="2152650"/>
            <a:ext cx="72390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4514850" y="23241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610100" y="24003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029200" y="2286000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一份可直接审阅的咨询台全文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029200" y="2514600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五段正文与一个真实请求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的两步提交链路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343400" y="2952750"/>
            <a:ext cx="72390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4514850" y="31242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610100" y="32004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029200" y="3086100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对照只替换这一个段落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029200" y="3314700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保留其他字节内容，两份材料分别存在独立实验副本里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4343400" y="3752850"/>
            <a:ext cx="72390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4514850" y="39243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610100" y="40005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029200" y="3886200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其余三份材料怎样写完整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5029200" y="4114800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共同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的来访者部分、余真的分支、两个窗口的根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4343400" y="4552950"/>
            <a:ext cx="72390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4514850" y="4724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610100" y="48006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029200" y="4686300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作者与观察者分别审什么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029200" y="4914900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四类反例：决策时机、完成证据、对照条件与停止条件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4343400" y="5353050"/>
            <a:ext cx="72390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4514850" y="5524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610100" y="56007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029200" y="5486400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一次内容审阅怎样交付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029200" y="5715000"/>
            <a:ext cx="63817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写清采用哪份文本、哪段差异、哪些能力与哪些未验证行为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18" name="" descr="&lt;Slide notes={`先把这一段的边界划清楚。两组咨询台材料里，唯一允许变化的位置是中间的咨询决策段，也就是用两个标记框住的那几行。身份、服务范围、回复方式和停止条件，两边必须逐字保持一致。&#10;&#10;要做到这一点有个前提：先得有一份完整全文。完整至少包括身份、可读信息、适用条件、处理步骤、工具边界、停止条件和异常处理。缺了其中任何一项，接手者就无法判断两组到底差在哪里。&#10;&#10;这也是我不建议只保存一句「先问清楚再推荐」的原因。一句话看不出问什么、答复之间怎样关联、什么时候停止询问，也看不出谁知道完整任务。对照的价值来自「只有一段不同」，而不是来自结论听起来更合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4　精确 Skill 与行为审阅&lt;/Text&gt;&#10;            &lt;Text style={{ fontSize: 34, fontWeight: 'bold', color: '#20344B' }}&gt;知识块 ①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①&lt;/Text&gt;&#10;&#10;        &lt;Text style={{ fontSize: 56, fontWeight: 'bold', color: '#20344B', lineHeight: 1.15 }}&gt;交付全文，不只交付一句差异&lt;/Text&gt;&#10;&#10;        &lt;Box style={{ width: 72, height: 4, background: '#276FBF' }} /&gt;&#10;&#10;        &lt;Text style={{ fontSize: 18, color: '#546779', lineHeight: 1.7, width: 900 }}&gt;先看两组全文中唯一允许变化的位置：中间的咨询决策段。身份、服务范围、回复和停止条件保持相同。&lt;/Text&gt;&#10;&#10;        &lt;Box style={{ flexDirection: 'row', alignItems: 'center', marginTop: 6 }}&gt;&#10;            &lt;Box style={{ width: 300, height: 64, background: '#F4F7FA', borderRadius: 8, justifyContent: 'center', alignItems: 'center' }}&gt;&#10;                &lt;Text style={{ fontSize: 18, color: '#20344B' }}&gt;一句差异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唯一变化段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其余全文一致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交付全文，不只交付一句差异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09600" y="4114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先看两组全文中唯一允许变化的位置：中间的咨询决策段。身份、服务范围、回复和停止条件保持相同。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695450" y="5067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一句差异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36385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38862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886325" y="50673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唯一变化段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9151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1628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077200" y="50673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其余全文一致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37" name="" descr="&lt;Slide notes={`现在把分叉画清楚。两组材料的上游完全一样：身份与服务范围是共同的，两边都不知道来访者没说出口的私人任务，也不能按姓名猜用途。&#10;&#10;分叉只发生在中间。基线这一支在信息不足时仍然给出推测建议，并明确说明这是推测；对照这一支缺少关键目的时先问，等收到真实补充之后再给建议。区别就这两三行。&#10;&#10;分叉之后两边再次合流：回复、提交和停止的写法完全相同。一次 world-act 成功后结束，答复经提交由目标人物下一轮接收，不提前宣布对方理解。&#10;&#10;所以核对时只要盯住中间那一段。如果两边在温度、模型、窗口规则上也有差别，那就不是唯一变量了，结论也就无法归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1　交付全文，不只交付一句差异&lt;/Text&gt;&#10;            &lt;Text style={{ fontSize: 34, fontWeight: 'bold', color: '#20344B' }}&gt;两组全文只允许一处变化&lt;/Text&gt;&#10;        &lt;/Box&gt;&#10;    &lt;/Box&gt;&#10;&#10;    &lt;Box style={{ height: 540, flexDirection: 'column', justifyContent: 'center', gap: 8 }}&gt;&#10;&#10;        &lt;Text style={{ fontSize: 16, color: '#546779', width: 1152 }}&gt;两组全文中唯一允许变化的位置是中间的咨询决策段；上游与下游必须逐字相同。&lt;/Text&gt;&#10;&#10;        &lt;Box style={{ width: 1152, height: 64, background: '#F4F7FA', borderRadius: 10, justifyContent: 'center', alignItems: 'center' }}&gt;&#10;            &lt;Text style={{ fontSize: 20, fontWeight: 'bold', color: '#20344B' }}&gt;共同：身份与服务范围&lt;/Text&gt;&#10;        &lt;/Box&gt;&#10;&#10;        &lt;Box style={{ flexDirection: 'row', gap: 32 }}&gt;&#10;            &lt;Box style={{ width: 560, height: 36, justifyContent: 'center', alignItems: 'center' }}&gt;&#10;                &lt;Text style={{ fontSize: 22, color: '#CB6B28' }}&gt;↓&lt;/Text&gt;&#10;            &lt;/Box&gt;&#10;            &lt;Box style={{ width: 560, height: 36, justifyContent: 'center', alignItems: 'center' }}&gt;&#10;                &lt;Text style={{ fontSize: 22, color: '#26816B' }}&gt;↓&lt;/Text&gt;&#10;            &lt;/Box&gt;&#10;        &lt;/Box&gt;&#10;&#10;        &lt;Box style={{ flexDirection: 'row', gap: 32 }}&gt;&#10;            &lt;Box style={{ width: 560, height: 168, background: '#FFF4E6', borderRadius: 10, padding: '18px 22px', flexDirection: 'column', gap: 8, justifyContent: 'center' }}&gt;&#10;                &lt;Text style={{ fontSize: 22, fontWeight: 'bold', color: '#CB6B28' }}&gt;直接建议组&lt;/Text&gt;&#10;                &lt;Box style={{ width: 40, height: 3, background: '#CB6B28' }} /&gt;&#10;                &lt;Text style={{ fontSize: 16, color: '#20344B', lineHeight: 1.6 }}&gt;信息不足仍作推测建议{'\n'}明确说明不确定&lt;/Text&gt;&#10;            &lt;/Box&gt;&#10;            &lt;Box style={{ width: 560, height: 168, background: '#ECF7F2', borderRadius: 10, padding: '18px 22px', flexDirection: 'column', gap: 8, justifyContent: 'center' }}&gt;&#10;                &lt;Text style={{ fontSize: 22, fontWeight: 'bold', color: '#26816B' }}&gt;先澄清组&lt;/Text&gt;&#10;                &lt;Box style={{ width: 40, height: 3, background: '#26816B' }} /&gt;&#10;                &lt;Text style={{ fontSize: 16, color: '#20344B', lineHeight: 1.6 }}&gt;缺关键目的先问{'\n'}收到真实补充后再建议&lt;/Text&gt;&#10;            &lt;/Box&gt;&#10;        &lt;/Box&gt;&#10;&#10;        &lt;Box style={{ flexDirection: 'row', gap: 32 }}&gt;&#10;            &lt;Box style={{ width: 560, height: 36, justifyContent: 'center', alignItems: 'center' }}&gt;&#10;                &lt;Text style={{ fontSize: 22, color: '#CB6B28' }}&gt;↓&lt;/Text&gt;&#10;            &lt;/Box&gt;&#10;            &lt;Box style={{ width: 560, height: 36, justifyContent: 'center', alignItems: 'center' }}&gt;&#10;                &lt;Text style={{ fontSize: 22, color: '#26816B' }}&gt;↓&lt;/Text&gt;&#10;            &lt;/Box&gt;&#10;        &lt;/Box&gt;&#10;&#10;        &lt;Box style={{ width: 1152, height: 64, background: '#F4F7FA', borderRadius: 10, justifyContent: 'center', alignItems: 'center' }}&gt;&#10;            &lt;Text style={{ fontSize: 20, fontWeight: 'bold', color: '#20344B' }}&gt;共同：回复、提交、停止&lt;/Text&gt;&#10;        &lt;/Box&gt;&#10;&#10;        &lt;Text style={{ fontSize: 14, color: '#546779', width: 1152, marginTop: 4 }}&gt;只替换决策段，其余全文一致。同 skill_key 分处独立实验；同一闭包内出现同 key 异内容时应被阻断。&lt;/Text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交付全文，不只交付一句差异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两组全文只允许一处变化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09600" y="15430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两组全文中唯一允许变化的位置是中间的咨询决策段；上游与下游必须逐字相同。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18097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5143500" y="2000250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共同：身份与服务范围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3228975" y="25431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867775" y="25431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09600" y="2914650"/>
            <a:ext cx="5334000" cy="1600200"/>
          </a:xfrm>
          <a:prstGeom prst="roundRect">
            <a:avLst>
              <a:gd name="adj" fmla="val 59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19150" y="32004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直接建议组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819150" y="3533775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19150" y="3638550"/>
            <a:ext cx="49149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信息不足仍作推测建议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明确说明不确定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248400" y="2914650"/>
            <a:ext cx="5334000" cy="1600200"/>
          </a:xfrm>
          <a:prstGeom prst="roundRect">
            <a:avLst>
              <a:gd name="adj" fmla="val 595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457950" y="32004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先澄清组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457950" y="3533775"/>
            <a:ext cx="3810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457950" y="3638550"/>
            <a:ext cx="491490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缺关键目的先问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收到真实补充后再建议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228975" y="46386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867775" y="46386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50101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048250" y="5200650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共同：回复、提交、停止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09600" y="57340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只替换决策段，其余全文一致。同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skill_key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分处独立实验；同一闭包内出现同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异内容时应被阻断。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62" name="" descr="&lt;Slide notes={`完整 Skill 至少要有七项。身份从 IterationContext.game_object 取当前对象；可读信息列出 now、interaction_requests 和自己的 object_state；适用条件写清两个窗口各自固定的服务范围。&#10;&#10;往下是处理步骤、工具边界、停止条件和异常处理：按真实请求者身份整理本轮请求；明确记忆检索、记忆写入与 world-act 的调用范围；一次 world-act 成功后立即结束；工具拒绝时按原因修正，不伪造请求 ID。&#10;&#10;要提醒一句：正文可编辑，不等于行为已经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1　交付全文，不只交付一句差异&lt;/Text&gt;&#10;            &lt;Text style={{ fontSize: 34, fontWeight: 'bold', color: '#20344B' }}&gt;完整 Skill 至少写全七项&lt;/Text&gt;&#10;        &lt;/Box&gt;&#10;    &lt;/Box&gt;&#10;&#10;    &lt;Box style={{ height: 540, flexDirection: 'row', alignItems: 'center', gap: 32 }}&gt;&#10;&#10;        &lt;Box style={{ width: 700, flexDirection: 'column', justifyContent: 'center', gap: 6 }}&gt;&#10;&#10;            &lt;Box style={{ width: 700, height: 56, background: '#F4F7FA', borderRadius: 8, padding: '0 16px', flexDirection: 'row', alignItems: 'center', gap: 12 }}&gt;&#10;                &lt;Box style={{ width: 4, height: 32, background: '#276FBF' }} /&gt;&#10;                &lt;Text style={{ fontSize: 16, fontWeight: 'bold', color: '#20344B', width: 130 }}&gt;身份&lt;/Text&gt;&#10;                &lt;Text style={{ fontSize: 15, color: '#546779', width: 510 }}&gt;取自 IterationContext.game_object 的当前对象&lt;/Text&gt;&#10;            &lt;/Box&gt;&#10;&#10;            &lt;Box style={{ width: 700, height: 56, background: '#F4F7FA', borderRadius: 8, padding: '0 16px', flexDirection: 'row', alignItems: 'center', gap: 12 }}&gt;&#10;                &lt;Box style={{ width: 4, height: 32, background: '#276FBF' }} /&gt;&#10;                &lt;Text style={{ fontSize: 16, fontWeight: 'bold', color: '#20344B', width: 130 }}&gt;可读信息&lt;/Text&gt;&#10;                &lt;Text style={{ fontSize: 15, color: '#546779', width: 510 }}&gt;now、interaction_requests 与自己的 object_state&lt;/Text&gt;&#10;            &lt;/Box&gt;&#10;&#10;            &lt;Box style={{ width: 700, height: 56, background: '#F4F7FA', borderRadius: 8, padding: '0 16px', flexDirection: 'row', alignItems: 'center', gap: 12 }}&gt;&#10;                &lt;Box style={{ width: 4, height: 32, background: '#276FBF' }} /&gt;&#10;                &lt;Text style={{ fontSize: 16, fontWeight: 'bold', color: '#20344B', width: 130 }}&gt;适用条件&lt;/Text&gt;&#10;                &lt;Text style={{ fontSize: 15, color: '#546779', width: 510 }}&gt;两个窗口各自已固定的服务范围&lt;/Text&gt;&#10;            &lt;/Box&gt;&#10;&#10;            &lt;Box style={{ width: 700, height: 56, background: '#F4F7FA', borderRadius: 8, padding: '0 16px', flexDirection: 'row', alignItems: 'center', gap: 12 }}&gt;&#10;                &lt;Box style={{ width: 4, height: 32, background: '#276FBF' }} /&gt;&#10;                &lt;Text style={{ fontSize: 16, fontWeight: 'bold', color: '#20344B', width: 130 }}&gt;处理步骤&lt;/Text&gt;&#10;                &lt;Text style={{ fontSize: 15, color: '#546779', width: 510 }}&gt;按真实请求者身份整理本轮待处理的请求&lt;/Text&gt;&#10;            &lt;/Box&gt;&#10;&#10;            &lt;Box style={{ width: 700, height: 56, background: '#F4F7FA', borderRadius: 8, padding: '0 16px', flexDirection: 'row', alignItems: 'center', gap: 12 }}&gt;&#10;                &lt;Box style={{ width: 4, height: 32, background: '#276FBF' }} /&gt;&#10;                &lt;Text style={{ fontSize: 16, fontWeight: 'bold', color: '#20344B', width: 130 }}&gt;工具边界&lt;/Text&gt;&#10;                &lt;Text style={{ fontSize: 15, color: '#546779', width: 510 }}&gt;记忆检索、记忆写入与 world-act 的调用范围&lt;/Text&gt;&#10;            &lt;/Box&gt;&#10;&#10;            &lt;Box style={{ width: 700, height: 56, background: '#F4F7FA', borderRadius: 8, padding: '0 16px', flexDirection: 'row', alignItems: 'center', gap: 12 }}&gt;&#10;                &lt;Box style={{ width: 4, height: 32, background: '#276FBF' }} /&gt;&#10;                &lt;Text style={{ fontSize: 16, fontWeight: 'bold', color: '#20344B', width: 130 }}&gt;停止条件&lt;/Text&gt;&#10;                &lt;Text style={{ fontSize: 15, color: '#546779', width: 510 }}&gt;一次 world-act 成功后立即结束本轮&lt;/Text&gt;&#10;            &lt;/Box&gt;&#10;&#10;            &lt;Box style={{ width: 700, height: 56, background: '#FFF4E6', borderRadius: 8, padding: '0 16px', flexDirection: 'row', alignItems: 'center', gap: 12 }}&gt;&#10;                &lt;Box style={{ width: 4, height: 32, background: '#CB6B28' }} /&gt;&#10;                &lt;Text style={{ fontSize: 16, fontWeight: 'bold', color: '#CB6B28', width: 130 }}&gt;异常处理&lt;/Text&gt;&#10;                &lt;Text style={{ fontSize: 15, color: '#546779', width: 510 }}&gt;工具拒绝时按具体原因修正，不伪造请求 ID&lt;/Text&gt;&#10;            &lt;/Box&gt;&#10;&#10;        &lt;/Box&gt;&#10;&#10;        &lt;Box style={{ width: 420, flexDirection: 'column', justifyContent: 'center', gap: 16 }}&gt;&#10;&#10;            &lt;Box style={{ width: 420, height: 256, background: '#FFF4E6', borderRadius: 10, padding: '18px 20px', flexDirection: 'column', gap: 10, justifyContent: 'center' }}&gt;&#10;                &lt;Text style={{ fontSize: 22, fontWeight: 'bold', color: '#CB6B28' }}&gt;只保存一句话不够&lt;/Text&gt;&#10;                &lt;Box style={{ width: 40, height: 3, background: '#CB6B28' }} /&gt;&#10;                &lt;Text style={{ fontSize: 15, color: '#546779', lineHeight: 1.5 }}&gt;「先问清楚再推荐」没有说明：&lt;/Text&gt;&#10;                &lt;Text style={{ fontSize: 15, color: '#20344B', lineHeight: 1.7 }}&gt;问什么{'\n'}答复如何关联{'\n'}何时停止询问{'\n'}谁有权知道完整任务&lt;/Text&gt;&#10;            &lt;/Box&gt;&#10;&#10;            &lt;Box style={{ width: 420, height: 148, background: '#F4F7FA', borderRadius: 10, padding: '18px 20px', flexDirection: 'column', gap: 8, justifyContent: 'center' }}&gt;&#10;                &lt;Text style={{ fontSize: 20, fontWeight: 'bold', color: '#20344B' }}&gt;材料还在纸面&lt;/Text&gt;&#10;                &lt;Text style={{ fontSize: 15, color: '#546779', lineHeight: 1.6 }}&gt;本节只给出可审阅文字，四份资源尚未在 Studio 创建；正文可编辑不等于行为已经通过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交付全文，不只交付一句差异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467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完整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至少写全七项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1676400"/>
            <a:ext cx="6667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762000" y="17907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914400" y="18478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266950" y="18573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IterationContext.game_object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的当前对象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2266950"/>
            <a:ext cx="6667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762000" y="238125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914400" y="24384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可读信息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2266950" y="24479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now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interaction_requests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与自己的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object_state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09600" y="2857500"/>
            <a:ext cx="6667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762000" y="29718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14400" y="30289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适用条件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2266950" y="30384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两个窗口各自已固定的服务范围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09600" y="3448050"/>
            <a:ext cx="6667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762000" y="356235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914400" y="36195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处理步骤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2266950" y="3629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按真实请求者身份整理本轮待处理的请求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09600" y="4038600"/>
            <a:ext cx="6667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762000" y="41529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914400" y="42100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工具边界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2266950" y="42195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记忆检索、记忆写入与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的调用范围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09600" y="4629150"/>
            <a:ext cx="6667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762000" y="474345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14400" y="48006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停止条件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2266950" y="48101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成功后立即结束本轮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609600" y="5219700"/>
            <a:ext cx="6667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762000" y="5334000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14400" y="53911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异常处理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2266950" y="540067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工具拒绝时按具体原因修正，不伪造请求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581900" y="1714500"/>
            <a:ext cx="4000500" cy="2438400"/>
          </a:xfrm>
          <a:prstGeom prst="roundRect">
            <a:avLst>
              <a:gd name="adj" fmla="val 390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772400" y="193357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只保存一句话不够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7772400" y="228600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772400" y="24098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「先问清楚再推荐」没有说明：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772400" y="2762250"/>
            <a:ext cx="3619500" cy="11715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问什么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答复如何关联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何时停止询问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谁有权知道完整任务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581900" y="4305300"/>
            <a:ext cx="40005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772400" y="458152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材料还在纸面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772400" y="48863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本节只给出可审阅文字，四份资源尚未在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Studio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创建；正文可编辑不等于行为已经通过。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05" name="" descr="&lt;Slide notes={`四个名称这样安排：hall-service-brain 是 brain，驱动四名来访者和余真；hall-consultation 是咨询台根 Skill，也是 atomic；hall-window-a 与 hall-window-b 各是一个窗口的根 Skill。四份都能用纯文本，不新增子 Skill 或脚本。&#10;&#10;两组关系写清楚：Brain 和两个窗口在基线与对照中全文相同，只有咨询台那份的决策段不同，而且不为两组设计不同的调用树。&#10;&#10;还有一条纪律：人物差异放在各自资料里，不能在共同 Brain 里列出「谁去 A、谁去 B」的评分答案；窗口知道分工，却不能凭姓名读取来访者的完整目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1　交付全文，不只交付一句差异&lt;/Text&gt;&#10;            &lt;Text style={{ fontSize: 34, fontWeight: 'bold', color: '#20344B' }}&gt;四份材料的名称、类型与角色&lt;/Text&gt;&#10;        &lt;/Box&gt;&#10;    &lt;/Box&gt;&#10;&#10;    &lt;Box style={{ height: 540, flexDirection: 'column', justifyContent: 'center', gap: 8 }}&gt;&#10;&#10;        &lt;Text style={{ fontSize: 16, color: '#546779', width: 1152 }}&gt;这是作者命名建议，尚未在 Studio 创建资源；不需要为两组设计不同的调用树。&lt;/Text&gt;&#10;&#10;        &lt;Box style={{ flexDirection: 'row', padding: '0 18px', gap: 16 }}&gt;&#10;            &lt;Box style={{ width: 320 }}&gt;&lt;Text style={{ fontSize: 14, color: '#546779' }}&gt;Skill 名称&lt;/Text&gt;&lt;/Box&gt;&#10;            &lt;Box style={{ width: 460 }}&gt;&lt;Text style={{ fontSize: 14, color: '#546779' }}&gt;类型与角色&lt;/Text&gt;&lt;/Box&gt;&#10;            &lt;Box style={{ width: 340 }}&gt;&lt;Text style={{ fontSize: 14, color: '#546779' }}&gt;两组关系&lt;/Text&gt;&lt;/Box&gt;&#10;        &lt;/Box&gt;&#10;&#10;        &lt;Box style={{ width: 1152, height: 72, background: '#F4F7FA', borderRadius: 8, padding: '0 18px', flexDirection: 'row', alignItems: 'center', gap: 16 }}&gt;&#10;            &lt;Text style={{ fontSize: 16, fontWeight: 'bold', color: '#20344B', width: 320 }}&gt;hall-service-brain&lt;/Text&gt;&#10;            &lt;Text style={{ fontSize: 16, color: '#20344B', width: 460 }}&gt;brain，驱动四名来访者与余真&lt;/Text&gt;&#10;            &lt;Text style={{ fontSize: 15, color: '#546779', width: 340 }}&gt;全文相同，按实际身份读取各自资料&lt;/Text&gt;&#10;        &lt;/Box&gt;&#10;&#10;        &lt;Box style={{ width: 1152, height: 72, background: '#FFF4E6', borderRadius: 8, padding: '0 18px', flexDirection: 'row', alignItems: 'center', gap: 16 }}&gt;&#10;            &lt;Text style={{ fontSize: 16, fontWeight: 'bold', color: '#CB6B28', width: 320 }}&gt;hall-consultation&lt;/Text&gt;&#10;            &lt;Text style={{ fontSize: 16, color: '#20344B', width: 460 }}&gt;atomic，咨询台根 Skill&lt;/Text&gt;&#10;            &lt;Text style={{ fontSize: 15, color: '#CB6B28', width: 340 }}&gt;只有决策段不同&lt;/Text&gt;&#10;        &lt;/Box&gt;&#10;&#10;        &lt;Box style={{ width: 1152, height: 72, background: '#F4F7FA', borderRadius: 8, padding: '0 18px', flexDirection: 'row', alignItems: 'center', gap: 16 }}&gt;&#10;            &lt;Text style={{ fontSize: 16, fontWeight: 'bold', color: '#20344B', width: 320 }}&gt;hall-window-a&lt;/Text&gt;&#10;            &lt;Text style={{ fontSize: 16, color: '#20344B', width: 460 }}&gt;atomic，A 窗口根 Skill&lt;/Text&gt;&#10;            &lt;Text style={{ fontSize: 15, color: '#546779', width: 340 }}&gt;全文相同&lt;/Text&gt;&#10;        &lt;/Box&gt;&#10;&#10;        &lt;Box style={{ width: 1152, height: 72, background: '#F4F7FA', borderRadius: 8, padding: '0 18px', flexDirection: 'row', alignItems: 'center', gap: 16 }}&gt;&#10;            &lt;Text style={{ fontSize: 16, fontWeight: 'bold', color: '#20344B', width: 320 }}&gt;hall-window-b&lt;/Text&gt;&#10;            &lt;Text style={{ fontSize: 16, color: '#20344B', width: 460 }}&gt;atomic，B 窗口根 Skill&lt;/Text&gt;&#10;            &lt;Text style={{ fontSize: 15, color: '#546779', width: 340 }}&gt;全文相同&lt;/Text&gt;&#10;        &lt;/Box&gt;&#10;&#10;        &lt;Box style={{ width: 1152, height: 76, background: '#EDF4FC', borderRadius: 10, padding: '0 22px', flexDirection: 'column', gap: 4, justifyContent: 'center', marginTop: 6 }}&gt;&#10;            &lt;Text style={{ fontSize: 16, fontWeight: 'bold', color: '#276FBF' }}&gt;两条纪律&lt;/Text&gt;&#10;            &lt;Text style={{ fontSize: 15, color: '#546779', lineHeight: 1.5 }}&gt;人物差异放在各自资料里，不在共同 Brain 里列评分答案；窗口与咨询台知道分工，却不能凭姓名读取来访者的完整目的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交付全文，不只交付一句差异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四份材料的名称、类型与角色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09600" y="15525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这是作者命名建议，尚未在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Studio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创建资源；不需要为两组设计不同的调用树。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81050" y="18192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名称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3886200" y="1819275"/>
            <a:ext cx="438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类型与角色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277225" y="18192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两组关系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09600" y="20574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781050" y="2305050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hall-service-brain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3886200" y="2305050"/>
            <a:ext cx="423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brain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，驱动四名来访者与余真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277225" y="231457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全文相同，按实际身份读取各自资料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09600" y="28194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781050" y="3067050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hall-consultation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3886200" y="3067050"/>
            <a:ext cx="423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atomic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，咨询台根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277225" y="307657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只有决策段不同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09600" y="35814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781050" y="3829050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hall-window-a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3886200" y="3829050"/>
            <a:ext cx="423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atomic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277225" y="383857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全文相同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09600" y="434340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81050" y="4591050"/>
            <a:ext cx="2952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>hall-window-b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3886200" y="4591050"/>
            <a:ext cx="423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atomic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277225" y="460057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全文相同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09600" y="51625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19150" y="5286375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两条纪律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19150" y="5514975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人物差异放在各自资料里，不在共同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里列评分答案；窗口与咨询台知道分工，却不能凭姓名读取来访者的完整目的。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35" name="" descr="&lt;Slide notes={`接下来要看的是全文本身。读它之前，先跟踪一个真实请求 ID，否则很容易把「对象已经回复」当成「人物已经理解」。&#10;&#10;第 N 步，真实请求进入待处理集合，对象在一次 world-act 里同时携带 responses 和真实请求 ID，动作成功后本轮结束。第 N+1 步，这份已提交的答复被恰好一次定向投递给目标人物，他才根据实际收到的内容继续行动。&#10;&#10;请求 ID 不能编造，因为它就是答复和请求之间的唯一对应关系。消息顺序只是示意，不是实际 Trace；真正核对时要看提交记录。这也是我需要把全文和它的提交链路放在一起讲的原因：行为是否发生，要靠证据说话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4　精确 Skill 与行为审阅&lt;/Text&gt;&#10;            &lt;Text style={{ fontSize: 34, fontWeight: 'bold', color: '#20344B' }}&gt;知识块 ②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②&lt;/Text&gt;&#10;&#10;        &lt;Text style={{ fontSize: 56, fontWeight: 'bold', color: '#20344B', lineHeight: 1.15 }}&gt;一份可直接审阅的咨询台全文&lt;/Text&gt;&#10;&#10;        &lt;Box style={{ width: 72, height: 4, background: '#276FBF' }} /&gt;&#10;&#10;        &lt;Text style={{ fontSize: 18, color: '#546779', lineHeight: 1.7, width: 900 }}&gt;阅读全文前先跟踪一个真实请求 ID：对象本轮提交回复，来访者下一轮才能据实际接收继续行动。&lt;/Text&gt;&#10;&#10;        &lt;Box style={{ flexDirection: 'row', alignItems: 'center', marginTop: 6 }}&gt;&#10;            &lt;Box style={{ width: 300, height: 64, background: '#F4F7FA', borderRadius: 8, justifyContent: 'center', alignItems: 'center' }}&gt;&#10;                &lt;Text style={{ fontSize: 18, color: '#20344B' }}&gt;真实请求 ID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对象提交答复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下一轮接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一份可直接审阅的咨询台全文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09600" y="4114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阅读全文前先跟踪一个真实请求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：对象本轮提交回复，来访者下一轮才能据实际接收继续行动。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096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581150" y="5067300"/>
            <a:ext cx="923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真实请求</a:t>
            </a:r>
            <a:r>
              <a:rPr lang="en-US" sz="1350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36385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38862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4800600" y="50673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对象提交答复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9151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71628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8162925" y="50673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下一轮接收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54" name="" descr="&lt;Slide notes={`一个真实请求从进入到被回应，中间隔着一整步。这一步的距离，是很多验收记录出错的地方。&#10;&#10;第 N 步里，来访者把真实请求放进待处理集合，咨询台在一次 world-act 里同时提交 responses 和对应的真实请求 ID，动作成功之后本轮就结束。到第 N+1 步，这份已提交的答复被恰好一次定向投递给目标人物，他依据真正收到的内容继续行动。&#10;&#10;这里有两个分开的判断：对象已经回复，和人物已经理解，不是同一件事。写记忆的时候如果把「已发送请求」直接写成「对方已确认」，进度就被提前写成了完成。所以核对时要追查两样东西：对象那次 world-act 的提交记录，以及目标人物下一轮的实际接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2　一份可直接审阅的咨询台全文&lt;/Text&gt;&#10;            &lt;Text style={{ fontSize: 34, fontWeight: 'bold', color: '#20344B' }}&gt;一个真实请求 ID 要走两步&lt;/Text&gt;&#10;        &lt;/Box&gt;&#10;    &lt;/Box&gt;&#10;&#10;    &lt;Box style={{ height: 540, flexDirection: 'column', justifyContent: 'center', gap: 10 }}&gt;&#10;&#10;        &lt;Box style={{ width: 1152, height: 44, background: '#276FBF', borderRadius: 8, padding: '0 20px', flexDirection: 'row', alignItems: 'center', gap: 14 }}&gt;&#10;            &lt;Text style={{ fontSize: 18, fontWeight: 'bold', color: '#FFFFFF' }}&gt;第 N 步&lt;/Text&gt;&#10;            &lt;Text style={{ fontSize: 15, color: '#EDF4FC' }}&gt;真实请求与对象处理&lt;/Text&gt;&#10;        &lt;/Box&gt;&#10;&#10;        &lt;Box style={{ flexDirection: 'row', alignItems: 'center' }}&gt;&#10;            &lt;Box style={{ width: 340, height: 104, background: '#F4F7FA', borderRadius: 10, padding: '14px 18px', flexDirection: 'column', gap: 6, justifyContent: 'center' }}&gt;&#10;                &lt;Text style={{ fontSize: 17, fontWeight: 'bold', color: '#20344B' }}&gt;请求进入待处理&lt;/Text&gt;&#10;                &lt;Text style={{ fontSize: 14, color: '#546779', lineHeight: 1.5 }}&gt;真实请求进入本轮的待处理集合&lt;/Text&gt;&#10;            &lt;/Box&gt;&#10;            &lt;Box style={{ width: 44, height: 104, justifyContent: 'center', alignItems: 'center' }}&gt;&#10;                &lt;Text style={{ fontSize: 26, color: '#276FBF' }}&gt;›&lt;/Text&gt;&#10;            &lt;/Box&gt;&#10;            &lt;Box style={{ width: 340, height: 104, background: '#EDF4FC', borderRadius: 10, padding: '14px 18px', flexDirection: 'column', gap: 6, justifyContent: 'center' }}&gt;&#10;                &lt;Text style={{ fontSize: 17, fontWeight: 'bold', color: '#276FBF' }}&gt;一次 world-act&lt;/Text&gt;&#10;                &lt;Text style={{ fontSize: 14, color: '#546779', lineHeight: 1.5 }}&gt;同次携带 responses 与真实请求 ID&lt;/Text&gt;&#10;            &lt;/Box&gt;&#10;            &lt;Box style={{ width: 44, height: 104, justifyContent: 'center', alignItems: 'center' }}&gt;&#10;                &lt;Text style={{ fontSize: 26, color: '#276FBF' }}&gt;›&lt;/Text&gt;&#10;            &lt;/Box&gt;&#10;            &lt;Box style={{ width: 340, height: 104, background: '#F4F7FA', borderRadius: 10, padding: '14px 18px', flexDirection: 'column', gap: 6, justifyContent: 'center' }}&gt;&#10;                &lt;Text style={{ fontSize: 17, fontWeight: 'bold', color: '#20344B' }}&gt;本轮结束&lt;/Text&gt;&#10;                &lt;Text style={{ fontSize: 14, color: '#546779', lineHeight: 1.5 }}&gt;成功动作后立即结束本轮&lt;/Text&gt;&#10;            &lt;/Box&gt;&#10;        &lt;/Box&gt;&#10;&#10;        &lt;Box style={{ width: 1152, height: 44, background: '#26816B', borderRadius: 8, padding: '0 20px', flexDirection: 'row', alignItems: 'center', gap: 14, marginTop: 6 }}&gt;&#10;            &lt;Text style={{ fontSize: 18, fontWeight: 'bold', color: '#FFFFFF' }}&gt;第 N+1 步&lt;/Text&gt;&#10;            &lt;Text style={{ fontSize: 15, color: '#ECF7F2' }}&gt;目标人物下一轮上下文&lt;/Text&gt;&#10;        &lt;/Box&gt;&#10;&#10;        &lt;Box style={{ flexDirection: 'row', alignItems: 'center' }}&gt;&#10;            &lt;Box style={{ width: 500, height: 104, background: '#ECF7F2', borderRadius: 10, padding: '14px 18px', flexDirection: 'column', gap: 6, justifyContent: 'center' }}&gt;&#10;                &lt;Text style={{ fontSize: 17, fontWeight: 'bold', color: '#26816B' }}&gt;恰好一次定向投递&lt;/Text&gt;&#10;                &lt;Text style={{ fontSize: 14, color: '#546779', lineHeight: 1.5 }}&gt;已提交的答复送达目标人物&lt;/Text&gt;&#10;            &lt;/Box&gt;&#10;            &lt;Box style={{ width: 44, height: 104, justifyContent: 'center', alignItems: 'center' }}&gt;&#10;                &lt;Text style={{ fontSize: 26, color: '#26816B' }}&gt;›&lt;/Text&gt;&#10;            &lt;/Box&gt;&#10;            &lt;Box style={{ width: 500, height: 104, background: '#F4F7FA', borderRadius: 10, padding: '14px 18px', flexDirection: 'column', gap: 6, justifyContent: 'center' }}&gt;&#10;                &lt;Text style={{ fontSize: 17, fontWeight: 'bold', color: '#20344B' }}&gt;据实际收到继续&lt;/Text&gt;&#10;                &lt;Text style={{ fontSize: 14, color: '#546779', lineHeight: 1.5 }}&gt;依据真正收到的内容决定下一步&lt;/Text&gt;&#10;            &lt;/Box&gt;&#10;        &lt;/Box&gt;&#10;&#10;        &lt;Box style={{ width: 1152, height: 60, background: '#FFF4E6', borderRadius: 10, padding: '0 22px', flexDirection: 'row', alignItems: 'center', gap: 16, marginTop: 4 }}&gt;&#10;            &lt;Text style={{ fontSize: 16, fontWeight: 'bold', color: '#CB6B28', width: 200 }}&gt;分开判断&lt;/Text&gt;&#10;            &lt;Text style={{ fontSize: 15, color: '#20344B', width: 900 }}&gt;对象已回复不等于人物已理解；请求 ID 不能编造。消息顺序为示意，不是实际 Trace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00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一份可直接审阅的咨询台全文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00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一个真实请求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要走两步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09600" y="1781175"/>
            <a:ext cx="109728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00100" y="1885950"/>
            <a:ext cx="59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524000" y="19050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DF4FC"/>
                </a:solidFill>
                <a:latin typeface="Microsoft YaHei"/>
                <a:ea typeface="Microsoft YaHei"/>
              </a:rPr>
              <a:t>真实请求与对象处理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09600" y="2295525"/>
            <a:ext cx="3238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781050" y="25431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请求进入待处理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81050" y="280035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真实请求进入本轮的待处理集合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4019550" y="2638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4267200" y="2295525"/>
            <a:ext cx="32385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4438650" y="25431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一次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world-act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4438650" y="280035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同次携带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与真实请求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7677150" y="2638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7924800" y="2295525"/>
            <a:ext cx="3238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096250" y="2543175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本轮结束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096250" y="280035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成功动作后立即结束本轮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09600" y="3438525"/>
            <a:ext cx="109728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800100" y="3543300"/>
            <a:ext cx="828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N+1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762125" y="35623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CF7F2"/>
                </a:solidFill>
                <a:latin typeface="Microsoft YaHei"/>
                <a:ea typeface="Microsoft YaHei"/>
              </a:rPr>
              <a:t>目标人物下一轮上下文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09600" y="3952875"/>
            <a:ext cx="47625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781050" y="420052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恰好一次定向投递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81050" y="4457700"/>
            <a:ext cx="4419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已提交的答复送达目标人物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543550" y="42957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791200" y="3952875"/>
            <a:ext cx="47625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962650" y="4200525"/>
            <a:ext cx="4419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据实际收到继续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962650" y="4457700"/>
            <a:ext cx="4419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依据真正收到的内容决定下一步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09600" y="5076825"/>
            <a:ext cx="10972800" cy="5715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19150" y="5267325"/>
            <a:ext cx="1895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分开判断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2867025" y="5276850"/>
            <a:ext cx="8505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对象已回复不等于人物已理解；请求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不能编造。消息顺序为示意，不是实际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Trace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88" name="" descr="&lt;Slide notes={`先读全文最前面的两段。身份说明它是当前 Game Object 咨询台，取自 IterationContext.game_object，可以读取 now、interaction_requests 和自己的 object_state。&#10;&#10;接着有一条约束：每个请求的 request_id、agent_key、agent_name 由运行时提供，不能伪造；它也不知道自己没被告知的私人任务，不能按姓名猜用途。&#10;&#10;读取已有信息这一段处理记忆：按真实请求者身份整理本轮请求，需要时用 memory-stream-search 查找曾收到过的说明，记忆里没有的目的保持未知。写回时只记实际收到的明确目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2　一份可直接审阅的咨询台全文&lt;/Text&gt;&#10;            &lt;Text style={{ fontSize: 34, fontWeight: 'bold', color: '#20344B' }}&gt;全文（上）：身份与资料&lt;/Text&gt;&#10;        &lt;/Box&gt;&#10;    &lt;/Box&gt;&#10;&#10;    &lt;Box style={{ height: 540, flexDirection: 'row', alignItems: 'center', gap: 32 }}&gt;&#10;&#10;        &lt;Box style={{ width: 700, flexDirection: 'column', justifyContent: 'center' }}&gt;&#10;            &lt;Box style={{ width: 700, height: 38, background: '#276FBF', borderRadius: 10, borderBottomLeftRadius: 0, borderBottomRightRadius: 0, flexDirection: 'row', alignItems: 'center', justifyContent: 'space-between', padding: '0 16px' }}&gt;&#10;                &lt;Text style={{ fontSize: 14, color: '#FFFFFF' }}&gt;hall-consultation　·　身份与资料／读取已有信息&lt;/Text&gt;&#10;                &lt;Text style={{ fontSize: 12, color: '#EDF4FC' }}&gt;等宽色块重绘&lt;/Text&gt;&#10;            &lt;/Box&gt;&#10;            &lt;Box style={{ width: 700, height: 396, background: '#20344B', borderRadius: 10, borderTopLeftRadius: 0, borderTopRightRadius: 0, padding: '18px 22px', flexDirection: 'column', gap: 10 }}&gt;&#10;                &lt;Text style={{ fontSize: 14, fontWeight: 'bold', color: '#FFFFFF' }}&gt;## 身份与资料&lt;/Text&gt;&#10;                &lt;Text style={{ fontSize: 13, color: '#B5C7D8', lineHeight: 1.7 }}&gt;你是当前 Game Object 咨询台，身份取自 IterationContext.game_object。{'\n'}读取 now、variables.interaction_requests 和自己的 object_state。{'\n'}每个请求的 request_id、agent_key、agent_name 由运行时提供，不能伪造。{'\n'}你不知道来访者未说出的私人任务，不能按姓名猜测用途。&lt;/Text&gt;&#10;                &lt;Text style={{ fontSize: 14, fontWeight: 'bold', color: '#FFFFFF', marginTop: 8 }}&gt;## 读取已有信息&lt;/Text&gt;&#10;                &lt;Text style={{ fontSize: 13, color: '#B5C7D8', lineHeight: 1.7 }}&gt;按真实请求者身份整理本轮请求；需要时用 memory-stream-search{'\n'}查找你自己曾收到的相关说明。记忆中没有的目的保持未知。{'\n'}可用 memory-stream-append 保存本轮已实际收到的明确目的及其来源。&lt;/Text&gt;&#10;            &lt;/Box&gt;&#10;        &lt;/Box&gt;&#10;&#10;        &lt;Box style={{ width: 420, flexDirection: 'column', justifyContent: 'center', gap: 16 }}&gt;&#10;&#10;            &lt;Box style={{ width: 420, height: 176, background: '#EDF4FC', borderRadius: 10, padding: '18px 20px', flexDirection: 'column', gap: 8, justifyContent: 'center' }}&gt;&#10;                &lt;Text style={{ fontSize: 20, fontWeight: 'bold', color: '#276FBF' }}&gt;运行时提供的字段&lt;/Text&gt;&#10;                &lt;Text style={{ fontSize: 15, color: '#546779', lineHeight: 1.6 }}&gt;request_id、agent_key、agent_name 由运行时给出，材料里不能自己编一个。&lt;/Text&gt;&#10;            &lt;/Box&gt;&#10;&#10;            &lt;Box style={{ width: 420, height: 176, background: '#FFF4E6', borderRadius: 10, padding: '18px 20px', flexDirection: 'column', gap: 8, justifyContent: 'center' }}&gt;&#10;                &lt;Text style={{ fontSize: 20, fontWeight: 'bold', color: '#CB6B28' }}&gt;不能做的事&lt;/Text&gt;&#10;                &lt;Text style={{ fontSize: 15, color: '#546779', lineHeight: 1.6 }}&gt;按姓名猜测用途；传别人的身份参数；读取别人私有的记忆内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0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一份可直接审阅的咨询台全文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全文（上）：身份与资料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609600" y="1647825"/>
            <a:ext cx="6667500" cy="361950"/>
          </a:xfrm>
          <a:custGeom>
            <a:pathLst>
              <a:path w="700" h="38">
                <a:moveTo>
                  <a:pt x="10" y="0"/>
                </a:moveTo>
                <a:lnTo>
                  <a:pt x="690" y="0"/>
                </a:lnTo>
                <a:cubicBezTo>
                  <a:pt x="696" y="0"/>
                  <a:pt x="700" y="4"/>
                  <a:pt x="700" y="10"/>
                </a:cubicBezTo>
                <a:lnTo>
                  <a:pt x="700" y="38"/>
                </a:lnTo>
                <a:lnTo>
                  <a:pt x="700" y="38"/>
                </a:lnTo>
                <a:lnTo>
                  <a:pt x="0" y="38"/>
                </a:lnTo>
                <a:lnTo>
                  <a:pt x="0" y="38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hall-consultation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　·　身份与资料／读取已有信息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438900" y="176212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DF4FC"/>
                </a:solidFill>
                <a:latin typeface="Microsoft YaHei"/>
                <a:ea typeface="Microsoft YaHei"/>
              </a:rPr>
              <a:t>等宽色块重绘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09600" y="2009775"/>
            <a:ext cx="6667500" cy="3771900"/>
          </a:xfrm>
          <a:custGeom>
            <a:pathLst>
              <a:path w="700" h="396">
                <a:moveTo>
                  <a:pt x="0" y="0"/>
                </a:moveTo>
                <a:lnTo>
                  <a:pt x="700" y="0"/>
                </a:lnTo>
                <a:lnTo>
                  <a:pt x="700" y="0"/>
                </a:lnTo>
                <a:lnTo>
                  <a:pt x="700" y="386"/>
                </a:lnTo>
                <a:cubicBezTo>
                  <a:pt x="700" y="392"/>
                  <a:pt x="696" y="396"/>
                  <a:pt x="690" y="396"/>
                </a:cubicBezTo>
                <a:lnTo>
                  <a:pt x="10" y="396"/>
                </a:lnTo>
                <a:cubicBezTo>
                  <a:pt x="4" y="396"/>
                  <a:pt x="0" y="392"/>
                  <a:pt x="0" y="386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344B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19150" y="2181225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##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身份与资料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19150" y="2438400"/>
            <a:ext cx="62484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你是当前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 Game Object 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咨询台，身份取自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 IterationContext.game_object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读取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 now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variables.interaction_requests 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和自己的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 object_state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每个请求的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 request_id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>agent_key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agent_name 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由运行时提供，不能伪造。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你不知道来访者未说出的私人任务，不能按姓名猜测用途。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19150" y="3629025"/>
            <a:ext cx="624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##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读取已有信息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19150" y="3886200"/>
            <a:ext cx="6248400" cy="7620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按真实请求者身份整理本轮请求；需要时用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 memory-stream-search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查找你自己曾收到的相关说明。记忆中没有的目的保持未知。</a:t>
            </a:r>
            <a:endParaRPr/>
          </a:p>
          <a:p>
            <a:pPr>
              <a:lnSpc>
                <a:spcPct val="17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可用</a:t>
            </a:r>
            <a:r>
              <a:rPr lang="en-US" sz="975">
                <a:solidFill>
                  <a:srgbClr val="B5C7D8"/>
                </a:solidFill>
                <a:latin typeface="Microsoft YaHei"/>
                <a:ea typeface="Microsoft YaHei"/>
              </a:rPr>
              <a:t xml:space="preserve"> memory-stream-append </a:t>
            </a: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保存本轮已实际收到的明确目的及其来源。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7581900" y="1962150"/>
            <a:ext cx="4000500" cy="1676400"/>
          </a:xfrm>
          <a:prstGeom prst="roundRect">
            <a:avLst>
              <a:gd name="adj" fmla="val 56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772400" y="237172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运行时提供的字段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7772400" y="26765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request_id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agent_key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agent_name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由运行时给出，材料里不能自己编一个。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7581900" y="3790950"/>
            <a:ext cx="4000500" cy="1676400"/>
          </a:xfrm>
          <a:prstGeom prst="roundRect">
            <a:avLst>
              <a:gd name="adj" fmla="val 56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772400" y="420052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不能做的事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7772400" y="450532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按姓名猜测用途；传别人的身份参数；读取别人私有的记忆内容。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notes={`决策段是两个标记之间的那几行正文，标记只是方便作者定位差异，不是新的运行协议。&#10;&#10;基线写的是：根据本次请求及此前实际获得的信息给出一次窗口建议；关键目的不明确时，选择最可能的窗口并说明这是推测；不要先发澄清问题。这几句就是两组唯一的变量。&#10;&#10;往下是回复和提交：分别组织答复，说明窗口、理由和下一步；通过 world-act 选择 ACT，并在同次 responses 里填上真实 request_id 与 message。&#10;&#10;最后是边界与停止：记忆在动作前保存，一次 world-act 成功后立即结束。「需要澄清时」这条共同提交规则不决定是否澄清，那个判断只由决策段承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2　一份可直接审阅的咨询台全文&lt;/Text&gt;&#10;            &lt;Text style={{ fontSize: 34, fontWeight: 'bold', color: '#20344B' }}&gt;全文（下）：决策段与边界&lt;/Text&gt;&#10;        &lt;/Box&gt;&#10;    &lt;/Box&gt;&#10;&#10;    &lt;Box style={{ height: 540, flexDirection: 'column', justifyContent: 'center', gap: 10 }}&gt;&#10;&#10;        &lt;Text style={{ fontSize: 16, color: '#546779', width: 1152 }}&gt;正文里的标记只供作者定位差异，不是新的运行协议。&lt;/Text&gt;&#10;&#10;        &lt;Box style={{ width: 1152, height: 186, background: '#20344B', borderRadius: 10, padding: '16px 22px', flexDirection: 'column', gap: 8, justifyContent: 'center' }}&gt;&#10;            &lt;Box style={{ flexDirection: 'row', alignItems: 'center', gap: 12 }}&gt;&#10;                &lt;Box style={{ width: 4, height: 18, background: '#CB6B28' }} /&gt;&#10;                &lt;Text style={{ fontSize: 13, color: '#CB6B28' }}&gt;DECISION:START&lt;/Text&gt;&#10;                &lt;Text style={{ fontSize: 16, fontWeight: 'bold', color: '#FFFFFF' }}&gt;决策段&lt;/Text&gt;&#10;            &lt;/Box&gt;&#10;            &lt;Text style={{ fontSize: 15, color: '#FFFFFF', lineHeight: 1.7 }}&gt;根据本次请求及此前实际获得的信息给出一次窗口建议。{'\n'}关键目的不明确时，选择你认为最可能的窗口，明确说明这是推测；{'\n'}不要先发澄清问题。收到新的说明后可以修正建议。&lt;/Text&gt;&#10;            &lt;Box style={{ flexDirection: 'row', alignItems: 'center', gap: 12 }}&gt;&#10;                &lt;Box style={{ width: 4, height: 18, background: '#CB6B28' }} /&gt;&#10;                &lt;Text style={{ fontSize: 13, color: '#CB6B28' }}&gt;DECISION:END&lt;/Text&gt;&#10;            &lt;/Box&gt;&#10;        &lt;/Box&gt;&#10;&#10;        &lt;Box style={{ flexDirection: 'row', gap: 32 }}&gt;&#10;            &lt;Box style={{ width: 560, height: 156, background: '#F4F7FA', borderRadius: 10, padding: '16px 20px', flexDirection: 'column', gap: 8, justifyContent: 'center' }}&gt;&#10;                &lt;Text style={{ fontSize: 20, fontWeight: 'bold', color: '#276FBF' }}&gt;回复和提交&lt;/Text&gt;&#10;                &lt;Text style={{ fontSize: 14, color: '#546779', lineHeight: 1.6 }}&gt;对本轮待处理的真实请求分别组织答复，说明窗口、理由和下一步。通过 world-act 选择 ACT，并在同次 responses 中为每条答复填写真实 request_id 与 message。&lt;/Text&gt;&#10;            &lt;/Box&gt;&#10;            &lt;Box style={{ width: 560, height: 156, background: '#ECF7F2', borderRadius: 10, padding: '16px 20px', flexDirection: 'column', gap: 8, justifyContent: 'center' }}&gt;&#10;                &lt;Text style={{ fontSize: 20, fontWeight: 'bold', color: '#26816B' }}&gt;边界与停止&lt;/Text&gt;&#10;                &lt;Text style={{ fontSize: 14, color: '#546779', lineHeight: 1.6 }}&gt;必要记忆在动作前保存，已收到的事实与尚未送达的答复计划分开写。一次 world-act 成功后立即结束，不提前宣布对方理解。&lt;/Text&gt;&#10;            &lt;/Box&gt;&#10;        &lt;/Box&gt;&#10;&#10;        &lt;Box style={{ width: 1152, height: 72, background: '#FFF4E6', borderRadius: 10, padding: '0 22px', flexDirection: 'column', gap: 2, justifyContent: 'center' }}&gt;&#10;            &lt;Text style={{ fontSize: 16, fontWeight: 'bold', color: '#CB6B28' }}&gt;职责要一处写清&lt;/Text&gt;&#10;            &lt;Text style={{ fontSize: 15, color: '#20344B' }}&gt;「需要澄清时」的共同提交规则不负责决定是否澄清；这个判断只由决策段承担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一份可直接审阅的咨询台全文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全文（下）：决策段与边界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15049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正文里的标记只供作者定位差异，不是新的运行协议。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1790700"/>
            <a:ext cx="10972800" cy="1771650"/>
          </a:xfrm>
          <a:prstGeom prst="roundRect">
            <a:avLst>
              <a:gd name="adj" fmla="val 5376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819150" y="1990725"/>
            <a:ext cx="38100" cy="171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71550" y="20002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DECISION:START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076450" y="19812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决策段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19150" y="2247900"/>
            <a:ext cx="105537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根据本次请求及此前实际获得的信息给出一次窗口建议。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关键目的不明确时，选择你认为最可能的窗口，明确说明这是推测；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不要先发澄清问题。收到新的说明后可以修正建议。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19150" y="3200400"/>
            <a:ext cx="38100" cy="171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71550" y="3209925"/>
            <a:ext cx="885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DECISION:END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3657600"/>
            <a:ext cx="5334000" cy="1485900"/>
          </a:xfrm>
          <a:prstGeom prst="roundRect">
            <a:avLst>
              <a:gd name="adj" fmla="val 64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00100" y="399097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回复和提交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0100" y="4295775"/>
            <a:ext cx="4953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对本轮待处理的真实请求分别组织答复，说明窗口、理由和下一步。通过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ACT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，并在同次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中为每条答复填写真实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request_id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message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248400" y="3657600"/>
            <a:ext cx="5334000" cy="1485900"/>
          </a:xfrm>
          <a:prstGeom prst="roundRect">
            <a:avLst>
              <a:gd name="adj" fmla="val 641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438900" y="399097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边界与停止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438900" y="4295775"/>
            <a:ext cx="4953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必要记忆在动作前保存，已收到的事实与尚未送达的答复计划分开写。一次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world-act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成功后立即结束，不提前宣布对方理解。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52387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539115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职责要一处写清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19150" y="5600700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「需要澄清时」的共同提交规则不负责决定是否澄清；这个判断只由决策段承担。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 notes={`对照的做法只有一句话：保留这个文件的其他字节内容，只把两个标记之间的正文替换掉。不是重写一份新文件，也不是改几处措辞。&#10;&#10;替换进去的是四句话。如果现有信息没有说明是安排未来使用还是报告现有问题，先只询问这一点，暂不建议窗口；已有明确目的则直接建议。收到同一人的真实补充后，再按相同服务范围推荐窗口。最后一句是不重复追问已经回答的字段。&#10;&#10;对照段的第二句和第三句都要落在同一套服务范围上，也就是说，变化只在「什么时候建议」，不在「建议哪个窗口」。这条界线如果模糊了，实验的解释力就没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4　精确 Skill 与行为审阅&lt;/Text&gt;&#10;            &lt;Text style={{ fontSize: 34, fontWeight: 'bold', color: '#20344B' }}&gt;知识块 ③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③&lt;/Text&gt;&#10;&#10;        &lt;Text style={{ fontSize: 56, fontWeight: 'bold', color: '#20344B', lineHeight: 1.15 }}&gt;对照只替换这一个段落&lt;/Text&gt;&#10;&#10;        &lt;Box style={{ width: 72, height: 4, background: '#276FBF' }} /&gt;&#10;&#10;        &lt;Text style={{ fontSize: 18, color: '#546779', lineHeight: 1.7, width: 900 }}&gt;对照保留其他字节内容，只把两个标记之间的正文替换为新的澄清策略。&lt;/Text&gt;&#10;&#10;        &lt;Box style={{ flexDirection: 'row', alignItems: 'center', marginTop: 6 }}&gt;&#10;            &lt;Box style={{ width: 300, height: 64, background: '#F4F7FA', borderRadius: 8, justifyContent: 'center', alignItems: 'center' }}&gt;&#10;                &lt;Text style={{ fontSize: 18, color: '#20344B' }}&gt;只换决策段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其余字节保留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独立实验副本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对照只替换这一个段落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4114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对照保留其他字节内容，只把两个标记之间的正文替换为新的澄清策略。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609725" y="50673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只换决策段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6385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38862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800600" y="50673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其余字节保留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9151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71628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077200" y="50673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独立实验副本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notes={`这就是对照段的全文，四句话。&#10;&#10;第一句划条件：如果现有信息没有说明是安排未来使用还是报告现有问题，先只询问这一点，暂不建议窗口。第二句给例外：已有明确目的则直接建议。第三句说后续：收到同一人的真实补充后，再按相同服务范围推荐窗口。第四句是停止条件：不重复追问已经回答的字段。&#10;&#10;两个细节值得留意。「先只询问这一点」把问题限定在缺失的关键目的上，不同时给未经确认的窗口建议；「按相同服务范围」说明澄清之后的分支逻辑没变，变的只是澄清时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3　对照只替换这一个段落&lt;/Text&gt;&#10;            &lt;Text style={{ fontSize: 34, fontWeight: 'bold', color: '#20344B' }}&gt;对照段只写这四句&lt;/Text&gt;&#10;        &lt;/Box&gt;&#10;    &lt;/Box&gt;&#10;&#10;    &lt;Box style={{ height: 540, flexDirection: 'column', justifyContent: 'center', gap: 10 }}&gt;&#10;&#10;        &lt;Text style={{ fontSize: 16, color: '#546779', width: 1152 }}&gt;两个标记之间的正文被原样替换为下面这四句，文件其他字节内容保持不变。&lt;/Text&gt;&#10;&#10;        &lt;Box style={{ width: 1152, height: 244, background: '#20344B', borderRadius: 10, padding: '18px 24px', flexDirection: 'column', gap: 10, justifyContent: 'center' }}&gt;&#10;            &lt;Box style={{ flexDirection: 'row', alignItems: 'center', gap: 12 }}&gt;&#10;                &lt;Box style={{ width: 4, height: 18, background: '#CB6B28' }} /&gt;&#10;                &lt;Text style={{ fontSize: 13, color: '#CB6B28' }}&gt;DECISION:START&lt;/Text&gt;&#10;            &lt;/Box&gt;&#10;            &lt;Text style={{ fontSize: 18, color: '#FFFFFF', lineHeight: 1.75 }}&gt;若现有信息没有说明「安排未来使用」还是「报告现有问题」，{'\n'}先只询问这一点，&lt;Text style={{ fontSize: 18, fontWeight: 'bold', color: '#CB6B28' }}&gt;暂不建议窗口&lt;/Text&gt;；已有明确目的则直接建议。{'\n'}收到同一人的真实补充后，再按相同服务范围推荐窗口。{'\n'}不要重复追问已经回答的字段。&lt;/Text&gt;&#10;            &lt;Box style={{ flexDirection: 'row', alignItems: 'center', gap: 12 }}&gt;&#10;                &lt;Box style={{ width: 4, height: 18, background: '#CB6B28' }} /&gt;&#10;                &lt;Text style={{ fontSize: 13, color: '#CB6B28' }}&gt;DECISION:END&lt;/Text&gt;&#10;            &lt;/Box&gt;&#10;        &lt;/Box&gt;&#10;&#10;        &lt;Box style={{ flexDirection: 'row', gap: 32 }}&gt;&#10;            &lt;Box style={{ width: 560, height: 130, background: '#F4F7FA', borderRadius: 10, padding: '16px 20px', flexDirection: 'column', gap: 6, justifyContent: 'center' }}&gt;&#10;                &lt;Text style={{ fontSize: 20, fontWeight: 'bold', color: '#20344B' }}&gt;同一 skill_key&lt;/Text&gt;&#10;                &lt;Text style={{ fontSize: 15, color: '#546779', lineHeight: 1.55 }}&gt;两组使用同一个标识与相同依赖，变化的是内容而不是命名。&lt;/Text&gt;&#10;            &lt;/Box&gt;&#10;            &lt;Box style={{ width: 560, height: 130, background: '#ECF7F2', borderRadius: 10, padding: '16px 20px', flexDirection: 'column', gap: 6, justifyContent: 'center' }}&gt;&#10;                &lt;Text style={{ fontSize: 20, fontWeight: 'bold', color: '#26816B' }}&gt;独立实验副本&lt;/Text&gt;&#10;                &lt;Text style={{ fontSize: 15, color: '#546779', lineHeight: 1.55 }}&gt;两份材料分别保存，不是运行时跟随某个公共资源的 Revision。&lt;/Text&gt;&#10;            &lt;/Box&gt;&#10;        &lt;/Box&gt;&#10;&#10;        &lt;Text style={{ fontSize: 14, color: '#546779', width: 1152 }}&gt;图 5.4-1 的语义：只替换决策段，其余全文一致。&lt;/Text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对照只替换这一个段落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对照段只写这四句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两个标记之间的正文被原样替换为下面这四句，文件其他字节内容保持不变。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1905000"/>
            <a:ext cx="10972800" cy="2324100"/>
          </a:xfrm>
          <a:prstGeom prst="roundRect">
            <a:avLst>
              <a:gd name="adj" fmla="val 4098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838200" y="2076450"/>
            <a:ext cx="38100" cy="171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90600" y="208597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DECISION:START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38200" y="2343150"/>
            <a:ext cx="10515600" cy="1447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若现有信息没有说明「安排未来使用」还是「报告现有问题」，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先只询问这一点，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暂不建议窗口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；已有明确目的则直接建议。</a:t>
            </a:r>
            <a:endParaRPr/>
          </a:p>
          <a:p>
            <a:pPr>
              <a:lnSpc>
                <a:spcPct val="17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收到同一人的真实补充后，再按相同服务范围推荐窗口。</a:t>
            </a:r>
            <a:endParaRPr/>
          </a:p>
          <a:p>
            <a:pPr>
              <a:lnSpc>
                <a:spcPct val="175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不要重复追问已经回答的字段。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38200" y="3886200"/>
            <a:ext cx="38100" cy="171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90600" y="3895725"/>
            <a:ext cx="885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DECISION:END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4324350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00100" y="46672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skill_key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00100" y="4953000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两组使用同一个标识与相同依赖，变化的是内容而不是命名。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248400" y="4324350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438900" y="466725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独立实验副本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438900" y="4953000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两份材料分别保存，不是运行时跟随某个公共资源的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56578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5.4-1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的语义：只替换决策段，其余全文一致。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notes={`两份材料分别保存，这件事在工程上不是形式。它们用的是同一个 skill_key 和相同的依赖，所以如果把两份内容不同的材料放进同一个资源闭包，系统应该给出冲突诊断。&#10;&#10;我在实际审阅中见过相反的做法：后保存的那一份把前面覆盖掉，然后作者对外说「我做了对照」。这种情况下已经无法判断每组运行时到底读到了哪一份，对照也就不成立了。&#10;&#10;所以这一节要求的是三件事分开写清楚：同一标识与相同依赖、分别保存于独立实验副本、以及冲突时必须阻断而不是静默覆盖。另外提醒一句，公共 Skill 保存之后，已有的实验不会自动更新，历史运行仍然读的是当时的版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3　对照只替换这一个段落&lt;/Text&gt;&#10;            &lt;Text style={{ fontSize: 34, fontWeight: 'bold', color: '#20344B' }}&gt;同 key 两份内容要分开保存&lt;/Text&gt;&#10;        &lt;/Box&gt;&#10;    &lt;/Box&gt;&#10;&#10;    &lt;Box style={{ height: 540, flexDirection: 'row', alignItems: 'center', gap: 32 }}&gt;&#10;&#10;        &lt;Box style={{ width: 640, flexDirection: 'column', justifyContent: 'center', gap: 12 }}&gt;&#10;&#10;            &lt;Box style={{ width: 640, height: 116, background: '#F4F7FA', borderRadius: 10, padding: '0 20px', flexDirection: 'row', alignItems: 'center', gap: 16 }}&gt;&#10;                &lt;Box style={{ width: 4, height: 60, background: '#276FBF' }} /&gt;&#10;                &lt;Box style={{ flexDirection: 'column', gap: 4, width: 576 }}&gt;&#10;                    &lt;Text style={{ fontSize: 20, fontWeight: 'bold', color: '#20344B' }}&gt;同一标识与相同依赖&lt;/Text&gt;&#10;                    &lt;Text style={{ fontSize: 15, color: '#546779', lineHeight: 1.5 }}&gt;两组使用同一个 skill_key 和相同依赖，变化的只是决策段内容。&lt;/Text&gt;&#10;                &lt;/Box&gt;&#10;            &lt;/Box&gt;&#10;&#10;            &lt;Box style={{ width: 640, height: 116, background: '#F4F7FA', borderRadius: 10, padding: '0 20px', flexDirection: 'row', alignItems: 'center', gap: 16 }}&gt;&#10;                &lt;Box style={{ width: 4, height: 60, background: '#276FBF' }} /&gt;&#10;                &lt;Box style={{ flexDirection: 'column', gap: 4, width: 576 }}&gt;&#10;                    &lt;Text style={{ fontSize: 20, fontWeight: 'bold', color: '#20344B' }}&gt;分别保存于独立副本&lt;/Text&gt;&#10;                    &lt;Text style={{ fontSize: 15, color: '#546779', lineHeight: 1.5 }}&gt;两份材料各自保存在自己的实验副本中，不共享一份公共资源。&lt;/Text&gt;&#10;                &lt;/Box&gt;&#10;            &lt;/Box&gt;&#10;&#10;            &lt;Box style={{ width: 640, height: 116, background: '#F4F7FA', borderRadius: 10, padding: '0 20px', flexDirection: 'row', alignItems: 'center', gap: 16 }}&gt;&#10;                &lt;Box style={{ width: 4, height: 60, background: '#276FBF' }} /&gt;&#10;                &lt;Box style={{ flexDirection: 'column', gap: 4, width: 576 }}&gt;&#10;                    &lt;Text style={{ fontSize: 20, fontWeight: 'bold', color: '#20344B' }}&gt;不是跟随公共 Revision&lt;/Text&gt;&#10;                    &lt;Text style={{ fontSize: 15, color: '#546779', lineHeight: 1.5 }}&gt;它们是内容不同的两个实验，不是运行时跟随某个公共资源的版本。&lt;/Text&gt;&#10;                &lt;/Box&gt;&#10;            &lt;/Box&gt;&#10;&#10;        &lt;/Box&gt;&#10;&#10;        &lt;Box style={{ width: 480, flexDirection: 'column', justifyContent: 'center', gap: 16 }}&gt;&#10;&#10;            &lt;Box style={{ width: 480, height: 232, background: '#FFF4E6', borderRadius: 10, padding: '20px 22px', flexDirection: 'column', gap: 10, justifyContent: 'center' }}&gt;&#10;                &lt;Text style={{ fontSize: 22, fontWeight: 'bold', color: '#CB6B28' }}&gt;混进同一闭包应阻断&lt;/Text&gt;&#10;                &lt;Box style={{ width: 40, height: 3, background: '#CB6B28' }} /&gt;&#10;                &lt;Text style={{ fontSize: 15, color: '#20344B', lineHeight: 1.6 }}&gt;同 key、不同内容的两份 Skill 如果混进一个资源闭包，应当得到冲突诊断。&lt;/Text&gt;&#10;                &lt;Text style={{ fontSize: 15, color: '#20344B', lineHeight: 1.6 }}&gt;不能静默覆盖之后，对外声称已经做过了对照。&lt;/Text&gt;&#10;            &lt;/Box&gt;&#10;&#10;            &lt;Box style={{ width: 480, height: 148, background: '#EDF4FC', borderRadius: 10, padding: '20px 22px', flexDirection: 'column', gap: 8, justifyContent: 'center' }}&gt;&#10;                &lt;Text style={{ fontSize: 20, fontWeight: 'bold', color: '#276FBF' }}&gt;保存不会回写历史&lt;/Text&gt;&#10;                &lt;Text style={{ fontSize: 15, color: '#546779', lineHeight: 1.6 }}&gt;公共 Skill 保存之后，既有实验也不会自动更新，历史运行读的仍是当时的版本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对照只替换这一个段落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00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两份内容要分开保存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1943100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800100" y="22098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90600" y="2238375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同一标识与相同依赖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90600" y="250507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两组使用同一个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skill_key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和相同依赖，变化的只是决策段内容。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3162300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800100" y="34290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90600" y="3457575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分别保存于独立副本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90600" y="372427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两份材料各自保存在自己的实验副本中，不共享一份公共资源。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381500"/>
            <a:ext cx="60960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00100" y="46482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90600" y="4676775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不是跟随公共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Revision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90600" y="4943475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它们是内容不同的两个实验，不是运行时跟随某个公共资源的版本。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010400" y="1828800"/>
            <a:ext cx="4572000" cy="2209800"/>
          </a:xfrm>
          <a:prstGeom prst="roundRect">
            <a:avLst>
              <a:gd name="adj" fmla="val 431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219950" y="223837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混进同一闭包应阻断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7219950" y="259080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219950" y="2714625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key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、不同内容的两份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如果混进一个资源闭包，应当得到冲突诊断。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219950" y="3362325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不能静默覆盖之后，对外声称已经做过了对照。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7010400" y="4191000"/>
            <a:ext cx="4572000" cy="1409700"/>
          </a:xfrm>
          <a:prstGeom prst="roundRect">
            <a:avLst>
              <a:gd name="adj" fmla="val 675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219950" y="4467225"/>
            <a:ext cx="415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保存不会回写历史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219950" y="4772025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保存之后，既有实验也不会自动更新，历史运行读的仍是当时的版本。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22" name="" descr="&lt;Slide notes={`作者最后留下三样东西：两份最终全文、精确的文本差异，以及内容摘要。&#10;&#10;这三样分工不同。摘要帮助确认材料身份，让你知道拿到的到底是哪一份；正文差异才解释实验的含义，因为读者要看到的是真正改变的那几行。&#10;&#10;有一件事要提前说清楚。两个包哈希不同，只能说明它们不是同一个文件，不能单独证明它们只差澄清策略。要支持这个说法，还要逐一核对地图、人物、初始知识、工具、模型与窗口是否一致。任何一项在两组之间不同，都会让「唯一变量」这个前提站不住。&#10;&#10;所以正式核对时我会按这个清单走一遍，把不一致的地方写进记录，而不是只在结论里说一句条件相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3　对照只替换这一个段落&lt;/Text&gt;&#10;            &lt;Text style={{ fontSize: 34, fontWeight: 'bold', color: '#20344B' }}&gt;摘要证明身份，差异解释含义&lt;/Text&gt;&#10;        &lt;/Box&gt;&#10;    &lt;/Box&gt;&#10;&#10;    &lt;Box style={{ height: 540, flexDirection: 'column', justifyContent: 'center', gap: 10 }}&gt;&#10;&#10;        &lt;Text style={{ fontSize: 16, color: '#546779', width: 1152 }}&gt;作者应保留两份最终全文、精确文本差异和内容摘要，三样各有各的用处。&lt;/Text&gt;&#10;&#10;        &lt;Box style={{ flexDirection: 'row', gap: 32 }}&gt;&#10;            &lt;Box style={{ width: 560, height: 150, background: '#EDF4FC', borderRadius: 10, padding: '18px 22px', flexDirection: 'column', gap: 8, justifyContent: 'center' }}&gt;&#10;                &lt;Text style={{ fontSize: 20, fontWeight: 'bold', color: '#276FBF' }}&gt;内容摘要&lt;/Text&gt;&#10;                &lt;Text style={{ fontSize: 15, color: '#546779', lineHeight: 1.6 }}&gt;帮助确认材料身份，说明手里这一份到底是哪一版。&lt;/Text&gt;&#10;            &lt;/Box&gt;&#10;            &lt;Box style={{ width: 560, height: 150, background: '#ECF7F2', borderRadius: 10, padding: '18px 22px', flexDirection: 'column', gap: 8, justifyContent: 'center' }}&gt;&#10;                &lt;Text style={{ fontSize: 20, fontWeight: 'bold', color: '#26816B' }}&gt;精确文本差异&lt;/Text&gt;&#10;                &lt;Text style={{ fontSize: 15, color: '#546779', lineHeight: 1.6 }}&gt;正文差异才解释实验含义，读者要看到真正改变的那几行。&lt;/Text&gt;&#10;            &lt;/Box&gt;&#10;        &lt;/Box&gt;&#10;&#10;        &lt;Box style={{ width: 1152, height: 100, background: '#FFF4E6', borderRadius: 10, padding: '16px 22px', flexDirection: 'column', gap: 6, justifyContent: 'center' }}&gt;&#10;            &lt;Text style={{ fontSize: 17, fontWeight: 'bold', color: '#CB6B28' }}&gt;哈希不同不能单独证明「只差澄清策略」&lt;/Text&gt;&#10;            &lt;Text style={{ fontSize: 15, color: '#20344B', lineHeight: 1.5 }}&gt;两个包哈希不同只说明它们不是同一个文件；要支持唯一变量的说法，还要核对其余装配项。&lt;/Text&gt;&#10;        &lt;/Box&gt;&#10;&#10;        &lt;Box style={{ flexDirection: 'row', gap: 12 }}&gt;&#10;            &lt;Box style={{ width: 180, height: 52, background: '#F4F7FA', borderRadius: 8, justifyContent: 'center', alignItems: 'center' }}&gt;&#10;                &lt;Text style={{ fontSize: 15, color: '#20344B' }}&gt;地图&lt;/Text&gt;&#10;            &lt;/Box&gt;&#10;            &lt;Box style={{ width: 180, height: 52, background: '#F4F7FA', borderRadius: 8, justifyContent: 'center', alignItems: 'center' }}&gt;&#10;                &lt;Text style={{ fontSize: 15, color: '#20344B' }}&gt;人物&lt;/Text&gt;&#10;            &lt;/Box&gt;&#10;            &lt;Box style={{ width: 180, height: 52, background: '#F4F7FA', borderRadius: 8, justifyContent: 'center', alignItems: 'center' }}&gt;&#10;                &lt;Text style={{ fontSize: 15, color: '#20344B' }}&gt;初始知识&lt;/Text&gt;&#10;            &lt;/Box&gt;&#10;            &lt;Box style={{ width: 180, height: 52, background: '#F4F7FA', borderRadius: 8, justifyContent: 'center', alignItems: 'center' }}&gt;&#10;                &lt;Text style={{ fontSize: 15, color: '#20344B' }}&gt;工具&lt;/Text&gt;&#10;            &lt;/Box&gt;&#10;            &lt;Box style={{ width: 180, height: 52, background: '#F4F7FA', borderRadius: 8, justifyContent: 'center', alignItems: 'center' }}&gt;&#10;                &lt;Text style={{ fontSize: 15, color: '#20344B' }}&gt;模型&lt;/Text&gt;&#10;            &lt;/Box&gt;&#10;            &lt;Box style={{ width: 180, height: 52, background: '#F4F7FA', borderRadius: 8, justifyContent: 'center', alignItems: 'center' }}&gt;&#10;                &lt;Text style={{ fontSize: 15, color: '#20344B' }}&gt;窗口&lt;/Text&gt;&#10;            &lt;/Box&gt;&#10;        &lt;/Box&gt;&#10;&#10;        &lt;Text style={{ fontSize: 14, color: '#546779', width: 1152 }}&gt;以上六项逐项核对，任一项不同，唯一变量的前提就不成立。&lt;/Text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对照只替换这一个段落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摘要证明身份，差异解释含义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作者应保留两份最终全文、精确文本差异和内容摘要，三样各有各的用处。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2200275"/>
            <a:ext cx="53340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19150" y="262890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内容摘要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19150" y="293370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帮助确认材料身份，说明手里这一份到底是哪一版。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248400" y="2200275"/>
            <a:ext cx="5334000" cy="142875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57950" y="262890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精确文本差异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57950" y="293370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正文差异才解释实验含义，读者要看到真正改变的那几行。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37242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19150" y="394335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哈希不同不能单独证明「只差澄清策略」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19150" y="4200525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两个包哈希不同只说明它们不是同一个文件；要支持唯一变量的说法，还要核对其余装配项。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4772025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323975" y="4933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2438400" y="4772025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152775" y="4933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人物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67200" y="4772025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838700" y="49339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初始知识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0" y="4772025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810375" y="4933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924800" y="4772025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639175" y="4933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753600" y="4772025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467975" y="4933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53625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以上六项逐项核对，任一项不同，唯一变量的前提就不成立。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notes={`咨询台只是四份材料里的一份。另外三份同样要写到「什么证据触发下一步」这个程度，否则整组行为只有一份能复核。&#10;&#10;共同 Brain 驱动四名来访者和余真。来访者部分要说明：只持有自己的需求，首次提交指定话语，被问才补充，收到建议后保留来源并用已知地址导航，接近对象后取真实交互项，再以真实发言确认下一步。&#10;&#10;余真的分支只为实际求助者说明咨询入口和已知地址，不替四人分类，也不读评分表。两个窗口要写明目的不清就问、属于范围就说明准备信息、不属于就解释分工并指向正确窗口，并按真实请求 ID 提交答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4　精确 Skill 与行为审阅&lt;/Text&gt;&#10;            &lt;Text style={{ fontSize: 34, fontWeight: 'bold', color: '#20344B' }}&gt;知识块 ④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④&lt;/Text&gt;&#10;&#10;        &lt;Text style={{ fontSize: 56, fontWeight: 'bold', color: '#20344B', lineHeight: 1.15 }}&gt;其余三份材料怎样写完整&lt;/Text&gt;&#10;&#10;        &lt;Box style={{ width: 72, height: 4, background: '#276FBF' }} /&gt;&#10;&#10;        &lt;Text style={{ fontSize: 18, color: '#546779', lineHeight: 1.7, width: 900 }}&gt;共同 Brain、余真的分支与两个窗口，同样要写明什么证据触发下一步。&lt;/Text&gt;&#10;&#10;        &lt;Box style={{ flexDirection: 'row', alignItems: 'center', marginTop: 6 }}&gt;&#10;            &lt;Box style={{ width: 300, height: 64, background: '#F4F7FA', borderRadius: 8, justifyContent: 'center', alignItems: 'center' }}&gt;&#10;                &lt;Text style={{ fontSize: 18, color: '#20344B' }}&gt;共同 Brain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余真分支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两个窗口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其余三份材料怎样写完整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4114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共同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、余真的分支与两个窗口，同样要写明什么证据触发下一步。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096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628775" y="5067300"/>
            <a:ext cx="81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共同</a:t>
            </a:r>
            <a:r>
              <a:rPr lang="en-US" sz="1350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6385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862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972050" y="5067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余真分支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9151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1628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248650" y="5067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两个窗口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1" name="" descr="&lt;Slide notes={`来访者这边的行为最容易写得含糊，我把它拆成六条可以检查的动作。&#10;&#10;他只持有自己的需求，首次提交的是指定话语，也就是带着刻意含糊的那句请求。只有被询问目的时才补充信息。收到建议之后，他要保留建议来源，并且用自己实际已经知道的地址去导航，而不是凭空知道新地点。&#10;&#10;接近对象之后取真实交互项；收到适配窗口的回复以后，再用真实发言或后续交互确认下一步。这里的关键是分开判断：移动、请求、收到答复是三件事。&#10;&#10;所以「我知道了」这句话不能替代闭环证据。我们要求的是能指出哪一步提交、哪一步接收、哪一步产生了新的认识，而不是只听人物自己说他明白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4　其余三份材料怎样写完整&lt;/Text&gt;&#10;            &lt;Text style={{ fontSize: 34, fontWeight: 'bold', color: '#20344B' }}&gt;共同 Brain 的来访者部分&lt;/Text&gt;&#10;        &lt;/Box&gt;&#10;    &lt;/Box&gt;&#10;&#10;    &lt;Box style={{ height: 540, flexDirection: 'column', justifyContent: 'center', gap: 10 }}&gt;&#10;&#10;        &lt;Box style={{ flexDirection: 'row', gap: 32 }}&gt;&#10;&#10;            &lt;Box style={{ width: 700, flexDirection: 'column', gap: 6 }}&gt;&#10;&#10;                &lt;Box style={{ width: 700, height: 54, background: '#F4F7FA', borderRadius: 8, padding: '0 16px', flexDirection: 'row', alignItems: 'center', gap: 12 }}&gt;&#10;                    &lt;Box style={{ width: 4, height: 32, background: '#276FBF' }} /&gt;&#10;                    &lt;Text style={{ fontSize: 15, color: '#20344B', width: 640 }}&gt;只持有自己的需求&lt;/Text&gt;&#10;                &lt;/Box&gt;&#10;&#10;                &lt;Box style={{ width: 700, height: 54, background: '#F4F7FA', borderRadius: 8, padding: '0 16px', flexDirection: 'row', alignItems: 'center', gap: 12 }}&gt;&#10;                    &lt;Box style={{ width: 4, height: 32, background: '#276FBF' }} /&gt;&#10;                    &lt;Text style={{ fontSize: 15, color: '#20344B', width: 640 }}&gt;首次提交指定话语&lt;/Text&gt;&#10;                &lt;/Box&gt;&#10;&#10;                &lt;Box style={{ width: 700, height: 54, background: '#F4F7FA', borderRadius: 8, padding: '0 16px', flexDirection: 'row', alignItems: 'center', gap: 12 }}&gt;&#10;                    &lt;Box style={{ width: 4, height: 32, background: '#276FBF' }} /&gt;&#10;                    &lt;Text style={{ fontSize: 15, color: '#20344B', width: 640 }}&gt;被询问目的才补充&lt;/Text&gt;&#10;                &lt;/Box&gt;&#10;&#10;                &lt;Box style={{ width: 700, height: 54, background: '#F4F7FA', borderRadius: 8, padding: '0 16px', flexDirection: 'row', alignItems: 'center', gap: 12 }}&gt;&#10;                    &lt;Box style={{ width: 4, height: 32, background: '#276FBF' }} /&gt;&#10;                    &lt;Text style={{ fontSize: 15, color: '#20344B', width: 640 }}&gt;收到建议后保留来源，使用实际已知地址导航&lt;/Text&gt;&#10;                &lt;/Box&gt;&#10;&#10;                &lt;Box style={{ width: 700, height: 54, background: '#F4F7FA', borderRadius: 8, padding: '0 16px', flexDirection: 'row', alignItems: 'center', gap: 12 }}&gt;&#10;                    &lt;Box style={{ width: 4, height: 32, background: '#276FBF' }} /&gt;&#10;                    &lt;Text style={{ fontSize: 15, color: '#20344B', width: 640 }}&gt;接近对象后取真实交互项&lt;/Text&gt;&#10;                &lt;/Box&gt;&#10;&#10;                &lt;Box style={{ width: 700, height: 54, background: '#ECF7F2', borderRadius: 8, padding: '0 16px', flexDirection: 'row', alignItems: 'center', gap: 12 }}&gt;&#10;                    &lt;Box style={{ width: 4, height: 32, background: '#26816B' }} /&gt;&#10;                    &lt;Text style={{ fontSize: 15, color: '#20344B', width: 640 }}&gt;收到适配窗口回复后，以真实发言或后续交互确认下一步&lt;/Text&gt;&#10;                &lt;/Box&gt;&#10;&#10;            &lt;/Box&gt;&#10;&#10;            &lt;Box style={{ width: 420, flexDirection: 'column', justifyContent: 'center', gap: 16 }}&gt;&#10;&#10;                &lt;Box style={{ width: 420, height: 210, background: '#FFF4E6', borderRadius: 10, padding: '18px 20px', flexDirection: 'column', gap: 8, justifyContent: 'center' }}&gt;&#10;                    &lt;Text style={{ fontSize: 22, fontWeight: 'bold', color: '#CB6B28' }}&gt;「我知道了」不算证据&lt;/Text&gt;&#10;                    &lt;Box style={{ width: 40, height: 3, background: '#CB6B28' }} /&gt;&#10;                    &lt;Text style={{ fontSize: 15, color: '#20344B', lineHeight: 1.6 }}&gt;移动、请求与收到答复分开判断，不让一句话代替闭环证据。&lt;/Text&gt;&#10;                &lt;/Box&gt;&#10;&#10;                &lt;Box style={{ width: 420, height: 150, background: '#F4F7FA', borderRadius: 10, padding: '18px 20px', flexDirection: 'column', gap: 8, justifyContent: 'center' }}&gt;&#10;                    &lt;Text style={{ fontSize: 20, fontWeight: 'bold', color: '#20344B' }}&gt;不共享私有记忆&lt;/Text&gt;&#10;                    &lt;Text style={{ fontSize: 15, color: '#546779', lineHeight: 1.6 }}&gt;使用同一个 Brain，并不等于四名来访者之间可以互相读取记忆。&lt;/Text&gt;&#10;                &lt;/Box&gt;&#10;&#10;            &lt;/Box&gt;&#10;&#10;        &lt;/Box&gt;&#10;&#10;        &lt;Box style={{ width: 1152, height: 66, background: '#EDF4FC', borderRadius: 10, padding: '0 22px', flexDirection: 'row', alignItems: 'center', gap: 16 }}&gt;&#10;            &lt;Text style={{ fontSize: 16, fontWeight: 'bold', color: '#276FBF', width: 220 }}&gt;逐项检查&lt;/Text&gt;&#10;            &lt;Text style={{ fontSize: 15, color: '#20344B', width: 880 }}&gt;四份全文是否都明确回答了「什么证据触发下一步」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38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其余三份材料怎样写完整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38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共同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的来访者部分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1562100"/>
            <a:ext cx="6667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762000" y="16668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14400" y="173355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只持有自己的需求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2133600"/>
            <a:ext cx="6667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762000" y="22383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14400" y="230505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首次提交指定话语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2705100"/>
            <a:ext cx="6667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762000" y="28098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14400" y="287655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被询问目的才补充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3276600"/>
            <a:ext cx="6667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762000" y="33813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收到建议后保留来源，使用实际已知地址导航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3848100"/>
            <a:ext cx="66675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762000" y="39528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接近对象后取真实交互项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4419600"/>
            <a:ext cx="6667500" cy="514350"/>
          </a:xfrm>
          <a:prstGeom prst="roundRect">
            <a:avLst>
              <a:gd name="adj" fmla="val 148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2" name=""/>
          <p:cNvSpPr/>
          <p:nvPr/>
        </p:nvSpPr>
        <p:spPr>
          <a:xfrm rot="0" flipH="0" flipV="0">
            <a:off x="762000" y="4524375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14400" y="4591050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收到适配窗口回复后，以真实发言或后续交互确认下一步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581900" y="1562100"/>
            <a:ext cx="4000500" cy="2000250"/>
          </a:xfrm>
          <a:prstGeom prst="roundRect">
            <a:avLst>
              <a:gd name="adj" fmla="val 476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772400" y="20669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「我知道了」不算证据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772400" y="240030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772400" y="2505075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移动、请求与收到答复分开判断，不让一句话代替闭环证据。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7581900" y="3714750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772400" y="400050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不共享私有记忆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772400" y="4305300"/>
            <a:ext cx="3619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使用同一个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，并不等于四名来访者之间可以互相读取记忆。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5238750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19150" y="5457825"/>
            <a:ext cx="2076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逐项检查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048000" y="5467350"/>
            <a:ext cx="8324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四份全文是否都明确回答了「什么证据触发下一步」。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6" name="" descr="&lt;Slide notes={`余真和两个窗口的写法可以放在一起看，因为它们都在处理「别人来问路」这件事。&#10;&#10;余真的分支只为实际求助者说明咨询入口和已知地址。他不主动替四个人分类，也不读取评分表。这一点很重要：引导员知道流程，但不应该知道谁该得多少分，否则他会替角色做判断。&#10;&#10;两个窗口的根 Skill 有四条公共要求：目的不清就询问；属于自身范围就说明准备信息；不属于自身范围就解释分工并指回正确窗口；所有答复按真实请求 ID 提交。A 和 B 的区别只是已经固定的服务范围，在基线和对照中各自保持一致。&#10;&#10;另外要注意，对象可以在同一轮处理多个请求，这是系统能力，本案不把它解释成现实中的排队吞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4　其余三份材料怎样写完整&lt;/Text&gt;&#10;            &lt;Text style={{ fontSize: 34, fontWeight: 'bold', color: '#20344B' }}&gt;余真与两个窗口的分工&lt;/Text&gt;&#10;        &lt;/Box&gt;&#10;    &lt;/Box&gt;&#10;&#10;    &lt;Box style={{ height: 540, flexDirection: 'column', justifyContent: 'center', gap: 12 }}&gt;&#10;&#10;        &lt;Text style={{ fontSize: 16, color: '#546779', width: 1152 }}&gt;三份材料各自写清界线：谁知道流程、谁负责范围、谁按什么标识提交答复。&lt;/Text&gt;&#10;&#10;        &lt;Box style={{ flexDirection: 'row', gap: 24 }}&gt;&#10;&#10;            &lt;Box style={{ width: 368, height: 300, background: '#F4F7FA', borderRadius: 10, padding: '18px 20px', flexDirection: 'column', gap: 10, justifyContent: 'center' }}&gt;&#10;                &lt;Text style={{ fontSize: 20, fontWeight: 'bold', color: '#20344B' }}&gt;余真的分支&lt;/Text&gt;&#10;                &lt;Box style={{ width: 40, height: 3, background: '#276FBF' }} /&gt;&#10;                &lt;Text style={{ fontSize: 15, color: '#546779', lineHeight: 1.7 }}&gt;只为实际求助者说明咨询入口和已知地址。{'\n\n'}不主动替四人分类。{'\n\n'}不读取评分表。{'\n\n'}知道流程，不替角色做判断。&lt;/Text&gt;&#10;            &lt;/Box&gt;&#10;&#10;            &lt;Box style={{ width: 368, height: 300, background: '#EDF4FC', borderRadius: 10, padding: '18px 20px', flexDirection: 'column', gap: 10, justifyContent: 'center' }}&gt;&#10;                &lt;Text style={{ fontSize: 20, fontWeight: 'bold', color: '#276FBF' }}&gt;两个窗口的公共写法&lt;/Text&gt;&#10;                &lt;Box style={{ width: 40, height: 3, background: '#276FBF' }} /&gt;&#10;                &lt;Text style={{ fontSize: 15, color: '#546779', lineHeight: 1.7 }}&gt;目的不清就询问。{'\n\n'}属于自身范围就说明准备信息。{'\n\n'}不属于自身范围就解释分工并指向正确窗口。{'\n\n'}按真实请求 ID 提交答复。&lt;/Text&gt;&#10;            &lt;/Box&gt;&#10;&#10;            &lt;Box style={{ width: 368, height: 300, background: '#ECF7F2', borderRadius: 10, padding: '18px 20px', flexDirection: 'column', gap: 10, justifyContent: 'center' }}&gt;&#10;                &lt;Text style={{ fontSize: 20, fontWeight: 'bold', color: '#26816B' }}&gt;A 与 B 的区别&lt;/Text&gt;&#10;                &lt;Box style={{ width: 40, height: 3, background: '#26816B' }} /&gt;&#10;                &lt;Text style={{ fontSize: 15, color: '#546779', lineHeight: 1.7 }}&gt;A 负责活动场地使用咨询。{'\n\n'}B 负责现有设施问题咨询。{'\n\n'}服务范围已固定，在基线和对照中各自保持一致。{'\n\n'}对象可同轮处理多个请求。&lt;/Text&gt;&#10;            &lt;/Box&gt;&#10;&#10;        &lt;/Box&gt;&#10;&#10;        &lt;Box style={{ width: 1152, height: 76, background: '#FFF4E6', borderRadius: 10, padding: '0 22px', flexDirection: 'column', gap: 2, justifyContent: 'center' }}&gt;&#10;            &lt;Text style={{ fontSize: 16, fontWeight: 'bold', color: '#CB6B28' }}&gt;两个容易越界的地方&lt;/Text&gt;&#10;            &lt;Text style={{ fontSize: 15, color: '#20344B' }}&gt;同轮处理多个请求不解释为现实排队吞吐；人物互相说话每次只有一个实际接收者，不能在一句发言里写出双方回答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其余三份材料怎样写完整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余真与两个窗口的分工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三份材料各自写清界线：谁知道流程、谁负责范围、谁按什么标识提交答复。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2019300"/>
            <a:ext cx="3505200" cy="28575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00100" y="2200275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余真的分支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800100" y="2524125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00100" y="2647950"/>
            <a:ext cx="3124200" cy="2047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只为实际求助者说明咨询入口和已知地址。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不主动替四人分类。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不读取评分表。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知道流程，不替角色做判断。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343400" y="2019300"/>
            <a:ext cx="3505200" cy="28575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533900" y="2200275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两个窗口的公共写法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533900" y="2524125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533900" y="2647950"/>
            <a:ext cx="3124200" cy="20478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目的不清就询问。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属于自身范围就说明准备信息。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不属于自身范围就解释分工并指向正确窗口。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按真实请求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提交答复。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077200" y="2019300"/>
            <a:ext cx="3505200" cy="2857500"/>
          </a:xfrm>
          <a:prstGeom prst="roundRect">
            <a:avLst>
              <a:gd name="adj" fmla="val 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267700" y="2057400"/>
            <a:ext cx="3124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与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的区别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267700" y="2381250"/>
            <a:ext cx="3810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267700" y="2505075"/>
            <a:ext cx="3124200" cy="2333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负责活动场地使用咨询。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负责现有设施问题咨询。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服务范围已固定，在基线和对照中各自保持一致。</a:t>
            </a:r>
            <a:r>
              <a:rPr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对象可同轮处理多个请求。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49911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19150" y="516255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两个容易越界的地方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19150" y="5372100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同轮处理多个请求不解释为现实排队吞吐；人物互相说话每次只有一个实际接收者，不能在一句发言里写出双方回答。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29" name="" descr="&lt;Slide notes={`初稿定稿前我会再走一遍四份全文，专门看「什么证据触发下一步」写清楚了没有。这一遍里最容易犯的错，是为了让对照好看而改掉人物的初始话语。&#10;&#10;比如孟川最初只说设施好像有问题，没有点明灯坏了。如果为了省事让他一开口就说「灯坏了」，那么澄清策略要处理的场景就不存在了，研究条件已经改变，后面无论测出什么都不能说明原来的问题。&#10;&#10;同样要注意导航知识。自然语言的回答里给出了地址，并不会自动更新人物已经知道的地址，四个 Arena 的已知地址要按两组相同的装配准备。写材料时顺手把知识补齐，看起来是善意，实际上是在两组之外又加了一个变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4　其余三份材料怎样写完整&lt;/Text&gt;&#10;            &lt;Text style={{ fontSize: 34, fontWeight: 'bold', color: '#20344B' }}&gt;刻意含糊必须保留&lt;/Text&gt;&#10;        &lt;/Box&gt;&#10;    &lt;/Box&gt;&#10;&#10;    &lt;Box style={{ height: 540, flexDirection: 'row', alignItems: 'center', gap: 32 }}&gt;&#10;&#10;        &lt;Box style={{ width: 620, flexDirection: 'column', justifyContent: 'center', gap: 16 }}&gt;&#10;            &lt;Box style={{ width: 620, height: 300, background: '#FFF4E6', borderRadius: 10, padding: '24px 26px', flexDirection: 'column', gap: 12, justifyContent: 'center' }}&gt;&#10;                &lt;Text style={{ fontSize: 22, fontWeight: 'bold', color: '#CB6B28' }}&gt;一个看起来更省事的改法&lt;/Text&gt;&#10;                &lt;Box style={{ width: 40, height: 3, background: '#CB6B28' }} /&gt;&#10;                &lt;Text style={{ fontSize: 17, color: '#20344B', lineHeight: 1.7 }}&gt;为了让对照跑得更顺，让孟川一开口就说「灯坏了」。&lt;/Text&gt;&#10;                &lt;Box style={{ width: 500, height: 76, background: '#FFFFFF', borderRadius: 8, padding: '0 18px', justifyContent: 'center' }}&gt;&#10;                    &lt;Text style={{ fontSize: 15, color: '#546779', lineHeight: 1.5 }}&gt;关键目的已经写在第一句话里，「先澄清」这一组就没有需要澄清的场景了。&lt;/Text&gt;&#10;                &lt;/Box&gt;&#10;                &lt;Text style={{ fontSize: 17, fontWeight: 'bold', color: '#CB6B28', lineHeight: 1.6 }}&gt;研究条件已经改变，结论无法归因。&lt;/Text&gt;&#10;            &lt;/Box&gt;&#10;        &lt;/Box&gt;&#10;&#10;        &lt;Box style={{ width: 500, flexDirection: 'column', justifyContent: 'center', gap: 12 }}&gt;&#10;&#10;            &lt;Box style={{ width: 500, height: 116, background: '#F4F7FA', borderRadius: 10, padding: '16px 20px', flexDirection: 'column', gap: 6, justifyContent: 'center' }}&gt;&#10;                &lt;Text style={{ fontSize: 18, fontWeight: 'bold', color: '#20344B' }}&gt;逐项检查触发证据&lt;/Text&gt;&#10;                &lt;Text style={{ fontSize: 15, color: '#546779', lineHeight: 1.5 }}&gt;四份全文是否都明确了「什么证据触发下一步」。&lt;/Text&gt;&#10;            &lt;/Box&gt;&#10;&#10;            &lt;Box style={{ width: 500, height: 116, background: '#EDF4FC', borderRadius: 10, padding: '16px 20px', flexDirection: 'column', gap: 6, justifyContent: 'center' }}&gt;&#10;                &lt;Text style={{ fontSize: 18, fontWeight: 'bold', color: '#276FBF' }}&gt;保留初始含糊&lt;/Text&gt;&#10;                &lt;Text style={{ fontSize: 15, color: '#546779', lineHeight: 1.5 }}&gt;人物初始请求的刻意含糊是研究设定，不能在整理材料时被抹平。&lt;/Text&gt;&#10;            &lt;/Box&gt;&#10;&#10;            &lt;Box style={{ width: 500, height: 116, background: '#ECF7F2', borderRadius: 10, padding: '16px 20px', flexDirection: 'column', gap: 6, justifyContent: 'center' }}&gt;&#10;                &lt;Text style={{ fontSize: 18, fontWeight: 'bold', color: '#26816B' }}&gt;地址不会自动更新&lt;/Text&gt;&#10;                &lt;Text style={{ fontSize: 15, color: '#546779', lineHeight: 1.5 }}&gt;自然语言回答给出地址，不更新导航知识；四个 Arena 的已知地址按两组相同装配准备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其余三份材料怎样写完整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刻意含糊必须保留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2286000"/>
            <a:ext cx="5905500" cy="285750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57250" y="2657475"/>
            <a:ext cx="5410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一个看起来更省事的改法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857250" y="302895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57250" y="3171825"/>
            <a:ext cx="54102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为了让对照跑得更顺，让孟川一开口就说「灯坏了」。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857250" y="3619500"/>
            <a:ext cx="47625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028700" y="3724275"/>
            <a:ext cx="4419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关键目的已经写在第一句话里，「先澄清」这一组就没有需要澄清的场景了。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57250" y="4457700"/>
            <a:ext cx="54102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研究条件已经改变，结论无法归因。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819900" y="1943100"/>
            <a:ext cx="47625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010400" y="2238375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逐项检查触发证据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010400" y="250507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四份全文是否都明确了「什么证据触发下一步」。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819900" y="3162300"/>
            <a:ext cx="47625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010400" y="3457575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保留初始含糊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010400" y="372427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人物初始请求的刻意含糊是研究设定，不能在整理材料时被抹平。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819900" y="4381500"/>
            <a:ext cx="47625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010400" y="4543425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地址不会自动更新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010400" y="4810125"/>
            <a:ext cx="4381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自然语言回答给出地址，不更新导航知识；四个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的已知地址按两组相同装配准备。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2" name="" descr="&lt;Slide notes={`材料写完只是第一步，真正决定交付质量的是审阅。&#10;&#10;审读两组 SOP 时，我用四类反例分别检查四件事。第一类是决策时机：边问边猜，问题发出去了，却在拿到关键回答之前就给了建议。第二类是完成证据：提前写完成，只发出一个请求，就在记忆里记成「已确认」。&#10;&#10;第三类是对照条件：额外加能力，只给其中一组加一个强模型的审阅子 Skill，即使效果更好，比较已经不再是唯一变量。第四类是停止条件：同一目的已经明确，咨询台仍然不断追问，属于行为偏离。&#10;&#10;这些是待排除的教学反例，不是本案已经发生的失败记录。它们的用处是让审阅有具体的撞点，而不是笼统地说「看起来没问题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4　精确 Skill 与行为审阅&lt;/Text&gt;&#10;            &lt;Text style={{ fontSize: 34, fontWeight: 'bold', color: '#20344B' }}&gt;知识块 ⑤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⑤&lt;/Text&gt;&#10;&#10;        &lt;Text style={{ fontSize: 56, fontWeight: 'bold', color: '#20344B', lineHeight: 1.15 }}&gt;作者与观察者分别审什么&lt;/Text&gt;&#10;&#10;        &lt;Box style={{ width: 72, height: 4, background: '#276FBF' }} /&gt;&#10;&#10;        &lt;Text style={{ fontSize: 18, color: '#546779', lineHeight: 1.7, width: 900 }}&gt;用四类反例分别检查决策时机、完成证据、对照条件与停止条件。&lt;/Text&gt;&#10;&#10;        &lt;Box style={{ flexDirection: 'row', alignItems: 'center', marginTop: 6 }}&gt;&#10;            &lt;Box style={{ width: 300, height: 64, background: '#FFF4E6', borderRadius: 8, justifyContent: 'center', alignItems: 'center' }}&gt;&#10;                &lt;Text style={{ fontSize: 18, color: '#CB6B28' }}&gt;四类反例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两种闭包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一份交付记录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1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⑤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作者与观察者分别审什么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4114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用四类反例分别检查决策时机、完成证据、对照条件与停止条件。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695450" y="5067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四类反例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6385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8862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972050" y="5067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两种闭包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9151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1628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077200" y="506730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一份交付记录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notes={`这四个分支，对应四类可以立刻上手的检查。&#10;&#10;边问边猜检查决策时机：问题问了，建议也给了，但顺序不对。提前写完成检查完成证据：材料里写着「已确认」，可翻遍记录只有一个请求，没有对象的回复，也没有下一轮的接收。&#10;&#10;额外加能力检查对照条件：如果只给对照组加一个强模型的审阅子 Skill，即使结果更好，也不能归因于决策段，因为方法和依赖同时变了。停止条件检查循环行为：同一目的已经说明白了，咨询台还在反复追问。&#10;&#10;还有一个边界要留住。如果人物被正确地拒绝，那可能只是工具参数不合法，不能为了让案例继续而绕过校验；发现实际系统问题时，按项目约定留证并停止相应验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5　作者与观察者分别审什么&lt;/Text&gt;&#10;            &lt;Text style={{ fontSize: 34, fontWeight: 'bold', color: '#20344B' }}&gt;四类反例&lt;/Text&gt;&#10;        &lt;/Box&gt;&#10;    &lt;/Box&gt;&#10;&#10;    &lt;Box style={{ height: 540, flexDirection: 'column', justifyContent: 'center', gap: 10 }}&gt;&#10;&#10;        &lt;Box style={{ width: 1152, height: 64, background: '#20344B', borderRadius: 10, justifyContent: 'center', alignItems: 'center' }}&gt;&#10;            &lt;Text style={{ fontSize: 20, fontWeight: 'bold', color: '#FFFFFF' }}&gt;四类反例，帮助审阅 SOP&lt;/Text&gt;&#10;        &lt;/Box&gt;&#10;&#10;        &lt;Box style={{ flexDirection: 'row', gap: 16 }}&gt;&#10;            &lt;Box style={{ width: 276, height: 34, justifyContent: 'center', alignItems: 'center' }}&gt;&#10;                &lt;Text style={{ fontSize: 20, color: '#CB6B28' }}&gt;↓&lt;/Text&gt;&#10;            &lt;/Box&gt;&#10;            &lt;Box style={{ width: 276, height: 34, justifyContent: 'center', alignItems: 'center' }}&gt;&#10;                &lt;Text style={{ fontSize: 20, color: '#CB6B28' }}&gt;↓&lt;/Text&gt;&#10;            &lt;/Box&gt;&#10;            &lt;Box style={{ width: 276, height: 34, justifyContent: 'center', alignItems: 'center' }}&gt;&#10;                &lt;Text style={{ fontSize: 20, color: '#CB6B28' }}&gt;↓&lt;/Text&gt;&#10;            &lt;/Box&gt;&#10;            &lt;Box style={{ width: 276, height: 34, justifyContent: 'center', alignItems: 'center' }}&gt;&#10;                &lt;Text style={{ fontSize: 20, color: '#CB6B28' }}&gt;↓&lt;/Text&gt;&#10;            &lt;/Box&gt;&#10;        &lt;/Box&gt;&#10;&#10;        &lt;Box style={{ flexDirection: 'row', gap: 16 }}&gt;&#10;&#10;            &lt;Box style={{ width: 276, height: 182, background: '#FFF4E6', borderRadius: 10, padding: '16px 18px', flexDirection: 'column', gap: 8, justifyContent: 'center' }}&gt;&#10;                &lt;Text style={{ fontSize: 20, fontWeight: 'bold', color: '#CB6B28' }}&gt;边问边猜&lt;/Text&gt;&#10;                &lt;Box style={{ width: 36, height: 3, background: '#CB6B28' }} /&gt;&#10;                &lt;Text style={{ fontSize: 14, color: '#20344B', lineHeight: 1.6 }}&gt;尚未收到补充就建议{'\n\n'}偏离预定澄清策略&lt;/Text&gt;&#10;            &lt;/Box&gt;&#10;&#10;            &lt;Box style={{ width: 276, height: 182, background: '#FFF4E6', borderRadius: 10, padding: '16px 18px', flexDirection: 'column', gap: 8, justifyContent: 'center' }}&gt;&#10;                &lt;Text style={{ fontSize: 20, fontWeight: 'bold', color: '#CB6B28' }}&gt;提前写完成&lt;/Text&gt;&#10;                &lt;Box style={{ width: 36, height: 3, background: '#CB6B28' }} /&gt;&#10;                &lt;Text style={{ fontSize: 14, color: '#20344B', lineHeight: 1.6 }}&gt;只发请求便记「已确认」{'\n\n'}缺少真实回复&lt;/Text&gt;&#10;            &lt;/Box&gt;&#10;&#10;            &lt;Box style={{ width: 276, height: 182, background: '#FFF4E6', borderRadius: 10, padding: '16px 18px', flexDirection: 'column', gap: 8, justifyContent: 'center' }}&gt;&#10;                &lt;Text style={{ fontSize: 20, fontWeight: 'bold', color: '#CB6B28' }}&gt;额外加能力&lt;/Text&gt;&#10;                &lt;Box style={{ width: 36, height: 3, background: '#CB6B28' }} /&gt;&#10;                &lt;Text style={{ fontSize: 14, color: '#20344B', lineHeight: 1.6 }}&gt;只给一组强模型子 Skill{'\n\n'}不再是唯一变量&lt;/Text&gt;&#10;            &lt;/Box&gt;&#10;&#10;            &lt;Box style={{ width: 276, height: 182, background: '#F4F7FA', borderRadius: 10, padding: '16px 18px', flexDirection: 'column', gap: 8, justifyContent: 'center' }}&gt;&#10;                &lt;Text style={{ fontSize: 20, fontWeight: 'bold', color: '#20344B' }}&gt;停止条件&lt;/Text&gt;&#10;                &lt;Box style={{ width: 36, height: 3, background: '#546779' }} /&gt;&#10;                &lt;Text style={{ fontSize: 14, color: '#20344B', lineHeight: 1.6 }}&gt;同一目的已明仍追问{'\n\n'}需要检查循环行为&lt;/Text&gt;&#10;            &lt;/Box&gt;&#10;&#10;        &lt;/Box&gt;&#10;&#10;        &lt;Text style={{ fontSize: 14, color: '#546779', width: 1152, marginTop: 4 }}&gt;这些是待排除的教学反例，不是本案已经发生的失败记录。&lt;/Text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作者与观察者分别审什么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0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四类反例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214312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010150" y="2333625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四类反例，帮助审阅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876425" y="2895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657725" y="2895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7439025" y="2895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0220325" y="28956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3267075"/>
            <a:ext cx="2628900" cy="1733550"/>
          </a:xfrm>
          <a:prstGeom prst="roundRect">
            <a:avLst>
              <a:gd name="adj" fmla="val 54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81050" y="354330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边问边猜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781050" y="3848100"/>
            <a:ext cx="3429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81050" y="3952875"/>
            <a:ext cx="22860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尚未收到补充就建议</a:t>
            </a:r>
            <a:r>
              <a:rPr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偏离预定澄清策略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390900" y="3267075"/>
            <a:ext cx="2628900" cy="1733550"/>
          </a:xfrm>
          <a:prstGeom prst="roundRect">
            <a:avLst>
              <a:gd name="adj" fmla="val 54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562350" y="354330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提前写完成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3562350" y="3848100"/>
            <a:ext cx="3429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562350" y="3952875"/>
            <a:ext cx="22860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只发请求便记「已确认」</a:t>
            </a:r>
            <a:r>
              <a:rPr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缺少真实回复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172200" y="3267075"/>
            <a:ext cx="2628900" cy="1733550"/>
          </a:xfrm>
          <a:prstGeom prst="roundRect">
            <a:avLst>
              <a:gd name="adj" fmla="val 54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343650" y="354330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额外加能力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343650" y="3848100"/>
            <a:ext cx="3429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343650" y="3952875"/>
            <a:ext cx="22860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只给一组强模型子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不再是唯一变量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8953500" y="3267075"/>
            <a:ext cx="2628900" cy="1733550"/>
          </a:xfrm>
          <a:prstGeom prst="roundRect">
            <a:avLst>
              <a:gd name="adj" fmla="val 549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124950" y="3543300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停止条件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9124950" y="3848100"/>
            <a:ext cx="342900" cy="28575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124950" y="3952875"/>
            <a:ext cx="22860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同一目的已明仍追问</a:t>
            </a:r>
            <a:r>
              <a:rPr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
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需要检查循环行为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51339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这些是待排除的教学反例，不是本案已经发生的失败记录。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47" name="" descr="&lt;Slide notes={`审阅要分成两种工作来看，因为它们的对象不一样。&#10;&#10;作者负责内容闭包：完整 Skill、人物资料、对象分工、初始空间和模型配置是否一致。他检查的是「我交出去的这组东西，内部有没有互相矛盾」。&#10;&#10;观察者负责证据闭包：什么记录足以证明询问确实发生、补充确实到达、建议确实被采用、窗口回复确实被理解。他检查的是「结论有没有支撑」，而不是「材料写得对不对」。&#10;&#10;这两种工作完全可以由同一个人承担，但审阅记录应该分开保存。原因很实际：一旦先知道了正确答案，人很容易在复述角色的经历时替他把细节补齐。分开记录，就是不给这种补写留空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5　作者与观察者分别审什么&lt;/Text&gt;&#10;            &lt;Text style={{ fontSize: 34, fontWeight: 'bold', color: '#20344B' }}&gt;内容闭包与证据闭包&lt;/Text&gt;&#10;        &lt;/Box&gt;&#10;    &lt;/Box&gt;&#10;&#10;    &lt;Box style={{ height: 540, flexDirection: 'column', justifyContent: 'center', gap: 12 }}&gt;&#10;&#10;        &lt;Text style={{ fontSize: 16, color: '#546779', width: 1152 }}&gt;两种审阅的对象不同：一个查材料内部是否一致，一个查结论是否有记录支撑。&lt;/Text&gt;&#10;&#10;        &lt;Box style={{ flexDirection: 'row', gap: 32 }}&gt;&#10;&#10;            &lt;Box style={{ width: 560, height: 296, background: '#EDF4FC', borderRadius: 10, padding: '22px 24px', flexDirection: 'column', gap: 10, justifyContent: 'center' }}&gt;&#10;                &lt;Text style={{ fontSize: 22, fontWeight: 'bold', color: '#276FBF' }}&gt;作者负责内容闭包&lt;/Text&gt;&#10;                &lt;Box style={{ width: 40, height: 3, background: '#276FBF' }} /&gt;&#10;                &lt;Text style={{ fontSize: 16, color: '#546779', lineHeight: 1.6 }}&gt;检查这几项在两组之间是否一致：&lt;/Text&gt;&#10;                &lt;Text style={{ fontSize: 16, color: '#20344B', lineHeight: 1.9 }}&gt;完整 Skill 全文{'\n'}人物资料{'\n'}对象分工{'\n'}初始空间与模型配置&lt;/Text&gt;&#10;            &lt;/Box&gt;&#10;&#10;            &lt;Box style={{ width: 560, height: 296, background: '#ECF7F2', borderRadius: 10, padding: '22px 24px', flexDirection: 'column', gap: 10, justifyContent: 'center' }}&gt;&#10;                &lt;Text style={{ fontSize: 22, fontWeight: 'bold', color: '#26816B' }}&gt;观察者负责证据闭包&lt;/Text&gt;&#10;                &lt;Box style={{ width: 40, height: 3, background: '#26816B' }} /&gt;&#10;                &lt;Text style={{ fontSize: 16, color: '#546779', lineHeight: 1.6 }}&gt;检查什么记录足以证明这些事发生过：&lt;/Text&gt;&#10;                &lt;Text style={{ fontSize: 16, color: '#20344B', lineHeight: 1.9 }}&gt;询问发生{'\n'}补充到达{'\n'}建议被采用{'\n'}窗口回复被理解&lt;/Text&gt;&#10;            &lt;/Box&gt;&#10;&#10;        &lt;/Box&gt;&#10;&#10;        &lt;Box style={{ width: 1152, height: 92, background: '#F4F7FA', borderRadius: 10, padding: '0 22px', flexDirection: 'row', alignItems: 'center', gap: 16 }}&gt;&#10;            &lt;Text style={{ fontSize: 16, fontWeight: 'bold', color: '#CB6B28', width: 160 }}&gt;记录要分开&lt;/Text&gt;&#10;            &lt;Text style={{ fontSize: 15, color: '#20344B', width: 940 }}&gt;两种工作可以由同一人承担，但审阅记录应分开保存，避免知道正确答案后替角色补写经历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作者与观察者分别审什么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内容闭包与证据闭包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两种审阅的对象不同：一个查材料内部是否一致，一个查结论是否有记录支撑。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1962150"/>
            <a:ext cx="5334000" cy="2819400"/>
          </a:xfrm>
          <a:prstGeom prst="roundRect">
            <a:avLst>
              <a:gd name="adj" fmla="val 337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38200" y="22479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作者负责内容闭包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838200" y="2600325"/>
            <a:ext cx="3810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38200" y="2724150"/>
            <a:ext cx="4876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检查这几项在两组之间是否一致：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8200" y="3114675"/>
            <a:ext cx="4876800" cy="13906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完整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全文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人物资料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对象分工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初始空间与模型配置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248400" y="1962150"/>
            <a:ext cx="5334000" cy="2819400"/>
          </a:xfrm>
          <a:prstGeom prst="roundRect">
            <a:avLst>
              <a:gd name="adj" fmla="val 337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477000" y="2247900"/>
            <a:ext cx="487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观察者负责证据闭包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477000" y="2600325"/>
            <a:ext cx="381000" cy="28575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477000" y="2724150"/>
            <a:ext cx="4876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检查什么记录足以证明这些事发生过：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477000" y="3114675"/>
            <a:ext cx="4876800" cy="13906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询问发生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补充到达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建议被采用</a:t>
            </a:r>
            <a:endParaRPr/>
          </a:p>
          <a:p>
            <a:pPr>
              <a:lnSpc>
                <a:spcPct val="19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窗口回复被理解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9600" y="489585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19150" y="5238750"/>
            <a:ext cx="1514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记录要分开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2486025" y="5248275"/>
            <a:ext cx="8886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两种工作可以由同一人承担，但审阅记录应分开保存，避免知道正确答案后替角色补写经历。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68" name="" descr="&lt;Slide notes={`四类反例落成四类检查，每条都要指出问题出在哪一步、该往哪里追。&#10;&#10;第一条，咨询台一次发送「你要预约吗？去 A。」：确实问了问题，却在拿到关键回答前就给了建议，预定澄清策略没被执行。&#10;&#10;第二条，记忆里写着「窗口已确认」，可记录里只有一次 INTERACT 请求事实。进度被提前写成完成，要追查对象的实际回复和下一轮的接收。&#10;&#10;第三条，对照组新增了一个强模型审阅子 Skill，基线没有。即使效果更好，方法与依赖同时改变了，不能归因于那段决策正文。&#10;&#10;第四条查循环停止：同一目的已明确仍不断追问，属于行为偏离；人物被正确拒绝可能只是工具参数不合法，不能为让案例继续而绕过校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5　作者与观察者分别审什么&lt;/Text&gt;&#10;            &lt;Text style={{ fontSize: 34, fontWeight: 'bold', color: '#20344B' }}&gt;四类检查逐条走&lt;/Text&gt;&#10;        &lt;/Box&gt;&#10;    &lt;/Box&gt;&#10;&#10;    &lt;Box style={{ height: 540, flexDirection: 'column', justifyContent: 'center', gap: 8 }}&gt;&#10;&#10;        &lt;Text style={{ fontSize: 16, color: '#546779', width: 1152 }}&gt;每条反例都要能指出：问题出在哪一步，应该往哪里追。&lt;/Text&gt;&#10;&#10;        &lt;Box style={{ flexDirection: 'row', padding: '0 18px', gap: 16 }}&gt;&#10;            &lt;Box style={{ width: 300 }}&gt;&lt;Text style={{ fontSize: 14, color: '#546779' }}&gt;反例表现&lt;/Text&gt;&lt;/Box&gt;&#10;            &lt;Box style={{ width: 760 }}&gt;&lt;Text style={{ fontSize: 14, color: '#546779' }}&gt;为什么是问题，应该追查什么&lt;/Text&gt;&lt;/Box&gt;&#10;        &lt;/Box&gt;&#10;&#10;        &lt;Box style={{ width: 1152, height: 84, background: '#F4F7FA', borderRadius: 8, padding: '0 18px', flexDirection: 'row', alignItems: 'center', gap: 16 }}&gt;&#10;            &lt;Box style={{ width: 4, height: 56, background: '#CB6B28' }} /&gt;&#10;            &lt;Text style={{ fontSize: 15, fontWeight: 'bold', color: '#CB6B28', width: 280 }}&gt;边问边猜&lt;/Text&gt;&#10;            &lt;Text style={{ fontSize: 14, color: '#20344B', width: 760, lineHeight: 1.5 }}&gt;一次发送「你要预约吗？去 A。」：确实问了问题，却在取得关键回答前已经建议，未执行预定澄清策略。&lt;/Text&gt;&#10;        &lt;/Box&gt;&#10;&#10;        &lt;Box style={{ width: 1152, height: 84, background: '#F4F7FA', borderRadius: 8, padding: '0 18px', flexDirection: 'row', alignItems: 'center', gap: 16 }}&gt;&#10;            &lt;Box style={{ width: 4, height: 56, background: '#CB6B28' }} /&gt;&#10;            &lt;Text style={{ fontSize: 15, fontWeight: 'bold', color: '#CB6B28', width: 280 }}&gt;提前写完成&lt;/Text&gt;&#10;            &lt;Text style={{ fontSize: 14, color: '#20344B', width: 760, lineHeight: 1.5 }}&gt;记忆写「窗口已确认」，但只有 INTERACT 请求事实：应追查对象的实际回复与目标人物下一轮的实际接收。&lt;/Text&gt;&#10;        &lt;/Box&gt;&#10;&#10;        &lt;Box style={{ width: 1152, height: 84, background: '#F4F7FA', borderRadius: 8, padding: '0 18px', flexDirection: 'row', alignItems: 'center', gap: 16 }}&gt;&#10;            &lt;Box style={{ width: 4, height: 56, background: '#CB6B28' }} /&gt;&#10;            &lt;Text style={{ fontSize: 15, fontWeight: 'bold', color: '#CB6B28', width: 280 }}&gt;额外加能力&lt;/Text&gt;&#10;            &lt;Text style={{ fontSize: 14, color: '#20344B', width: 760, lineHeight: 1.5 }}&gt;对照新增一个强模型审阅子 Skill，基线没有：即使效果更好，也已同时改变方法与依赖，不能归因于唯一决策段。&lt;/Text&gt;&#10;        &lt;/Box&gt;&#10;&#10;        &lt;Box style={{ width: 1152, height: 84, background: '#FFF4E6', borderRadius: 8, padding: '0 18px', flexDirection: 'row', alignItems: 'center', gap: 16 }}&gt;&#10;            &lt;Box style={{ width: 4, height: 56, background: '#CB6B28' }} /&gt;&#10;            &lt;Text style={{ fontSize: 15, fontWeight: 'bold', color: '#CB6B28', width: 280 }}&gt;循环追问&lt;/Text&gt;&#10;            &lt;Text style={{ fontSize: 14, color: '#20344B', width: 760, lineHeight: 1.5 }}&gt;同一目的已经明确仍不断追问，属于行为偏离；正确的身份拒绝可能是工具参数不合法，不能为让案例继续而绕过校验。&lt;/Text&gt;&#10;        &lt;/Box&gt;&#10;&#10;        &lt;Box style={{ width: 1152, height: 76, background: '#EDF4FC', borderRadius: 10, padding: '0 22px', flexDirection: 'row', alignItems: 'center', gap: 16, marginTop: 4 }}&gt;&#10;            &lt;Text style={{ fontSize: 16, fontWeight: 'bold', color: '#276FBF', width: 200 }}&gt;发现系统问题时&lt;/Text&gt;&#10;            &lt;Text style={{ fontSize: 15, color: '#20344B', width: 900 }}&gt;按项目约定留证并停止相应验收，不在材料目录里偷偷修改运行事实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作者与观察者分别审什么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四类检查逐条走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每条反例都要能指出：问题出在哪一步，应该往哪里追。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781050" y="16002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反例表现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790950" y="1600200"/>
            <a:ext cx="723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为什么是问题，应该追查什么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609600" y="18383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781050" y="19716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71550" y="21526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边问边猜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790950" y="21145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一次发送「你要预约吗？去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。」：确实问了问题，却在取得关键回答前已经建议，未执行预定澄清策略。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09600" y="27146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781050" y="28479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71550" y="30289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提前写完成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790950" y="29908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记忆写「窗口已确认」，但只有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INTERACT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请求事实：应追查对象的实际回复与目标人物下一轮的实际接收。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09600" y="35909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781050" y="37242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71550" y="39052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额外加能力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3790950" y="38671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对照新增一个强模型审阅子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，基线没有：即使效果更好，也已同时改变方法与依赖，不能归因于唯一决策段。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4467225"/>
            <a:ext cx="10972800" cy="80010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781050" y="46005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971550" y="4781550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循环追问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3790950" y="4743450"/>
            <a:ext cx="723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同一目的已经明确仍不断追问，属于行为偏离；正确的身份拒绝可能是工具参数不合法，不能为让案例继续而绕过校验。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53816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19150" y="5648325"/>
            <a:ext cx="1895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发现系统问题时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867025" y="5657850"/>
            <a:ext cx="8505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按项目约定留证并停止相应验收，不在材料目录里偷偷修改运行事实。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97" name="" descr="&lt;Slide notes={`审阅有了结论，还要交付成别人能接手的形式。&#10;&#10;交付记录要写四件事：采用哪份完整文本、替换的是哪一段差异、引用了哪些公共能力、还有哪些行为没有验证过。这四句话写清楚，接手者才知道自己拿到的是什么，以及哪些结论暂时不能引用。&#10;&#10;接下来是边界。用纯文档解析可以检查名称、类型、依赖和闭包是否完整，这类检查是必要的，但它只能说明材料能被解析。&#10;&#10;它不能说明模型已经遵守了 SOP。系统配置、绑定、封存和实际运行仍然要在浏览器里完成。这个区别听起来是措辞问题，实际上决定了别人能不能信任你交出去的东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4　精确 Skill 与行为审阅&lt;/Text&gt;&#10;            &lt;Text style={{ fontSize: 34, fontWeight: 'bold', color: '#20344B' }}&gt;知识块 ⑥&lt;/Text&gt;&#10;        &lt;/Box&gt;&#10;    &lt;/Box&gt;&#10;&#10;    &lt;Box style={{ height: 540, flexDirection: 'column', justifyContent: 'center', gap: 16 }}&gt;&#10;&#10;        &lt;Text style={{ fontSize: 96, fontWeight: 'bold', color: '#276FBF', lineHeight: 1.0 }}&gt;⑥&lt;/Text&gt;&#10;&#10;        &lt;Text style={{ fontSize: 56, fontWeight: 'bold', color: '#20344B', lineHeight: 1.15 }}&gt;一次内容审阅怎样交付&lt;/Text&gt;&#10;&#10;        &lt;Box style={{ width: 72, height: 4, background: '#276FBF' }} /&gt;&#10;&#10;        &lt;Text style={{ fontSize: 18, color: '#546779', lineHeight: 1.7, width: 900 }}&gt;交付记录要写明采用了哪份文本、哪段差异、哪些公共能力与哪些未验证行为。&lt;/Text&gt;&#10;&#10;        &lt;Box style={{ flexDirection: 'row', alignItems: 'center', marginTop: 6 }}&gt;&#10;            &lt;Box style={{ width: 300, height: 64, background: '#F4F7FA', borderRadius: 8, justifyContent: 'center', alignItems: 'center' }}&gt;&#10;                &lt;Text style={{ fontSize: 18, color: '#20344B' }}&gt;四要素记录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解析的边界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两道练习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⑥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一次内容审阅怎样交付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4114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交付记录要写明采用了哪份文本、哪段差异、哪些公共能力与哪些未验证行为。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609725" y="50673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四要素记录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6385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38862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4886325" y="50673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解析的边界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915150" y="50196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7162800" y="486727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248650" y="5067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两道练习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16" name="" descr="&lt;Slide notes={`交付记录应当写明四件事，每一件都对应接手时的一个疑问。&#10;&#10;第一，采用哪份完整文本。要说清这一组用的是哪一份，而不是笼统地说「用了同一个 Skill」。第二，哪段差异。要指出唯一替换段的位置和内容，让读者能自己找到那几行。&#10;&#10;第三，引用哪些公共能力。记忆检索、记忆写入、world-act 这些依赖要列出来，因为依赖变化同样会改变结果。第四，还有哪些未验证行为。这一条最容易被省略，但它决定了别人能不能放心引用你的结论。&#10;&#10;最后说清当前状态：本节只给出可审阅的文字材料，没有四份已经保存的资源，没有正式实验包，也没有模型的执行结果。把没做的部分明写出来，比含糊过去更有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6　一次内容审阅怎样交付&lt;/Text&gt;&#10;            &lt;Text style={{ fontSize: 34, fontWeight: 'bold', color: '#20344B' }}&gt;交付记录要写明四件事&lt;/Text&gt;&#10;        &lt;/Box&gt;&#10;    &lt;/Box&gt;&#10;&#10;    &lt;Box style={{ height: 540, flexDirection: 'column', justifyContent: 'center', gap: 10 }}&gt;&#10;&#10;        &lt;Text style={{ fontSize: 16, color: '#546779', width: 1152 }}&gt;记录写清楚，接手者才知道手里拿的是什么，以及哪些结论暂时不能引用。&lt;/Text&gt;&#10;&#10;        &lt;Box style={{ width: 1152, height: 62, background: '#F4F7FA', borderRadius: 8, padding: '0 18px', flexDirection: 'row', alignItems: 'center', gap: 16 }}&gt;&#10;            &lt;Box style={{ width: 34, height: 34, borderRadius: 8, background: '#276FBF', justifyContent: 'center', alignItems: 'center' }}&gt;&#10;                &lt;Text style={{ fontSize: 17, fontWeight: 'bold', color: '#FFFFFF' }}&gt;一&lt;/Text&gt;&#10;            &lt;/Box&gt;&#10;            &lt;Text style={{ fontSize: 17, fontWeight: 'bold', color: '#20344B', width: 250 }}&gt;采用哪份完整文本&lt;/Text&gt;&#10;            &lt;Text style={{ fontSize: 15, color: '#546779', width: 800 }}&gt;说清这一组用的是哪一份，不只写「用了同一个 Skill」。&lt;/Text&gt;&#10;        &lt;/Box&gt;&#10;&#10;        &lt;Box style={{ width: 1152, height: 62, background: '#F4F7FA', borderRadius: 8, padding: '0 18px', flexDirection: 'row', alignItems: 'center', gap: 16 }}&gt;&#10;            &lt;Box style={{ width: 34, height: 34, borderRadius: 8, background: '#276FBF', justifyContent: 'center', alignItems: 'center' }}&gt;&#10;                &lt;Text style={{ fontSize: 17, fontWeight: 'bold', color: '#FFFFFF' }}&gt;二&lt;/Text&gt;&#10;            &lt;/Box&gt;&#10;            &lt;Text style={{ fontSize: 17, fontWeight: 'bold', color: '#20344B', width: 250 }}&gt;哪段差异&lt;/Text&gt;&#10;            &lt;Text style={{ fontSize: 15, color: '#546779', width: 800 }}&gt;指出唯一替换段的位置与内容，让读者能自己找到那几行。&lt;/Text&gt;&#10;        &lt;/Box&gt;&#10;&#10;        &lt;Box style={{ width: 1152, height: 62, background: '#F4F7FA', borderRadius: 8, padding: '0 18px', flexDirection: 'row', alignItems: 'center', gap: 16 }}&gt;&#10;            &lt;Box style={{ width: 34, height: 34, borderRadius: 8, background: '#26816B', justifyContent: 'center', alignItems: 'center' }}&gt;&#10;                &lt;Text style={{ fontSize: 17, fontWeight: 'bold', color: '#FFFFFF' }}&gt;三&lt;/Text&gt;&#10;            &lt;/Box&gt;&#10;            &lt;Text style={{ fontSize: 17, fontWeight: 'bold', color: '#20344B', width: 250 }}&gt;引用哪些公共能力&lt;/Text&gt;&#10;            &lt;Text style={{ fontSize: 15, color: '#546779', width: 800 }}&gt;记忆检索、记忆写入、world-act 等依赖，依赖变化同样改变结果。&lt;/Text&gt;&#10;        &lt;/Box&gt;&#10;&#10;        &lt;Box style={{ width: 1152, height: 62, background: '#FFF4E6', borderRadius: 8, padding: '0 18px', flexDirection: 'row', alignItems: 'center', gap: 16 }}&gt;&#10;            &lt;Box style={{ width: 34, height: 34, borderRadius: 8, background: '#CB6B28', justifyContent: 'center', alignItems: 'center' }}&gt;&#10;                &lt;Text style={{ fontSize: 17, fontWeight: 'bold', color: '#FFFFFF' }}&gt;四&lt;/Text&gt;&#10;            &lt;/Box&gt;&#10;            &lt;Text style={{ fontSize: 17, fontWeight: 'bold', color: '#CB6B28', width: 250 }}&gt;还有哪些未验证行为&lt;/Text&gt;&#10;            &lt;Text style={{ fontSize: 15, color: '#546779', width: 800 }}&gt;明确写出尚未检查的部分，它决定别人能不能放心引用结论。&lt;/Text&gt;&#10;        &lt;/Box&gt;&#10;&#10;        &lt;Box style={{ width: 1152, height: 90, background: '#EDF4FC', borderRadius: 10, padding: '0 22px', flexDirection: 'column', gap: 4, justifyContent: 'center', marginTop: 4 }}&gt;&#10;            &lt;Text style={{ fontSize: 17, fontWeight: 'bold', color: '#276FBF' }}&gt;当前的交付状态&lt;/Text&gt;&#10;            &lt;Text style={{ fontSize: 15, color: '#546779' }}&gt;本节仅给出可审阅文字：没有四份已保存资源，没有正式实验包，也没有模型执行结果。&lt;/Text&gt;&#10;        &lt;/Box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一次内容审阅怎样交付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交付记录要写明四件事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17526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记录写清楚，接手者才知道手里拿的是什么，以及哪些结论暂时不能引用。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20383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781050" y="21717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66775" y="22383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257300" y="22383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采用哪份完整文本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790950" y="2247900"/>
            <a:ext cx="762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说清这一组用的是哪一份，不只写「用了同一个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」。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09600" y="27241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781050" y="28575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66775" y="29241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257300" y="29241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哪段差异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3790950" y="2933700"/>
            <a:ext cx="762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指出唯一替换段的位置与内容，让读者能自己找到那几行。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09600" y="34099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781050" y="3543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66775" y="36099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257300" y="36099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引用哪些公共能力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3790950" y="3619500"/>
            <a:ext cx="762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记忆检索、记忆写入、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world-act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等依赖，依赖变化同样改变结果。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4095750"/>
            <a:ext cx="109728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781050" y="42291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66775" y="42957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四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257300" y="42957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还有哪些未验证行为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3790950" y="4305300"/>
            <a:ext cx="762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明确写出尚未检查的部分，它决定别人能不能放心引用结论。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09600" y="4819650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19150" y="504825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当前的交付状态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19150" y="5286375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本节仅给出可审阅文字：没有四份已保存资源，没有正式实验包，也没有模型执行结果。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447" name="" descr="&lt;Slide notes={`交付记录里可以放一类容易做的检查：用纯文档解析去看材料的名称、类型、依赖关系和资源闭包是否完整。&#10;&#10;这类检查能省掉很多低级错误。比如名字写错、类型选错、依赖漏了、闭包混进了不该有的东西，解析就能发现。所以它是必要的一步。&#10;&#10;但它只能说明材料能被解析，不能说明模型已经遵守了 SOP。一份格式完全正确的 Skill，运行时仍然可能做出别的判断，因为行为的验证要靠真实输入和真实调用。&#10;&#10;系统配置、绑定、封存和实际运行仍然需要在浏览器里完成，第三章讲过这条验证边界。所以记录里要把「已经检查过什么」和「还没检查什么」分开写，不能合成一句「材料已通过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6　一次内容审阅怎样交付&lt;/Text&gt;&#10;            &lt;Text style={{ fontSize: 34, fontWeight: 'bold', color: '#20344B' }}&gt;解析通过不等于遵守 SOP&lt;/Text&gt;&#10;        &lt;/Box&gt;&#10;    &lt;/Box&gt;&#10;&#10;    &lt;Box style={{ height: 540, flexDirection: 'column', justifyContent: 'center', gap: 12 }}&gt;&#10;&#10;        &lt;Box style={{ flexDirection: 'row', gap: 32 }}&gt;&#10;&#10;            &lt;Box style={{ width: 620, flexDirection: 'column', gap: 10 }}&gt;&#10;&#10;                &lt;Text style={{ fontSize: 17, fontWeight: 'bold', color: '#20344B' }}&gt;纯文档解析能检查什么&lt;/Text&gt;&#10;&#10;                &lt;Box style={{ width: 620, height: 56, background: '#F4F7FA', borderRadius: 8, padding: '0 16px', flexDirection: 'row', alignItems: 'center', gap: 12 }}&gt;&#10;                    &lt;Box style={{ width: 4, height: 32, background: '#276FBF' }} /&gt;&#10;                    &lt;Text style={{ fontSize: 16, color: '#20344B' }}&gt;名称与类型是否写对&lt;/Text&gt;&#10;                &lt;/Box&gt;&#10;&#10;                &lt;Box style={{ width: 620, height: 56, background: '#F4F7FA', borderRadius: 8, padding: '0 16px', flexDirection: 'row', alignItems: 'center', gap: 12 }}&gt;&#10;                    &lt;Box style={{ width: 4, height: 32, background: '#276FBF' }} /&gt;&#10;                    &lt;Text style={{ fontSize: 16, color: '#20344B' }}&gt;依赖是否声明完整&lt;/Text&gt;&#10;                &lt;/Box&gt;&#10;&#10;                &lt;Box style={{ width: 620, height: 56, background: '#F4F7FA', borderRadius: 8, padding: '0 16px', flexDirection: 'row', alignItems: 'center', gap: 12 }}&gt;&#10;                    &lt;Box style={{ width: 4, height: 32, background: '#276FBF' }} /&gt;&#10;                    &lt;Text style={{ fontSize: 16, color: '#20344B' }}&gt;资源闭包有无多余或缺失&lt;/Text&gt;&#10;                &lt;/Box&gt;&#10;&#10;                &lt;Box style={{ width: 620, height: 56, background: '#EDF4FC', borderRadius: 8, padding: '0 16px', flexDirection: 'row', alignItems: 'center', gap: 12 }}&gt;&#10;                    &lt;Box style={{ width: 4, height: 32, background: '#276FBF' }} /&gt;&#10;                    &lt;Text style={{ fontSize: 16, color: '#276FBF' }}&gt;这些都属于纸面检查&lt;/Text&gt;&#10;                &lt;/Box&gt;&#10;&#10;            &lt;/Box&gt;&#10;&#10;            &lt;Box style={{ width: 500, flexDirection: 'column', justifyContent: 'center', gap: 14 }}&gt;&#10;&#10;                &lt;Box style={{ width: 500, height: 240, background: '#FFF4E6', borderRadius: 10, padding: '20px 22px', flexDirection: 'column', gap: 10, justifyContent: 'center' }}&gt;&#10;                    &lt;Text style={{ fontSize: 22, fontWeight: 'bold', color: '#CB6B28' }}&gt;不能声明的事情&lt;/Text&gt;&#10;                    &lt;Box style={{ width: 40, height: 3, background: '#CB6B28' }} /&gt;&#10;                    &lt;Text style={{ fontSize: 16, color: '#20344B', lineHeight: 1.6 }}&gt;通过解析检查，只能说明材料能被解析。&lt;/Text&gt;&#10;                    &lt;Text style={{ fontSize: 16, color: '#20344B', lineHeight: 1.6 }}&gt;不能据此声明模型已经遵守了这份 SOP。&lt;/Text&gt;&#10;                &lt;/Box&gt;&#10;&#10;                &lt;Box style={{ width: 500, height: 132, background: '#F4F7FA', borderRadius: 10, padding: '18px 20px', flexDirection: 'column', gap: 6, justifyContent: 'center' }}&gt;&#10;                    &lt;Text style={{ fontSize: 17, fontWeight: 'bold', color: '#20344B' }}&gt;仍要在浏览器完成&lt;/Text&gt;&#10;                    &lt;Text style={{ fontSize: 15, color: '#546779', lineHeight: 1.5 }}&gt;系统配置、绑定、封存与实际运行，属于第三章讲过的验证边界。&lt;/Text&gt;&#10;                &lt;/Box&gt;&#10;&#10;            &lt;/Box&gt;&#10;&#10;        &lt;/Box&gt;&#10;&#10;        &lt;Text style={{ fontSize: 15, color: '#546779', width: 1152 }}&gt;记录里要区分「已经检查过什么」与「还没检查什么」，不能合成一句「材料已通过」。&lt;/Text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86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一次内容审阅怎样交付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86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解析通过不等于遵守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590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纯文档解析能检查什么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202882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762000" y="214312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914400" y="22002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名称与类型是否写对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265747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762000" y="27717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914400" y="28289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依赖是否声明完整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328612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762000" y="340042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14400" y="345757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资源闭包有无多余或缺失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3914775"/>
            <a:ext cx="5905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3" name=""/>
          <p:cNvSpPr/>
          <p:nvPr/>
        </p:nvSpPr>
        <p:spPr>
          <a:xfrm rot="0" flipH="0" flipV="0">
            <a:off x="762000" y="402907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914400" y="408622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这些都属于纸面检查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819900" y="1733550"/>
            <a:ext cx="4762500" cy="2286000"/>
          </a:xfrm>
          <a:prstGeom prst="roundRect">
            <a:avLst>
              <a:gd name="adj" fmla="val 41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029450" y="2295525"/>
            <a:ext cx="4343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不能声明的事情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029450" y="264795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029450" y="2771775"/>
            <a:ext cx="4343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通过解析检查，只能说明材料能被解析。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029450" y="3162300"/>
            <a:ext cx="4343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不能据此声明模型已经遵守了这份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819900" y="4152900"/>
            <a:ext cx="47625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010400" y="45243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仍要在浏览器完成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010400" y="4781550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系统配置、绑定、封存与实际运行，属于第三章讲过的验证边界。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55245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记录里要区分「已经检查过什么」与「还没检查什么」，不能合成一句「材料已通过」。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476" name="" descr="&lt;Slide notes={`最后留两道练习，检验的是别人能不能读懂这组材料。&#10;&#10;第一道：请另一位读者只看两份咨询台全文和共同条件表，指出唯一的干预是什么。如果他能准确说出「决策段被替换了」，说明材料的差异写得足够清楚；如果他需要翻很多上下文，说明记录还不够直接。&#10;&#10;第二道更关键：再请他指出，哪些作者材料如果泄漏给咨询台，会让这项比较失去意义。比如评分表、四人真实目的的清单、或者答案提示。这些问题一旦进入咨询台的可见范围，它就不再是在信息不足的情况下做判断了。&#10;&#10;两道练习做完，我们对这份交付物的信心才是有依据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4.6　一次内容审阅怎样交付&lt;/Text&gt;&#10;            &lt;Text style={{ fontSize: 34, fontWeight: 'bold', color: '#20344B' }}&gt;两道练习：找出干预与泄漏边界&lt;/Text&gt;&#10;        &lt;/Box&gt;&#10;    &lt;/Box&gt;&#10;&#10;    &lt;Box style={{ height: 540, flexDirection: 'column', justifyContent: 'center', gap: 16 }}&gt;&#10;&#10;        &lt;Text style={{ fontSize: 16, color: '#546779', width: 1152 }}&gt;练习检验的是别人能不能读懂这组材料，而不是作者自己觉得写清楚了。&lt;/Text&gt;&#10;&#10;        &lt;Box style={{ width: 1152, height: 176, background: '#EDF4FC', borderRadius: 10, padding: '20px 24px', flexDirection: 'row', alignItems: 'center', gap: 20 }}&gt;&#10;            &lt;Box style={{ width: 44, height: 44, borderRadius: 8, background: '#276FBF', justifyContent: 'center', alignItems: 'center' }}&gt;&#10;                &lt;Text style={{ fontSize: 20, fontWeight: 'bold', color: '#FFFFFF' }}&gt;一&lt;/Text&gt;&#10;            &lt;/Box&gt;&#10;            &lt;Box style={{ flexDirection: 'column', gap: 6, width: 1040 }}&gt;&#10;                &lt;Text style={{ fontSize: 20, fontWeight: 'bold', color: '#276FBF' }}&gt;指出唯一干预&lt;/Text&gt;&#10;                &lt;Text style={{ fontSize: 16, color: '#546779', lineHeight: 1.6 }}&gt;请另一位读者只看两份咨询台全文和共同条件表，说出两组之间唯一被替换的部分是什么。&lt;/Text&gt;&#10;                &lt;Text style={{ fontSize: 15, color: '#20344B', lineHeight: 1.5 }}&gt;能准确指出决策段，说明差异写清楚了；若需要翻看大量上下文，说明记录还不够直接。&lt;/Text&gt;&#10;            &lt;/Box&gt;&#10;        &lt;/Box&gt;&#10;&#10;        &lt;Box style={{ width: 1152, height: 176, background: '#FFF4E6', borderRadius: 10, padding: '20px 24px', flexDirection: 'row', alignItems: 'center', gap: 20 }}&gt;&#10;            &lt;Box style={{ width: 44, height: 44, borderRadius: 8, background: '#CB6B28', justifyContent: 'center', alignItems: 'center' }}&gt;&#10;                &lt;Text style={{ fontSize: 20, fontWeight: 'bold', color: '#FFFFFF' }}&gt;二&lt;/Text&gt;&#10;            &lt;/Box&gt;&#10;            &lt;Box style={{ flexDirection: 'column', gap: 6, width: 1040 }}&gt;&#10;                &lt;Text style={{ fontSize: 20, fontWeight: 'bold', color: '#CB6B28' }}&gt;说出会让比较失效的泄漏&lt;/Text&gt;&#10;                &lt;Text style={{ fontSize: 16, color: '#546779', lineHeight: 1.6 }}&gt;再请他指出：哪些作者材料如果泄漏给咨询台，会使这项比较失去意义。&lt;/Text&gt;&#10;                &lt;Text style={{ fontSize: 15, color: '#20344B', lineHeight: 1.5 }}&gt;评分表、四人的真实目的清单、答案提示一旦可见，咨询台就不再是在信息不足时做判断。&lt;/Text&gt;&#10;            &lt;/Box&gt;&#10;        &lt;/Box&gt;&#10;&#10;        &lt;Text style={{ fontSize: 15, color: '#546779', width: 1152 }}&gt;参考：知识块 ④ 讲过「谁有权知道完整任务」；本题正是把它变成一次可执行的检查。&lt;/Text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一次内容审阅怎样交付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两道练习：找出干预与泄漏边界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162877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练习检验的是别人能不能读懂这组材料，而不是作者自己觉得写清楚了。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1971675"/>
            <a:ext cx="10972800" cy="1676400"/>
          </a:xfrm>
          <a:prstGeom prst="roundRect">
            <a:avLst>
              <a:gd name="adj" fmla="val 56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838200" y="26003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52500" y="26955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447800" y="2362200"/>
            <a:ext cx="990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指出唯一干预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447800" y="2647950"/>
            <a:ext cx="990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请另一位读者只看两份咨询台全文和共同条件表，说出两组之间唯一被替换的部分是什么。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447800" y="3000375"/>
            <a:ext cx="990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能准确指出决策段，说明差异写清楚了；若需要翻看大量上下文，说明记录还不够直接。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09600" y="3800475"/>
            <a:ext cx="10972800" cy="1676400"/>
          </a:xfrm>
          <a:prstGeom prst="roundRect">
            <a:avLst>
              <a:gd name="adj" fmla="val 56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838200" y="4429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952500" y="45243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447800" y="4191000"/>
            <a:ext cx="990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说出会让比较失效的泄漏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447800" y="4476750"/>
            <a:ext cx="9906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再请他指出：哪些作者材料如果泄漏给咨询台，会使这项比较失去意义。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447800" y="4829175"/>
            <a:ext cx="990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评分表、四人的真实目的清单、答案提示一旦可见，咨询台就不再是在信息不足时做判断。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09600" y="562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参考：知识块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④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讲过「谁有权知道完整任务」；本题正是把它变成一次可执行的检查。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497" name="" descr="&lt;Slide notes={`这一节要带走的是三句话。&#10;&#10;第一句，只改一段。两组全文只有决策段不同，其余字节保持一致。只要还有第二处差别，后面的比较就无法归因，写得再漂亮也没有用。&#10;&#10;第二句，全文可审阅。保存两份完整文本、精确差异和内容摘要，让接手者能指出哪一段被替换、其余条件在哪里核对。哈希不同只说明文件不同，不说明只差澄清策略。&#10;&#10;第三句，解析不等于遵守。纯文档检查能查出名称、类型、依赖和闭包的问题，但材料能被解析，不等于模型会照着做。系统配置、绑定、封存和实际运行仍然要在浏览器里完成，记录里要把已检查与未验证分开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4　精确 Skill 与行为审阅&lt;/Text&gt;&#10;            &lt;Text style={{ fontSize: 34, fontWeight: 'bold', color: '#20344B' }}&gt;本节小结&lt;/Text&gt;&#10;        &lt;/Box&gt;&#10;    &lt;/Box&gt;&#10;&#10;    &lt;Box style={{ height: 540, flexDirection: 'column', justifyContent: 'center', gap: 14 }}&gt;&#10;&#10;        &lt;Text style={{ fontSize: 44, fontWeight: 'bold', color: '#20344B', lineHeight: 1.25 }}&gt;记住三句话&lt;/Text&gt;&#10;&#10;        &lt;Box style={{ width: 1152, height: 104, background: '#EDF4FC', borderRadius: 10, padding: '0 24px', flexDirection: 'row', alignItems: 'center', gap: 20 }}&gt;&#10;            &lt;Text style={{ fontSize: 34, fontWeight: 'bold', color: '#276FBF', width: 56 }}&gt;一&lt;/Text&gt;&#10;            &lt;Box style={{ width: 940, flexDirection: 'column', gap: 4 }}&gt;&#10;                &lt;Text style={{ fontSize: 20, fontWeight: 'bold', color: '#276FBF' }}&gt;只改一段&lt;/Text&gt;&#10;                &lt;Text style={{ fontSize: 16, color: '#546779', lineHeight: 1.5 }}&gt;两组全文只有决策段不同，其余字节保持一致；多一处差别就无法归因。&lt;/Text&gt;&#10;            &lt;/Box&gt;&#10;        &lt;/Box&gt;&#10;&#10;        &lt;Box style={{ width: 1152, height: 104, background: '#ECF7F2', borderRadius: 10, padding: '0 24px', flexDirection: 'row', alignItems: 'center', gap: 20 }}&gt;&#10;            &lt;Text style={{ fontSize: 34, fontWeight: 'bold', color: '#26816B', width: 56 }}&gt;二&lt;/Text&gt;&#10;            &lt;Box style={{ width: 940, flexDirection: 'column', gap: 4 }}&gt;&#10;                &lt;Text style={{ fontSize: 20, fontWeight: 'bold', color: '#26816B' }}&gt;全文可审阅&lt;/Text&gt;&#10;                &lt;Text style={{ fontSize: 16, color: '#546779', lineHeight: 1.5 }}&gt;保存两份完整文本、精确差异与内容摘要；哈希不同不等于只差澄清策略。&lt;/Text&gt;&#10;            &lt;/Box&gt;&#10;        &lt;/Box&gt;&#10;&#10;        &lt;Box style={{ width: 1152, height: 104, background: '#FFF4E6', borderRadius: 10, padding: '0 24px', flexDirection: 'row', alignItems: 'center', gap: 20 }}&gt;&#10;            &lt;Text style={{ fontSize: 34, fontWeight: 'bold', color: '#CB6B28', width: 56 }}&gt;三&lt;/Text&gt;&#10;            &lt;Box style={{ width: 940, flexDirection: 'column', gap: 4 }}&gt;&#10;                &lt;Text style={{ fontSize: 20, fontWeight: 'bold', color: '#CB6B28' }}&gt;解析不等于遵守&lt;/Text&gt;&#10;                &lt;Text style={{ fontSize: 16, color: '#546779', lineHeight: 1.5 }}&gt;纸面检查只能说明材料能被解析；配置、绑定、封存与运行仍需在浏览器完成。&lt;/Text&gt;&#10;            &lt;/Box&gt;&#10;        &lt;/Box&gt;&#10;&#10;        &lt;Text style={{ fontSize: 15, color: '#546779', marginTop: 4 }}&gt;第五章　5.4　精确 Skill 与行为审阅&lt;/Text&gt;&#10;&#10;    &lt;/Box&gt;&#10;&#10;    &lt;Box style={{ height: 40, flexDirection: 'row', justifyContent: 'space-between', alignItems: 'center' }}&gt;&#10;        &lt;Text style={{ fontSize: 14, color: '#546779' }}&gt;5.4 精确 Skill 与行为审阅&lt;/Text&gt;&#10;        &lt;Text style={{ fontSize: 14, color: '#546779' }}&gt;2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124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本节小结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1543050"/>
            <a:ext cx="109728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记住三句话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609600" y="23050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838200" y="2609850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562100" y="2533650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只改一段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562100" y="2800350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两组全文只有决策段不同，其余字节保持一致；多一处差别就无法归因。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34290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38200" y="3733800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562100" y="3657600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全文可审阅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562100" y="3924300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保存两份完整文本、精确差异与内容摘要；哈希不同不等于只差澄清策略。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609600" y="45529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38200" y="4857750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562100" y="4781550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解析不等于遵守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562100" y="5048250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纸面检查只能说明材料能被解析；配置、绑定、封存与运行仍需在浏览器完成。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57150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5.4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精确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精确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与行为审阅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2026-09-29T10:35:49Z</dcterms:created>
  <dcterms:modified xsi:type="dcterms:W3CDTF">2026-09-29T10:35:49Z</dcterms:modified>
</cp:coreProperties>
</file>